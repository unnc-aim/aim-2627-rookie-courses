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61744cdc6d4c50" /><Relationship Type="http://schemas.openxmlformats.org/officeDocument/2006/relationships/extended-properties" Target="/docProps/app.xml" Id="R4a31327f562b4eab" /><Relationship Type="http://schemas.openxmlformats.org/officeDocument/2006/relationships/officeDocument" Target="/ppt/presentation.xml" Id="Rebae553a10374df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171ae86e59f4a98"/>
  </p:sldMasterIdLst>
  <p:notesMasterIdLst>
    <p:notesMasterId xmlns:r="http://schemas.openxmlformats.org/officeDocument/2006/relationships" r:id="R9b07c23e65be4e15"/>
  </p:notesMasterIdLst>
  <p:sldIdLst>
    <p:sldId xmlns:r="http://schemas.openxmlformats.org/officeDocument/2006/relationships" id="256" r:id="Rb60d876407064860"/>
    <p:sldId xmlns:r="http://schemas.openxmlformats.org/officeDocument/2006/relationships" id="257" r:id="R2ff8753dfd7746ca"/>
    <p:sldId xmlns:r="http://schemas.openxmlformats.org/officeDocument/2006/relationships" id="258" r:id="R14c6fb262d484899"/>
    <p:sldId xmlns:r="http://schemas.openxmlformats.org/officeDocument/2006/relationships" id="259" r:id="Rec68c5aca349482f"/>
    <p:sldId xmlns:r="http://schemas.openxmlformats.org/officeDocument/2006/relationships" id="260" r:id="R674bf629483443e5"/>
    <p:sldId xmlns:r="http://schemas.openxmlformats.org/officeDocument/2006/relationships" id="261" r:id="R9b581b12d1374321"/>
    <p:sldId xmlns:r="http://schemas.openxmlformats.org/officeDocument/2006/relationships" id="262" r:id="Rff5f303de0874f6a"/>
    <p:sldId xmlns:r="http://schemas.openxmlformats.org/officeDocument/2006/relationships" id="263" r:id="Re8ea6987e81540c2"/>
    <p:sldId xmlns:r="http://schemas.openxmlformats.org/officeDocument/2006/relationships" id="264" r:id="R198cc6669d854d49"/>
    <p:sldId xmlns:r="http://schemas.openxmlformats.org/officeDocument/2006/relationships" id="265" r:id="R9c4403b687e3473f"/>
    <p:sldId xmlns:r="http://schemas.openxmlformats.org/officeDocument/2006/relationships" id="266" r:id="R85415c8ee3024f09"/>
    <p:sldId xmlns:r="http://schemas.openxmlformats.org/officeDocument/2006/relationships" id="267" r:id="R4724870c49484880"/>
    <p:sldId xmlns:r="http://schemas.openxmlformats.org/officeDocument/2006/relationships" id="268" r:id="Rd4ac11d6f19044d0"/>
    <p:sldId xmlns:r="http://schemas.openxmlformats.org/officeDocument/2006/relationships" id="269" r:id="Rcad66446b29d4a79"/>
    <p:sldId xmlns:r="http://schemas.openxmlformats.org/officeDocument/2006/relationships" id="270" r:id="R4192be39fa31464e"/>
    <p:sldId xmlns:r="http://schemas.openxmlformats.org/officeDocument/2006/relationships" id="271" r:id="R6c3cecdc52af4df0"/>
    <p:sldId xmlns:r="http://schemas.openxmlformats.org/officeDocument/2006/relationships" id="272" r:id="Ra525f52d73a944b6"/>
    <p:sldId xmlns:r="http://schemas.openxmlformats.org/officeDocument/2006/relationships" id="273" r:id="Rf1518f2515f24297"/>
    <p:sldId xmlns:r="http://schemas.openxmlformats.org/officeDocument/2006/relationships" id="274" r:id="Ra0ede386c8ef4063"/>
    <p:sldId xmlns:r="http://schemas.openxmlformats.org/officeDocument/2006/relationships" id="275" r:id="R9ebd15f859f24b43"/>
    <p:sldId xmlns:r="http://schemas.openxmlformats.org/officeDocument/2006/relationships" id="276" r:id="Rdb108ac3ea5549b9"/>
    <p:sldId xmlns:r="http://schemas.openxmlformats.org/officeDocument/2006/relationships" id="277" r:id="R446b41d895e940d6"/>
    <p:sldId xmlns:r="http://schemas.openxmlformats.org/officeDocument/2006/relationships" id="278" r:id="R872e049e726d4a4e"/>
    <p:sldId xmlns:r="http://schemas.openxmlformats.org/officeDocument/2006/relationships" id="279" r:id="R3723239e18af48ee"/>
    <p:sldId xmlns:r="http://schemas.openxmlformats.org/officeDocument/2006/relationships" id="280" r:id="R5444f9c19fba4bc5"/>
    <p:sldId xmlns:r="http://schemas.openxmlformats.org/officeDocument/2006/relationships" id="281" r:id="R155b50548df24a4d"/>
    <p:sldId xmlns:r="http://schemas.openxmlformats.org/officeDocument/2006/relationships" id="282" r:id="Rfa54805e162f426f"/>
    <p:sldId xmlns:r="http://schemas.openxmlformats.org/officeDocument/2006/relationships" id="283" r:id="Rea8ce361a4d64f28"/>
    <p:sldId xmlns:r="http://schemas.openxmlformats.org/officeDocument/2006/relationships" id="284" r:id="R4e9022bb605144e6"/>
    <p:sldId xmlns:r="http://schemas.openxmlformats.org/officeDocument/2006/relationships" id="285" r:id="R4520dd9e46b94bde"/>
    <p:sldId xmlns:r="http://schemas.openxmlformats.org/officeDocument/2006/relationships" id="286" r:id="R1845da8f2e03480b"/>
    <p:sldId xmlns:r="http://schemas.openxmlformats.org/officeDocument/2006/relationships" id="287" r:id="R43ff9c161ed045ff"/>
    <p:sldId xmlns:r="http://schemas.openxmlformats.org/officeDocument/2006/relationships" id="288" r:id="R19c67f4829314b03"/>
    <p:sldId xmlns:r="http://schemas.openxmlformats.org/officeDocument/2006/relationships" id="289" r:id="Rbb17d2e39d4d4846"/>
    <p:sldId xmlns:r="http://schemas.openxmlformats.org/officeDocument/2006/relationships" id="290" r:id="R837fda313f024ea9"/>
    <p:sldId xmlns:r="http://schemas.openxmlformats.org/officeDocument/2006/relationships" id="291" r:id="R6b14068a27a94d2d"/>
    <p:sldId xmlns:r="http://schemas.openxmlformats.org/officeDocument/2006/relationships" id="292" r:id="Rfe0719e5b7f04fc4"/>
    <p:sldId xmlns:r="http://schemas.openxmlformats.org/officeDocument/2006/relationships" id="293" r:id="Re3e4f93bca434ce4"/>
    <p:sldId xmlns:r="http://schemas.openxmlformats.org/officeDocument/2006/relationships" id="294" r:id="Ra8f2977e913342a4"/>
    <p:sldId xmlns:r="http://schemas.openxmlformats.org/officeDocument/2006/relationships" id="295" r:id="Rcab23a0843d24b8e"/>
    <p:sldId xmlns:r="http://schemas.openxmlformats.org/officeDocument/2006/relationships" id="296" r:id="R4f945c1edcea497e"/>
    <p:sldId xmlns:r="http://schemas.openxmlformats.org/officeDocument/2006/relationships" id="297" r:id="R5e899233a7de4132"/>
    <p:sldId xmlns:r="http://schemas.openxmlformats.org/officeDocument/2006/relationships" id="298" r:id="R279bc2956ceb4cb0"/>
    <p:sldId xmlns:r="http://schemas.openxmlformats.org/officeDocument/2006/relationships" id="299" r:id="R138e20ec0b734afb"/>
    <p:sldId xmlns:r="http://schemas.openxmlformats.org/officeDocument/2006/relationships" id="300" r:id="R69afac1a6afd4fdc"/>
    <p:sldId xmlns:r="http://schemas.openxmlformats.org/officeDocument/2006/relationships" id="301" r:id="Rc8e9c04bc914492e"/>
    <p:sldId xmlns:r="http://schemas.openxmlformats.org/officeDocument/2006/relationships" id="302" r:id="R10b8e710bc4e45ba"/>
    <p:sldId xmlns:r="http://schemas.openxmlformats.org/officeDocument/2006/relationships" id="303" r:id="R092686ac0a41495c"/>
    <p:sldId xmlns:r="http://schemas.openxmlformats.org/officeDocument/2006/relationships" id="304" r:id="R0aaaf73e10574a65"/>
    <p:sldId xmlns:r="http://schemas.openxmlformats.org/officeDocument/2006/relationships" id="305" r:id="Rd76f9639d4c64ffa"/>
    <p:sldId xmlns:r="http://schemas.openxmlformats.org/officeDocument/2006/relationships" id="306" r:id="R9a5c6102c20942dc"/>
    <p:sldId xmlns:r="http://schemas.openxmlformats.org/officeDocument/2006/relationships" id="307" r:id="R597f8fbb01124d91"/>
    <p:sldId xmlns:r="http://schemas.openxmlformats.org/officeDocument/2006/relationships" id="308" r:id="Rab0ef180132d49f6"/>
    <p:sldId xmlns:r="http://schemas.openxmlformats.org/officeDocument/2006/relationships" id="309" r:id="Rb6dce7c2d3864d04"/>
    <p:sldId xmlns:r="http://schemas.openxmlformats.org/officeDocument/2006/relationships" id="310" r:id="R34525eb4597d4b3b"/>
    <p:sldId xmlns:r="http://schemas.openxmlformats.org/officeDocument/2006/relationships" id="311" r:id="Rdaad42372c0048a8"/>
    <p:sldId xmlns:r="http://schemas.openxmlformats.org/officeDocument/2006/relationships" id="312" r:id="R55d366f5048645c0"/>
    <p:sldId xmlns:r="http://schemas.openxmlformats.org/officeDocument/2006/relationships" id="313" r:id="R24e193a2a6c14353"/>
    <p:sldId xmlns:r="http://schemas.openxmlformats.org/officeDocument/2006/relationships" id="314" r:id="Rda8dc280069544f1"/>
    <p:sldId xmlns:r="http://schemas.openxmlformats.org/officeDocument/2006/relationships" id="315" r:id="R0416dbdc77f9484d"/>
    <p:sldId xmlns:r="http://schemas.openxmlformats.org/officeDocument/2006/relationships" id="316" r:id="R9508cf106f8a4657"/>
    <p:sldId xmlns:r="http://schemas.openxmlformats.org/officeDocument/2006/relationships" id="317" r:id="R6f05a397bed1479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928f11d62ea4361" /><Relationship Type="http://schemas.openxmlformats.org/officeDocument/2006/relationships/slideMaster" Target="/ppt/slideMasters/slideMaster1.xml" Id="Ra171ae86e59f4a98" /><Relationship Type="http://schemas.openxmlformats.org/officeDocument/2006/relationships/notesMaster" Target="/ppt/notesMasters/notesMaster1.xml" Id="R9b07c23e65be4e15" /><Relationship Type="http://schemas.openxmlformats.org/officeDocument/2006/relationships/presProps" Target="/ppt/presProps.xml" Id="R1df6f4938fbb4dc5" /><Relationship Type="http://schemas.openxmlformats.org/officeDocument/2006/relationships/tableStyles" Target="/ppt/tableStyles.xml" Id="Rb167678b87af4490" /><Relationship Type="http://schemas.openxmlformats.org/officeDocument/2006/relationships/slide" Target="/ppt/slides/slide1.xml" Id="Rb60d876407064860" /><Relationship Type="http://schemas.openxmlformats.org/officeDocument/2006/relationships/slide" Target="/ppt/slides/slide2.xml" Id="R2ff8753dfd7746ca" /><Relationship Type="http://schemas.openxmlformats.org/officeDocument/2006/relationships/slide" Target="/ppt/slides/slide3.xml" Id="R14c6fb262d484899" /><Relationship Type="http://schemas.openxmlformats.org/officeDocument/2006/relationships/slide" Target="/ppt/slides/slide4.xml" Id="Rec68c5aca349482f" /><Relationship Type="http://schemas.openxmlformats.org/officeDocument/2006/relationships/slide" Target="/ppt/slides/slide5.xml" Id="R674bf629483443e5" /><Relationship Type="http://schemas.openxmlformats.org/officeDocument/2006/relationships/slide" Target="/ppt/slides/slide6.xml" Id="R9b581b12d1374321" /><Relationship Type="http://schemas.openxmlformats.org/officeDocument/2006/relationships/slide" Target="/ppt/slides/slide7.xml" Id="Rff5f303de0874f6a" /><Relationship Type="http://schemas.openxmlformats.org/officeDocument/2006/relationships/slide" Target="/ppt/slides/slide8.xml" Id="Re8ea6987e81540c2" /><Relationship Type="http://schemas.openxmlformats.org/officeDocument/2006/relationships/slide" Target="/ppt/slides/slide9.xml" Id="R198cc6669d854d49" /><Relationship Type="http://schemas.openxmlformats.org/officeDocument/2006/relationships/slide" Target="/ppt/slides/slide10.xml" Id="R9c4403b687e3473f" /><Relationship Type="http://schemas.openxmlformats.org/officeDocument/2006/relationships/slide" Target="/ppt/slides/slide11.xml" Id="R85415c8ee3024f09" /><Relationship Type="http://schemas.openxmlformats.org/officeDocument/2006/relationships/slide" Target="/ppt/slides/slide12.xml" Id="R4724870c49484880" /><Relationship Type="http://schemas.openxmlformats.org/officeDocument/2006/relationships/slide" Target="/ppt/slides/slide13.xml" Id="Rd4ac11d6f19044d0" /><Relationship Type="http://schemas.openxmlformats.org/officeDocument/2006/relationships/slide" Target="/ppt/slides/slide14.xml" Id="Rcad66446b29d4a79" /><Relationship Type="http://schemas.openxmlformats.org/officeDocument/2006/relationships/slide" Target="/ppt/slides/slide15.xml" Id="R4192be39fa31464e" /><Relationship Type="http://schemas.openxmlformats.org/officeDocument/2006/relationships/slide" Target="/ppt/slides/slide16.xml" Id="R6c3cecdc52af4df0" /><Relationship Type="http://schemas.openxmlformats.org/officeDocument/2006/relationships/slide" Target="/ppt/slides/slide17.xml" Id="Ra525f52d73a944b6" /><Relationship Type="http://schemas.openxmlformats.org/officeDocument/2006/relationships/slide" Target="/ppt/slides/slide18.xml" Id="Rf1518f2515f24297" /><Relationship Type="http://schemas.openxmlformats.org/officeDocument/2006/relationships/slide" Target="/ppt/slides/slide19.xml" Id="Ra0ede386c8ef4063" /><Relationship Type="http://schemas.openxmlformats.org/officeDocument/2006/relationships/slide" Target="/ppt/slides/slide20.xml" Id="R9ebd15f859f24b43" /><Relationship Type="http://schemas.openxmlformats.org/officeDocument/2006/relationships/slide" Target="/ppt/slides/slide21.xml" Id="Rdb108ac3ea5549b9" /><Relationship Type="http://schemas.openxmlformats.org/officeDocument/2006/relationships/slide" Target="/ppt/slides/slide22.xml" Id="R446b41d895e940d6" /><Relationship Type="http://schemas.openxmlformats.org/officeDocument/2006/relationships/slide" Target="/ppt/slides/slide23.xml" Id="R872e049e726d4a4e" /><Relationship Type="http://schemas.openxmlformats.org/officeDocument/2006/relationships/slide" Target="/ppt/slides/slide24.xml" Id="R3723239e18af48ee" /><Relationship Type="http://schemas.openxmlformats.org/officeDocument/2006/relationships/slide" Target="/ppt/slides/slide25.xml" Id="R5444f9c19fba4bc5" /><Relationship Type="http://schemas.openxmlformats.org/officeDocument/2006/relationships/slide" Target="/ppt/slides/slide26.xml" Id="R155b50548df24a4d" /><Relationship Type="http://schemas.openxmlformats.org/officeDocument/2006/relationships/slide" Target="/ppt/slides/slide27.xml" Id="Rfa54805e162f426f" /><Relationship Type="http://schemas.openxmlformats.org/officeDocument/2006/relationships/slide" Target="/ppt/slides/slide28.xml" Id="Rea8ce361a4d64f28" /><Relationship Type="http://schemas.openxmlformats.org/officeDocument/2006/relationships/slide" Target="/ppt/slides/slide29.xml" Id="R4e9022bb605144e6" /><Relationship Type="http://schemas.openxmlformats.org/officeDocument/2006/relationships/slide" Target="/ppt/slides/slide30.xml" Id="R4520dd9e46b94bde" /><Relationship Type="http://schemas.openxmlformats.org/officeDocument/2006/relationships/slide" Target="/ppt/slides/slide31.xml" Id="R1845da8f2e03480b" /><Relationship Type="http://schemas.openxmlformats.org/officeDocument/2006/relationships/slide" Target="/ppt/slides/slide32.xml" Id="R43ff9c161ed045ff" /><Relationship Type="http://schemas.openxmlformats.org/officeDocument/2006/relationships/slide" Target="/ppt/slides/slide33.xml" Id="R19c67f4829314b03" /><Relationship Type="http://schemas.openxmlformats.org/officeDocument/2006/relationships/slide" Target="/ppt/slides/slide34.xml" Id="Rbb17d2e39d4d4846" /><Relationship Type="http://schemas.openxmlformats.org/officeDocument/2006/relationships/slide" Target="/ppt/slides/slide35.xml" Id="R837fda313f024ea9" /><Relationship Type="http://schemas.openxmlformats.org/officeDocument/2006/relationships/slide" Target="/ppt/slides/slide36.xml" Id="R6b14068a27a94d2d" /><Relationship Type="http://schemas.openxmlformats.org/officeDocument/2006/relationships/slide" Target="/ppt/slides/slide37.xml" Id="Rfe0719e5b7f04fc4" /><Relationship Type="http://schemas.openxmlformats.org/officeDocument/2006/relationships/slide" Target="/ppt/slides/slide38.xml" Id="Re3e4f93bca434ce4" /><Relationship Type="http://schemas.openxmlformats.org/officeDocument/2006/relationships/slide" Target="/ppt/slides/slide39.xml" Id="Ra8f2977e913342a4" /><Relationship Type="http://schemas.openxmlformats.org/officeDocument/2006/relationships/slide" Target="/ppt/slides/slide40.xml" Id="Rcab23a0843d24b8e" /><Relationship Type="http://schemas.openxmlformats.org/officeDocument/2006/relationships/slide" Target="/ppt/slides/slide41.xml" Id="R4f945c1edcea497e" /><Relationship Type="http://schemas.openxmlformats.org/officeDocument/2006/relationships/slide" Target="/ppt/slides/slide42.xml" Id="R5e899233a7de4132" /><Relationship Type="http://schemas.openxmlformats.org/officeDocument/2006/relationships/slide" Target="/ppt/slides/slide43.xml" Id="R279bc2956ceb4cb0" /><Relationship Type="http://schemas.openxmlformats.org/officeDocument/2006/relationships/slide" Target="/ppt/slides/slide44.xml" Id="R138e20ec0b734afb" /><Relationship Type="http://schemas.openxmlformats.org/officeDocument/2006/relationships/slide" Target="/ppt/slides/slide45.xml" Id="R69afac1a6afd4fdc" /><Relationship Type="http://schemas.openxmlformats.org/officeDocument/2006/relationships/slide" Target="/ppt/slides/slide46.xml" Id="Rc8e9c04bc914492e" /><Relationship Type="http://schemas.openxmlformats.org/officeDocument/2006/relationships/slide" Target="/ppt/slides/slide47.xml" Id="R10b8e710bc4e45ba" /><Relationship Type="http://schemas.openxmlformats.org/officeDocument/2006/relationships/slide" Target="/ppt/slides/slide48.xml" Id="R092686ac0a41495c" /><Relationship Type="http://schemas.openxmlformats.org/officeDocument/2006/relationships/slide" Target="/ppt/slides/slide49.xml" Id="R0aaaf73e10574a65" /><Relationship Type="http://schemas.openxmlformats.org/officeDocument/2006/relationships/slide" Target="/ppt/slides/slide50.xml" Id="Rd76f9639d4c64ffa" /><Relationship Type="http://schemas.openxmlformats.org/officeDocument/2006/relationships/slide" Target="/ppt/slides/slide51.xml" Id="R9a5c6102c20942dc" /><Relationship Type="http://schemas.openxmlformats.org/officeDocument/2006/relationships/slide" Target="/ppt/slides/slide52.xml" Id="R597f8fbb01124d91" /><Relationship Type="http://schemas.openxmlformats.org/officeDocument/2006/relationships/slide" Target="/ppt/slides/slide53.xml" Id="Rab0ef180132d49f6" /><Relationship Type="http://schemas.openxmlformats.org/officeDocument/2006/relationships/slide" Target="/ppt/slides/slide54.xml" Id="Rb6dce7c2d3864d04" /><Relationship Type="http://schemas.openxmlformats.org/officeDocument/2006/relationships/slide" Target="/ppt/slides/slide55.xml" Id="R34525eb4597d4b3b" /><Relationship Type="http://schemas.openxmlformats.org/officeDocument/2006/relationships/slide" Target="/ppt/slides/slide56.xml" Id="Rdaad42372c0048a8" /><Relationship Type="http://schemas.openxmlformats.org/officeDocument/2006/relationships/slide" Target="/ppt/slides/slide57.xml" Id="R55d366f5048645c0" /><Relationship Type="http://schemas.openxmlformats.org/officeDocument/2006/relationships/slide" Target="/ppt/slides/slide58.xml" Id="R24e193a2a6c14353" /><Relationship Type="http://schemas.openxmlformats.org/officeDocument/2006/relationships/slide" Target="/ppt/slides/slide59.xml" Id="Rda8dc280069544f1" /><Relationship Type="http://schemas.openxmlformats.org/officeDocument/2006/relationships/slide" Target="/ppt/slides/slide60.xml" Id="R0416dbdc77f9484d" /><Relationship Type="http://schemas.openxmlformats.org/officeDocument/2006/relationships/slide" Target="/ppt/slides/slide61.xml" Id="R9508cf106f8a4657" /><Relationship Type="http://schemas.openxmlformats.org/officeDocument/2006/relationships/slide" Target="/ppt/slides/slide62.xml" Id="R6f05a397bed147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9f53ec906b444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dd4adcb9404034" /><Relationship Type="http://schemas.openxmlformats.org/officeDocument/2006/relationships/notesMaster" Target="/ppt/notesMasters/notesMaster1.xml" Id="R3cb951d3566e48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6a7cb6d49b43ce" /><Relationship Type="http://schemas.openxmlformats.org/officeDocument/2006/relationships/notesMaster" Target="/ppt/notesMasters/notesMaster1.xml" Id="R5398b4eafc6b425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147978d1d254ad6" /><Relationship Type="http://schemas.openxmlformats.org/officeDocument/2006/relationships/notesMaster" Target="/ppt/notesMasters/notesMaster1.xml" Id="Rb72b0bdd8cae42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cbee65f5e04ebb" /><Relationship Type="http://schemas.openxmlformats.org/officeDocument/2006/relationships/notesMaster" Target="/ppt/notesMasters/notesMaster1.xml" Id="R210b80e3e3d149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5232c39ab8f4bf2" /><Relationship Type="http://schemas.openxmlformats.org/officeDocument/2006/relationships/notesMaster" Target="/ppt/notesMasters/notesMaster1.xml" Id="R4e7f143812c442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dafde24e38e4a02" /><Relationship Type="http://schemas.openxmlformats.org/officeDocument/2006/relationships/notesMaster" Target="/ppt/notesMasters/notesMaster1.xml" Id="R6645c3072da14f7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1c22cd03dab4e86" /><Relationship Type="http://schemas.openxmlformats.org/officeDocument/2006/relationships/notesMaster" Target="/ppt/notesMasters/notesMaster1.xml" Id="R004a74ce0b804bf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258398a56874b2a" /><Relationship Type="http://schemas.openxmlformats.org/officeDocument/2006/relationships/notesMaster" Target="/ppt/notesMasters/notesMaster1.xml" Id="R3e1ff15f22484f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fcb8a0eaae14fcd" /><Relationship Type="http://schemas.openxmlformats.org/officeDocument/2006/relationships/notesMaster" Target="/ppt/notesMasters/notesMaster1.xml" Id="R071dcaa7d48b4bc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8ce0c75705e4d1c" /><Relationship Type="http://schemas.openxmlformats.org/officeDocument/2006/relationships/notesMaster" Target="/ppt/notesMasters/notesMaster1.xml" Id="R4491b6d9ce33424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789b0ebcd2d4323" /><Relationship Type="http://schemas.openxmlformats.org/officeDocument/2006/relationships/notesMaster" Target="/ppt/notesMasters/notesMaster1.xml" Id="Rbcfa33d795b74c2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4da3f303ce541d7" /><Relationship Type="http://schemas.openxmlformats.org/officeDocument/2006/relationships/notesMaster" Target="/ppt/notesMasters/notesMaster1.xml" Id="Rd76c49d113ab48c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04125fc91994a25" /><Relationship Type="http://schemas.openxmlformats.org/officeDocument/2006/relationships/notesMaster" Target="/ppt/notesMasters/notesMaster1.xml" Id="Rb394e7e569374f1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578098ae8aa4c2b" /><Relationship Type="http://schemas.openxmlformats.org/officeDocument/2006/relationships/notesMaster" Target="/ppt/notesMasters/notesMaster1.xml" Id="R41810f3c3cf8432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afae4259b55418c" /><Relationship Type="http://schemas.openxmlformats.org/officeDocument/2006/relationships/notesMaster" Target="/ppt/notesMasters/notesMaster1.xml" Id="Rc5e9097d95b34e6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c2b944870884cf0" /><Relationship Type="http://schemas.openxmlformats.org/officeDocument/2006/relationships/notesMaster" Target="/ppt/notesMasters/notesMaster1.xml" Id="R001e3969d6f849a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cc2433ea9b94539" /><Relationship Type="http://schemas.openxmlformats.org/officeDocument/2006/relationships/notesMaster" Target="/ppt/notesMasters/notesMaster1.xml" Id="R0bd2b977f5da4cc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4112794b7b84a10" /><Relationship Type="http://schemas.openxmlformats.org/officeDocument/2006/relationships/notesMaster" Target="/ppt/notesMasters/notesMaster1.xml" Id="R13f88e80806949d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64f0e2127b7473d" /><Relationship Type="http://schemas.openxmlformats.org/officeDocument/2006/relationships/notesMaster" Target="/ppt/notesMasters/notesMaster1.xml" Id="R2446a36e0f5d434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8ba09ab92284ae4" /><Relationship Type="http://schemas.openxmlformats.org/officeDocument/2006/relationships/notesMaster" Target="/ppt/notesMasters/notesMaster1.xml" Id="R42b1233cc451490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659602317854158" /><Relationship Type="http://schemas.openxmlformats.org/officeDocument/2006/relationships/notesMaster" Target="/ppt/notesMasters/notesMaster1.xml" Id="Rab5ad09a28c74b0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22c0e37e4784789" /><Relationship Type="http://schemas.openxmlformats.org/officeDocument/2006/relationships/notesMaster" Target="/ppt/notesMasters/notesMaster1.xml" Id="R4dfc072a556647d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ceb7c54e9f14248" /><Relationship Type="http://schemas.openxmlformats.org/officeDocument/2006/relationships/notesMaster" Target="/ppt/notesMasters/notesMaster1.xml" Id="R51239070f555476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ba2f4e2ea0d43e6" /><Relationship Type="http://schemas.openxmlformats.org/officeDocument/2006/relationships/notesMaster" Target="/ppt/notesMasters/notesMaster1.xml" Id="R3de48ac153ef482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84a036ad1ab4e4b" /><Relationship Type="http://schemas.openxmlformats.org/officeDocument/2006/relationships/notesMaster" Target="/ppt/notesMasters/notesMaster1.xml" Id="R7b38b2227835476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4f8c0bee3ef4e61" /><Relationship Type="http://schemas.openxmlformats.org/officeDocument/2006/relationships/notesMaster" Target="/ppt/notesMasters/notesMaster1.xml" Id="R3bfe35a135fd495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10b957c28f94d26" /><Relationship Type="http://schemas.openxmlformats.org/officeDocument/2006/relationships/notesMaster" Target="/ppt/notesMasters/notesMaster1.xml" Id="Rfbd8b2e841ba465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72cec68d172456e" /><Relationship Type="http://schemas.openxmlformats.org/officeDocument/2006/relationships/notesMaster" Target="/ppt/notesMasters/notesMaster1.xml" Id="Rf1bf5a3e264f498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3559bf511374186" /><Relationship Type="http://schemas.openxmlformats.org/officeDocument/2006/relationships/notesMaster" Target="/ppt/notesMasters/notesMaster1.xml" Id="R709aea61b35c479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93a374ad98e4057" /><Relationship Type="http://schemas.openxmlformats.org/officeDocument/2006/relationships/notesMaster" Target="/ppt/notesMasters/notesMaster1.xml" Id="R4fe515e004d44e0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f89dbccd3474e56" /><Relationship Type="http://schemas.openxmlformats.org/officeDocument/2006/relationships/notesMaster" Target="/ppt/notesMasters/notesMaster1.xml" Id="R264911f60a8e4cc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cc319434df14822" /><Relationship Type="http://schemas.openxmlformats.org/officeDocument/2006/relationships/notesMaster" Target="/ppt/notesMasters/notesMaster1.xml" Id="Rcffbcd46880c49e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4f7ae3b03bc48f5" /><Relationship Type="http://schemas.openxmlformats.org/officeDocument/2006/relationships/notesMaster" Target="/ppt/notesMasters/notesMaster1.xml" Id="Rbe79af7e82614d9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e545aecd54b4d01" /><Relationship Type="http://schemas.openxmlformats.org/officeDocument/2006/relationships/notesMaster" Target="/ppt/notesMasters/notesMaster1.xml" Id="R21b52c8f3b8a4d8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714cbc5de7545bd" /><Relationship Type="http://schemas.openxmlformats.org/officeDocument/2006/relationships/notesMaster" Target="/ppt/notesMasters/notesMaster1.xml" Id="R889fd197e7984fb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ab35eb5bbb5430c" /><Relationship Type="http://schemas.openxmlformats.org/officeDocument/2006/relationships/notesMaster" Target="/ppt/notesMasters/notesMaster1.xml" Id="Rb66927b13d524211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220d692960247d1" /><Relationship Type="http://schemas.openxmlformats.org/officeDocument/2006/relationships/notesMaster" Target="/ppt/notesMasters/notesMaster1.xml" Id="R4e2ca80ac26344a4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3a8fe73d1a34ede" /><Relationship Type="http://schemas.openxmlformats.org/officeDocument/2006/relationships/notesMaster" Target="/ppt/notesMasters/notesMaster1.xml" Id="R23c16cd9d9624f8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9d75aafefcb84b30" /><Relationship Type="http://schemas.openxmlformats.org/officeDocument/2006/relationships/notesMaster" Target="/ppt/notesMasters/notesMaster1.xml" Id="Rab30126469464564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c70c1deaef84619" /><Relationship Type="http://schemas.openxmlformats.org/officeDocument/2006/relationships/notesMaster" Target="/ppt/notesMasters/notesMaster1.xml" Id="R04b6f76e6f244434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afd894990304699" /><Relationship Type="http://schemas.openxmlformats.org/officeDocument/2006/relationships/notesMaster" Target="/ppt/notesMasters/notesMaster1.xml" Id="R274a2fdee2a7471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fbce713b82c44fe8" /><Relationship Type="http://schemas.openxmlformats.org/officeDocument/2006/relationships/notesMaster" Target="/ppt/notesMasters/notesMaster1.xml" Id="Rc8439d2030e74a84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1e4dd1b547034a5b" /><Relationship Type="http://schemas.openxmlformats.org/officeDocument/2006/relationships/notesMaster" Target="/ppt/notesMasters/notesMaster1.xml" Id="R6edc7a36a84e4a2c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5ae91db4ef04499a" /><Relationship Type="http://schemas.openxmlformats.org/officeDocument/2006/relationships/notesMaster" Target="/ppt/notesMasters/notesMaster1.xml" Id="R728383ee24f64257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d78afacd05484a05" /><Relationship Type="http://schemas.openxmlformats.org/officeDocument/2006/relationships/notesMaster" Target="/ppt/notesMasters/notesMaster1.xml" Id="R24c8e1b7ab4c4cfb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c07706730a25428e" /><Relationship Type="http://schemas.openxmlformats.org/officeDocument/2006/relationships/notesMaster" Target="/ppt/notesMasters/notesMaster1.xml" Id="R38eff8bbe85345b4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fd15f2f64de94b8c" /><Relationship Type="http://schemas.openxmlformats.org/officeDocument/2006/relationships/notesMaster" Target="/ppt/notesMasters/notesMaster1.xml" Id="Rcfe8d66e0ea547ca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25e04bb3382f47ed" /><Relationship Type="http://schemas.openxmlformats.org/officeDocument/2006/relationships/notesMaster" Target="/ppt/notesMasters/notesMaster1.xml" Id="Rea8c96783c8a40af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2b4074f7cf8f471f" /><Relationship Type="http://schemas.openxmlformats.org/officeDocument/2006/relationships/notesMaster" Target="/ppt/notesMasters/notesMaster1.xml" Id="R8d878c7b99a74c95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46a7dede04ca47f8" /><Relationship Type="http://schemas.openxmlformats.org/officeDocument/2006/relationships/notesMaster" Target="/ppt/notesMasters/notesMaster1.xml" Id="Rcb6572bef099471a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e282f472297b495f" /><Relationship Type="http://schemas.openxmlformats.org/officeDocument/2006/relationships/notesMaster" Target="/ppt/notesMasters/notesMaster1.xml" Id="Ra016beff17104f8a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c9991448b9a44def" /><Relationship Type="http://schemas.openxmlformats.org/officeDocument/2006/relationships/notesMaster" Target="/ppt/notesMasters/notesMaster1.xml" Id="R2f1276c4814d4968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9c21ff16f3624eef" /><Relationship Type="http://schemas.openxmlformats.org/officeDocument/2006/relationships/notesMaster" Target="/ppt/notesMasters/notesMaster1.xml" Id="R58432db38d0449da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a063724da91949c1" /><Relationship Type="http://schemas.openxmlformats.org/officeDocument/2006/relationships/notesMaster" Target="/ppt/notesMasters/notesMaster1.xml" Id="R025520768b7940d6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ddf2e967a4294f55" /><Relationship Type="http://schemas.openxmlformats.org/officeDocument/2006/relationships/notesMaster" Target="/ppt/notesMasters/notesMaster1.xml" Id="R95f546b92a9345b7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a7500ee6af1a4d8f" /><Relationship Type="http://schemas.openxmlformats.org/officeDocument/2006/relationships/notesMaster" Target="/ppt/notesMasters/notesMaster1.xml" Id="Ra0c9a3eb44384ab0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27962df3266843fd" /><Relationship Type="http://schemas.openxmlformats.org/officeDocument/2006/relationships/notesMaster" Target="/ppt/notesMasters/notesMaster1.xml" Id="R5673b0b05b084054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9dd0a26d8fac442f" /><Relationship Type="http://schemas.openxmlformats.org/officeDocument/2006/relationships/notesMaster" Target="/ppt/notesMasters/notesMaster1.xml" Id="R5b93fcc19c9940de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b3d2b1854fe04c31" /><Relationship Type="http://schemas.openxmlformats.org/officeDocument/2006/relationships/notesMaster" Target="/ppt/notesMasters/notesMaster1.xml" Id="Rbacaf9b2019b4e54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f883660c67944b2f" /><Relationship Type="http://schemas.openxmlformats.org/officeDocument/2006/relationships/notesMaster" Target="/ppt/notesMasters/notesMaster1.xml" Id="R06e389b2f6bd4b04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259cc5d327c74524" /><Relationship Type="http://schemas.openxmlformats.org/officeDocument/2006/relationships/notesMaster" Target="/ppt/notesMasters/notesMaster1.xml" Id="Ra91636e02c9f4776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dd07ae2b52f24203" /><Relationship Type="http://schemas.openxmlformats.org/officeDocument/2006/relationships/notesMaster" Target="/ppt/notesMasters/notesMaster1.xml" Id="R52bba9fd1ffc41e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先问谁已经在本机运行过 Hello World。说明今天会反复经历预测、运行、解释、修改。完整代码在 Examples，投影只显示当前讨论部分。</a:t>
            </a:r>
          </a:p>
          <a:p xmlns:a="http://schemas.openxmlformats.org/drawingml/2006/main">
            <a:r>
              <a:t>建议用时：1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请一位同学口述 Python 解法，不要求语法。把输入、存储、循环、分支写在白板上，后面逐步收回来。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先运行一次，再指头文件、main、花括号、分号。return 0 是退出状态，不会被打印。后续幻灯片省略未变化的外壳，运行时仍打开完整文件。</a:t>
            </a:r>
          </a:p>
          <a:p xmlns:a="http://schemas.openxmlformats.org/drawingml/2006/main">
            <a:r>
              <a:t>完整演示：CPP-Classroom/示例/L1_C01_D01.cpp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逐项比较变量声明、条件括号、花括号和分号。让学生指出缩进仍然重要，但缩进本身不定义 C++ 块。不要把 main 的外壳理解为每行都要背的魔法。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逐行追踪 score 从85到90。再将 bonus 的输出放在块外制造诊断。区分名字能否使用的作用域与对象何时存在的生命周期，当前简单局部变量两者同步结束。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停留至少十秒收集答案，再在完整示例中删掉分号运行。编译失败，当前源码不会执行。指向第一条诊断，修复后再运行。不要展示整屏错误列表。</a:t>
            </a:r>
          </a:p>
          <a:p xmlns:a="http://schemas.openxmlformats.org/drawingml/2006/main">
            <a:r>
              <a:t>完整演示：CPP-Classroom/示例/L1_C01_D01.cpp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现场演示缺分号导致诊断指向下一行的情况。说明报错位置是编译器发现问题的位置，不一定就是最初错误位置。让学生主动读一条诊断。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解释 namespace 的目的是区分同名对象。现场只使用 std::，using 作为识读。旧稿命名冲突可在演示文件中看，不在此引入头文件拆分。</a:t>
            </a:r>
          </a:p>
          <a:p xmlns:a="http://schemas.openxmlformats.org/drawingml/2006/main">
            <a:r>
              <a:t>完整演示：CPP-Classroom/示例/L1_C02_D01.cpp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先让学生说出 score=85。指出字符串引号不输出，变量输出其值。换行通常用 \n，endl 还会刷新流，这里只口头补充。</a:t>
            </a:r>
          </a:p>
          <a:p xmlns:a="http://schemas.openxmlformats.org/drawingml/2006/main">
            <a:r>
              <a:t>完整演示：CPP-Classroom/示例/L1_C02_D02.cpp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用这一页交代接下来的问题。让学员把注意力从上一段代码转过来。</a:t>
            </a:r>
          </a:p>
          <a:p xmlns:a="http://schemas.openxmlformats.org/drawingml/2006/main">
            <a:r>
              <a:t>建议用时：1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逐行问这份数据适合表达什么。string 需要 string 头文件。强调 char 单引号、字符串双引号。bool 通常输出 0 或 1，boolalpha 可显示 true/false。</a:t>
            </a:r>
          </a:p>
          <a:p xmlns:a="http://schemas.openxmlformats.org/drawingml/2006/main">
            <a:r>
              <a:t>完整演示：CPP-Classroom/示例/L1_C03_D02.cpp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truncated 为3。比较初始化与赋值，再解释显式转换表示意图，不保证没有信息损失。用-3.5检验转换向零截断。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常见机器 int4字节、double8字节，但不作为语言保证。提醒有符号整数溢出不能依赖回绕。先理解选类型，再查 numeric_limits，不投影位宽表。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预填 8 4，输出 4。改为两行仍为 4。空格和换行都可分隔这两个整数。再试 8,4，指出逗号不会自动成为分隔符，第二次提取会失败。</a:t>
            </a:r>
          </a:p>
          <a:p xmlns:a="http://schemas.openxmlformats.org/drawingml/2006/main">
            <a:r>
              <a:t>完整演示：CPP-Classroom/示例/L1_C03_D01.cpp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先运行两个词的例子，再改成 std::getline(std::cin,line)。说明混用数值提取和 getline 时前一次换行可能残留，需要正确处理，例如 std::ws，但它也会跳过行首空白。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把这段放在 main 中演示。先让学生用自然语言解释：如果没读到整数就退出。if 与逻辑非的细节稍后展开。失败时不要继续把 score 当有效成绩。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学员从 Hello World 外壳改起。需要 iostream 与 string。巡视时优先检查提取顺序和引号。两分钟后请一位同学解释每个变量的类型，再现场运行。不要先展示答案。</a:t>
            </a:r>
          </a:p>
          <a:p xmlns:a="http://schemas.openxmlformats.org/drawingml/2006/main">
            <a:r>
              <a:t>建议用时：5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学生完成后才翻此页。让一位同学解释冒号为什么带单引号。输入交换顺序会怎样？名字有空格时接口是否仍满足要求？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用这一页交代接下来的问题。让学员把注意力从上一段代码转过来。</a:t>
            </a:r>
          </a:p>
          <a:p xmlns:a="http://schemas.openxmlformats.org/drawingml/2006/main">
            <a:r>
              <a:t>建议用时：1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按顺序收集 1、1.5、1。整数相除向零截断，% 是整数余数。本页只用正数，口头补充负数也按向零截断。</a:t>
            </a:r>
          </a:p>
          <a:p xmlns:a="http://schemas.openxmlformats.org/drawingml/2006/main">
            <a:r>
              <a:t>完整演示：CPP-Classroom/示例/L1_C04_D01.cpp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在白板上先写 a/b 的 int 结果 1，再写转换成 double。改为转换 a 后，除法先获得浮点操作数。补问 static_cast&lt;double&gt;(a/b) 能否补救，答案不能。</a:t>
            </a:r>
          </a:p>
          <a:p xmlns:a="http://schemas.openxmlformats.org/drawingml/2006/main">
            <a:r>
              <a:t>完整演示：CPP-Classroom/示例/L1_C04_D01.cpp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白板分别圈出括号内表达式。最后一行数值为double的1，默认输出可能显示1而不是1.0，区分数值与显示格式。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请学生说出 x 最后为 3，输出为 1 和 0。特别提示 if(x=3) 常能编译但改变了 x，编译通过不等于语义正确。</a:t>
            </a:r>
          </a:p>
          <a:p xmlns:a="http://schemas.openxmlformats.org/drawingml/2006/main">
            <a:r>
              <a:t>完整演示：CPP-Classroom/示例/L1_C04_D02.cpp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此处假定 score 与 total 为 double。&amp;&amp; 左假则不计算右侧；|| 左真则不计算右侧，! 取反。让学员说出把两个条件反过来为什么不安全。</a:t>
            </a:r>
          </a:p>
          <a:p xmlns:a="http://schemas.openxmlformats.org/drawingml/2006/main">
            <a:r>
              <a:t>完整演示：CPP-Classroom/示例/L1_C04_D03.cpp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让学生代入-1、0、100、101。再对照 score&gt;=0 &amp;&amp; score&lt;=100。逻辑关系与短路求值是两个层次，都需要解释。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逐行停住，得到 4、6、18。这里 ++ 不放进复杂表达式。cmath 中 sqrt、abs 等作为口头识读，不在投影罗列函数手册。</a:t>
            </a:r>
          </a:p>
          <a:p xmlns:a="http://schemas.openxmlformats.org/drawingml/2006/main">
            <a:r>
              <a:t>完整演示：CPP-Classroom/示例/L1_C04_D04.cpp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把每个表达式放进 cout 中运行。解释 floor 和 ceil 是向下/向上取整的浮点结果，不等于 int 转换。-2.8 的 floor 是-3，向零转换为-2。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只打印 A。对比两个独立 if 会同时满足两个条件。演示 95、60、59，解释为什么先测较高阈值。</a:t>
            </a:r>
          </a:p>
          <a:p xmlns:a="http://schemas.openxmlformats.org/drawingml/2006/main">
            <a:r>
              <a:t>完整演示：CPP-Classroom/示例/L1_C05_D01.cpp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让学生把条件顺序交换成先&gt;=60，预测95被分到pass。逐个样例手算再运行。题面若要求输入合法范围，还需单独检查0..100。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提示需要 iomanip，使用 fixed 与 setprecision(1)。让同学先算 59 60 60 的期望 59.7，不能 pass。再试 60 60 60。平均分比较应使用未格式化数值。</a:t>
            </a:r>
          </a:p>
          <a:p xmlns:a="http://schemas.openxmlformats.org/drawingml/2006/main">
            <a:r>
              <a:t>建议用时：7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需要iostream和iomanip。输入59 60 60时约59.6667，显示59.7且不通过。不要用已四舍五入的显示文本来判断是否通过。fixed与精度设置会继续影响流的后续浮点输出。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休息前确认学生保存代码。根据前半段问题记录，回来时用一两个样例回收最常见误解。</a:t>
            </a:r>
          </a:p>
          <a:p xmlns:a="http://schemas.openxmlformats.org/drawingml/2006/main">
            <a:r>
              <a:t>建议用时：10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用这一页交代接下来的问题。让学员把注意力从上一段代码转过来。</a:t>
            </a:r>
          </a:p>
          <a:p xmlns:a="http://schemas.openxmlformats.org/drawingml/2006/main">
            <a:r>
              <a:t>建议用时：1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白板追踪 i/sum：1/1、2/3、3/6，下一次 i=4 条件失败。不要把 ++i 讲成循环体之前执行。</a:t>
            </a:r>
          </a:p>
          <a:p xmlns:a="http://schemas.openxmlformats.org/drawingml/2006/main">
            <a:r>
              <a:t>完整演示：CPP-Classroom/示例/L1_C05_D02.cpp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每一行追问：这次判断前i怎样得到，sum为何累加或不变。用白板或调试器逐步运行，避免学员只记住最后6。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答案会多出 3，循环从三次变四次。提前连接到数组下标边界，半开区间 [0,3) 包含三个值。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追踪0..4。continue后仍执行for的更新表达式；break直接退出。学生将两个条件交换再预测是否变化，讨论为什么复杂循环要谨慎阅读。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画在白板上即可，不把整份内存讲义投影。输出 94 和 0。scores[5] 越界是未定义行为，不保证报错，不现场以一次运行结果推断规则。</a:t>
            </a:r>
          </a:p>
          <a:p xmlns:a="http://schemas.openxmlformats.org/drawingml/2006/main">
            <a:r>
              <a:t>完整演示：CPP-Classroom/示例/L1_C06_D01.cpp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明确讨论main中的自动局部数组，不泛化到全局/静态数组。不要运行并依赖c出现的随机输出。说明显式零初始化建立可预测的起点。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需要 array 头文件。对比 int a[3] 与 std::array 的赋值能力，拷贝后是独立对象。不要引入动态内存。</a:t>
            </a:r>
          </a:p>
          <a:p xmlns:a="http://schemas.openxmlformats.org/drawingml/2006/main">
            <a:r>
              <a:t>完整演示：CPP-Classroom/示例/L1_C06_D02.cpp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逐个指明a和b拥有不同元素。把这个结论与接下来范围for的副本连接，不把底层存储布局当作本页目标。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先投票，再运行，仍是 60。每次 score 是元素的副本。下一页只改变一个符号来形成清晰对比。</a:t>
            </a:r>
          </a:p>
          <a:p xmlns:a="http://schemas.openxmlformats.org/drawingml/2006/main">
            <a:r>
              <a:t>完整演示：CPP-Classroom/示例/L1_C06_D03.cpp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这里只建立别名直觉，引用与指针的系统解释留第二课。再展示只读遍历 const int&amp;，说明它借用而不修改。</a:t>
            </a:r>
          </a:p>
          <a:p xmlns:a="http://schemas.openxmlformats.org/drawingml/2006/main">
            <a:r>
              <a:t>完整演示：CPP-Classroom/示例/L1_C06_D03.cpp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这里是语法对照，各行仍需要循环体。让学生各给一个场景：算总分、加奖励、只读较大对象。基本int复制成本很低，不把引用说成永远更好。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应得到 3 人、总分 291。要求学生解释计数与累加的初始值、比较边界、浮点除法。提前完成者改成从输入读五项，或尝试空数据接口的防护作为讨论。</a:t>
            </a:r>
          </a:p>
          <a:p xmlns:a="http://schemas.openxmlformats.org/drawingml/2006/main">
            <a:r>
              <a:t>建议用时：7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本例scores固定有5项。讨论若设计允许空容器，就必须先处理size为0。先让学生解释为何两个累加器都从0开始，再展示参考写法。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让两位同学各解释一题，确认类型与副本概念。 用学生自己的代码解释，而不是只报结论。</a:t>
            </a:r>
          </a:p>
          <a:p xmlns:a="http://schemas.openxmlformats.org/drawingml/2006/main">
            <a:r>
              <a:t>建议用时：5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用这一页交代接下来的问题。让学员把注意力从上一段代码转过来。</a:t>
            </a:r>
          </a:p>
          <a:p xmlns:a="http://schemas.openxmlformats.org/drawingml/2006/main">
            <a:r>
              <a:t>建议用时：1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有效字符位置为 0..size()-1。本课程只使用 ASCII 名字，不把字节位置误讲成任意中文字符位置。at 可检查边界并抛异常，作为口头补充。</a:t>
            </a:r>
          </a:p>
          <a:p xmlns:a="http://schemas.openxmlformats.org/drawingml/2006/main">
            <a:r>
              <a:t>完整演示：CPP-Classroom/示例/L1_C07_D01.cpp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数出 soyo 为 0..3，逗号是 4，anon 从 5 开始。不要让学生靠目测记一个数，要解释为什么有逗号位置。</a:t>
            </a:r>
          </a:p>
          <a:p xmlns:a="http://schemas.openxmlformats.org/drawingml/2006/main">
            <a:r>
              <a:t>完整演示：CPP-Classroom/示例/L1_C07_D02.cpp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再问 find("soyo") 为 0，用 if(pos) 会被当 false。未找到则为 npos，比较后才使用位置。</a:t>
            </a:r>
          </a:p>
          <a:p xmlns:a="http://schemas.openxmlformats.org/drawingml/2006/main">
            <a:r>
              <a:t>完整演示：CPP-Classroom/示例/L1_C07_D02.cpp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此页是结果对照，不是可直接运行的函数调用。回到完整表达式members.find验证。问if(pos)对哪几类样例产生错误。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 是删除字符数，不是结束下标。先等长替换，再现场换成 tomori，观察后续下标移动。不在主屏放一整套字符串 API。</a:t>
            </a:r>
          </a:p>
          <a:p xmlns:a="http://schemas.openxmlformats.org/drawingml/2006/main">
            <a:r>
              <a:t>完整演示：CPP-Classroom/示例/L1_C07_D03.cpp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 soyo,anon,taki 开始逐行运行。erase(0,5) 删除 rana,。clear 清空全部。指出位置按当前字符串算，不沿用修改前的下标。</a:t>
            </a:r>
          </a:p>
          <a:p xmlns:a="http://schemas.openxmlformats.org/drawingml/2006/main">
            <a:r>
              <a:t>完整演示：CPP-Classroom/示例/L1_C07_D04.cpp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对应上一页三行调用。学生标出被删的5个字符rana,。再问只删4个会留下什么：开头多一个逗号。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要求两次运行：有 anon、无 anon。再问目标出现在位置 0 时是否仍工作。期望 soyo,tomori,taki。强调不直接硬编码位置 5。</a:t>
            </a:r>
          </a:p>
          <a:p xmlns:a="http://schemas.openxmlformats.org/drawingml/2006/main">
            <a:r>
              <a:t>建议用时：6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用这一页交代接下来的问题。让学员把注意力从上一段代码转过来。</a:t>
            </a:r>
          </a:p>
          <a:p xmlns:a="http://schemas.openxmlformats.org/drawingml/2006/main">
            <a:r>
              <a:t>建议用时：1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连接第二课 Band。不要把 struct 和 class 讲成两套不相关机制，默认访问权限不同。完整讲义的记录还含 bass，本页只显示两个字段以聚焦。</a:t>
            </a:r>
          </a:p>
          <a:p xmlns:a="http://schemas.openxmlformats.org/drawingml/2006/main">
            <a:r>
              <a:t>完整演示：CPP-Classroom/示例/L1_C08_D01.cpp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沿用本课投影的两个字段最小记录。b.guitar仍是anon。把类型比作结构约定即可，不引入继承。下一课会把操作也放进类。</a:t>
            </a:r>
          </a:p>
          <a:p xmlns:a="http://schemas.openxmlformats.org/drawingml/2006/main">
            <a:r>
              <a:t>建议用时：2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输入 94 87 50，期望平均 77.0、及格 2。让学生自行组合刚学的输入、循环、类型转换、条件、格式。验收时要求解释一个边界，不只看输出。</a:t>
            </a:r>
          </a:p>
          <a:p xmlns:a="http://schemas.openxmlformats.org/drawingml/2006/main">
            <a:r>
              <a:t>建议用时：10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让学生互换测试样例并说出错误定位理由。将变量值临时输出用于定位，修复后删除调试输出。最后回到开场的Python口述解法，对照已经完成的各部分。</a:t>
            </a:r>
          </a:p>
          <a:p xmlns:a="http://schemas.openxmlformats.org/drawingml/2006/main">
            <a:r>
              <a:t>建议用时：4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引导回答 main、输入、类型、条件、循环边界。课后完成 Assessment-01 必做，挑战单独说明。完整资料见讲义与例题索引，不在放映中翻答案。</a:t>
            </a:r>
          </a:p>
          <a:p xmlns:a="http://schemas.openxmlformats.org/drawingml/2006/main">
            <a:r>
              <a:t>建议用时：3 分钟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0363dedc0b46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7eeed4bf03421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cb0a4fce86420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6b751545d2401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2c11fe7df64a7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f5a382335c495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C914E1-7F79-4CDC-8CEA-07C0961A50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B828671-FBA6-436F-B57E-91DB9CBA4D2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18861DD-B3AC-41F4-AFEB-2C6126220D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7A307A2-B70A-4A68-AD29-5EE63A9863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F47D3B9-2A76-4BE4-8907-7EFADE80D2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22DC540-AC1F-4765-9D8E-14E9534F8A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4F25E3-B36D-46FC-8EF1-C9CAFB3534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202B627-8BC3-4604-9CD6-F37AF0C9B79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AAF8739-806A-4CFF-8A3C-4BE757823D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CD81F77-33C9-42F9-B2B1-3844A022FB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44e73b8dd84d57" /><Relationship Type="http://schemas.openxmlformats.org/officeDocument/2006/relationships/slideLayout" Target="/ppt/slideLayouts/slideLayout1.xml" Id="R01d6bfd4fb164cb6" /><Relationship Type="http://schemas.openxmlformats.org/officeDocument/2006/relationships/slideLayout" Target="/ppt/slideLayouts/slideLayout2.xml" Id="Ra48ffc9005f74270" /><Relationship Type="http://schemas.openxmlformats.org/officeDocument/2006/relationships/slideLayout" Target="/ppt/slideLayouts/slideLayout3.xml" Id="R404d15ee154e428e" /><Relationship Type="http://schemas.openxmlformats.org/officeDocument/2006/relationships/slideLayout" Target="/ppt/slideLayouts/slideLayout4.xml" Id="Rb4ce431f06814206" /><Relationship Type="http://schemas.openxmlformats.org/officeDocument/2006/relationships/slideLayout" Target="/ppt/slideLayouts/slideLayout5.xml" Id="R69b954128e554050" /><Relationship Type="http://schemas.openxmlformats.org/officeDocument/2006/relationships/slideLayout" Target="/ppt/slideLayouts/slideLayout6.xml" Id="R3cbef36972e646b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d6bfd4fb164cb6"/>
    <p:sldLayoutId xmlns:r="http://schemas.openxmlformats.org/officeDocument/2006/relationships" id="2147483650" r:id="Ra48ffc9005f74270"/>
    <p:sldLayoutId xmlns:r="http://schemas.openxmlformats.org/officeDocument/2006/relationships" id="2147483651" r:id="R404d15ee154e428e"/>
    <p:sldLayoutId xmlns:r="http://schemas.openxmlformats.org/officeDocument/2006/relationships" id="2147483652" r:id="Rb4ce431f06814206"/>
    <p:sldLayoutId xmlns:r="http://schemas.openxmlformats.org/officeDocument/2006/relationships" id="2147483653" r:id="R69b954128e554050"/>
    <p:sldLayoutId xmlns:r="http://schemas.openxmlformats.org/officeDocument/2006/relationships" id="2147483654" r:id="R3cbef36972e646b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8c455a015b44e3" /><Relationship Type="http://schemas.openxmlformats.org/officeDocument/2006/relationships/notesSlide" Target="/ppt/notesSlides/notesSlide1.xml" Id="R6dd4f819581a4d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4034a4128a41e3" /><Relationship Type="http://schemas.openxmlformats.org/officeDocument/2006/relationships/notesSlide" Target="/ppt/notesSlides/notesSlide2.xml" Id="R60125dbf632f4a3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c6d65340c54784" /><Relationship Type="http://schemas.openxmlformats.org/officeDocument/2006/relationships/notesSlide" Target="/ppt/notesSlides/notesSlide3.xml" Id="Ra7efd0c70eb54e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d98157cb08423a" /><Relationship Type="http://schemas.openxmlformats.org/officeDocument/2006/relationships/notesSlide" Target="/ppt/notesSlides/notesSlide4.xml" Id="R410fd8158fdc4f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621ea9aff24242" /><Relationship Type="http://schemas.openxmlformats.org/officeDocument/2006/relationships/notesSlide" Target="/ppt/notesSlides/notesSlide5.xml" Id="R540348b75b4f4f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b4ad9e5b69406b" /><Relationship Type="http://schemas.openxmlformats.org/officeDocument/2006/relationships/notesSlide" Target="/ppt/notesSlides/notesSlide6.xml" Id="R671778fb452645b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5833895e364d78" /><Relationship Type="http://schemas.openxmlformats.org/officeDocument/2006/relationships/notesSlide" Target="/ppt/notesSlides/notesSlide7.xml" Id="Rc9bad70a4a80493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06592812254ee9" /><Relationship Type="http://schemas.openxmlformats.org/officeDocument/2006/relationships/notesSlide" Target="/ppt/notesSlides/notesSlide8.xml" Id="R3a3a6ac97f1f43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33860095994b68" /><Relationship Type="http://schemas.openxmlformats.org/officeDocument/2006/relationships/notesSlide" Target="/ppt/notesSlides/notesSlide9.xml" Id="R5edbdf5f2eae40b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75919a04db44cf" /><Relationship Type="http://schemas.openxmlformats.org/officeDocument/2006/relationships/notesSlide" Target="/ppt/notesSlides/notesSlide10.xml" Id="R7fa653f4913040b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34a0887f804b4f" /><Relationship Type="http://schemas.openxmlformats.org/officeDocument/2006/relationships/notesSlide" Target="/ppt/notesSlides/notesSlide11.xml" Id="R8ed14bda7e15496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c9317c6cf74865" /><Relationship Type="http://schemas.openxmlformats.org/officeDocument/2006/relationships/notesSlide" Target="/ppt/notesSlides/notesSlide12.xml" Id="R868d2cdb654d4a3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a43dc594834563" /><Relationship Type="http://schemas.openxmlformats.org/officeDocument/2006/relationships/notesSlide" Target="/ppt/notesSlides/notesSlide13.xml" Id="R99e69d2d00f040a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b61d74e13e47e4" /><Relationship Type="http://schemas.openxmlformats.org/officeDocument/2006/relationships/notesSlide" Target="/ppt/notesSlides/notesSlide14.xml" Id="R2215a9b2f44b4fc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5819f6e7874be7" /><Relationship Type="http://schemas.openxmlformats.org/officeDocument/2006/relationships/notesSlide" Target="/ppt/notesSlides/notesSlide15.xml" Id="R7942de02c119408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e9eeb371cb4849" /><Relationship Type="http://schemas.openxmlformats.org/officeDocument/2006/relationships/notesSlide" Target="/ppt/notesSlides/notesSlide16.xml" Id="Rc47f116f5531418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1c555162b2442e" /><Relationship Type="http://schemas.openxmlformats.org/officeDocument/2006/relationships/notesSlide" Target="/ppt/notesSlides/notesSlide17.xml" Id="Ree3b1d6102c548b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6982ec4acc4e2d" /><Relationship Type="http://schemas.openxmlformats.org/officeDocument/2006/relationships/notesSlide" Target="/ppt/notesSlides/notesSlide18.xml" Id="Rffc00d291137483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8250177f8a47ae" /><Relationship Type="http://schemas.openxmlformats.org/officeDocument/2006/relationships/notesSlide" Target="/ppt/notesSlides/notesSlide19.xml" Id="R7c34b2b36ffc487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7c65144dc64dd3" /><Relationship Type="http://schemas.openxmlformats.org/officeDocument/2006/relationships/notesSlide" Target="/ppt/notesSlides/notesSlide20.xml" Id="R740d4fcfc1ee48c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3744f5b26148bc" /><Relationship Type="http://schemas.openxmlformats.org/officeDocument/2006/relationships/notesSlide" Target="/ppt/notesSlides/notesSlide21.xml" Id="Rac97ae74e9ef469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e3c034773242f1" /><Relationship Type="http://schemas.openxmlformats.org/officeDocument/2006/relationships/notesSlide" Target="/ppt/notesSlides/notesSlide22.xml" Id="Rc4625d9c15a74c5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654a58fd354a9d" /><Relationship Type="http://schemas.openxmlformats.org/officeDocument/2006/relationships/notesSlide" Target="/ppt/notesSlides/notesSlide23.xml" Id="R44d51cd4a2ad4da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bae7221c564ab1" /><Relationship Type="http://schemas.openxmlformats.org/officeDocument/2006/relationships/notesSlide" Target="/ppt/notesSlides/notesSlide24.xml" Id="R3af3bd8a1fe4400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af83f0f97e4eba" /><Relationship Type="http://schemas.openxmlformats.org/officeDocument/2006/relationships/notesSlide" Target="/ppt/notesSlides/notesSlide25.xml" Id="R5625fd785b7845a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1fa01daedf4e08" /><Relationship Type="http://schemas.openxmlformats.org/officeDocument/2006/relationships/notesSlide" Target="/ppt/notesSlides/notesSlide26.xml" Id="R5c6a39165dcf42a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60cce1991f43c3" /><Relationship Type="http://schemas.openxmlformats.org/officeDocument/2006/relationships/notesSlide" Target="/ppt/notesSlides/notesSlide27.xml" Id="Rb828152b4c0a452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5f699205a548f9" /><Relationship Type="http://schemas.openxmlformats.org/officeDocument/2006/relationships/notesSlide" Target="/ppt/notesSlides/notesSlide28.xml" Id="Ra7a59c32d4604f5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caf1ac806f4c7d" /><Relationship Type="http://schemas.openxmlformats.org/officeDocument/2006/relationships/notesSlide" Target="/ppt/notesSlides/notesSlide29.xml" Id="R797c42cea6954c2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22cf0504654a87" /><Relationship Type="http://schemas.openxmlformats.org/officeDocument/2006/relationships/notesSlide" Target="/ppt/notesSlides/notesSlide30.xml" Id="R90150360fd8d4f4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2f10af47db463a" /><Relationship Type="http://schemas.openxmlformats.org/officeDocument/2006/relationships/notesSlide" Target="/ppt/notesSlides/notesSlide31.xml" Id="R01719cd2da7947d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37f82b513d4769" /><Relationship Type="http://schemas.openxmlformats.org/officeDocument/2006/relationships/notesSlide" Target="/ppt/notesSlides/notesSlide32.xml" Id="Rc47c1bb778634a9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a86890fcf3481f" /><Relationship Type="http://schemas.openxmlformats.org/officeDocument/2006/relationships/notesSlide" Target="/ppt/notesSlides/notesSlide33.xml" Id="Rb5b387530f4548a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1228f2f7fd4704" /><Relationship Type="http://schemas.openxmlformats.org/officeDocument/2006/relationships/notesSlide" Target="/ppt/notesSlides/notesSlide34.xml" Id="Re2c038763d05426a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6d4ccb1170482d" /><Relationship Type="http://schemas.openxmlformats.org/officeDocument/2006/relationships/notesSlide" Target="/ppt/notesSlides/notesSlide35.xml" Id="R41a52ac19bf64026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4f4e58023342a6" /><Relationship Type="http://schemas.openxmlformats.org/officeDocument/2006/relationships/notesSlide" Target="/ppt/notesSlides/notesSlide36.xml" Id="R1b7a5808dc2f43df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39ebe37fee442c" /><Relationship Type="http://schemas.openxmlformats.org/officeDocument/2006/relationships/notesSlide" Target="/ppt/notesSlides/notesSlide37.xml" Id="R2e1fe9eed9824957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1854918ddd4042" /><Relationship Type="http://schemas.openxmlformats.org/officeDocument/2006/relationships/notesSlide" Target="/ppt/notesSlides/notesSlide38.xml" Id="R311c2fa1324449c6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c7d431aa834d37" /><Relationship Type="http://schemas.openxmlformats.org/officeDocument/2006/relationships/notesSlide" Target="/ppt/notesSlides/notesSlide39.xml" Id="R1beb905908cf497d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c6e5552611471e" /><Relationship Type="http://schemas.openxmlformats.org/officeDocument/2006/relationships/notesSlide" Target="/ppt/notesSlides/notesSlide40.xml" Id="Rf9e7a2c38055453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acf6245724434c" /><Relationship Type="http://schemas.openxmlformats.org/officeDocument/2006/relationships/notesSlide" Target="/ppt/notesSlides/notesSlide41.xml" Id="Re02d998ac3fc4b1b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5aebbd17e74bc7" /><Relationship Type="http://schemas.openxmlformats.org/officeDocument/2006/relationships/notesSlide" Target="/ppt/notesSlides/notesSlide42.xml" Id="R9b75847c6938446c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7a75a7c9654382" /><Relationship Type="http://schemas.openxmlformats.org/officeDocument/2006/relationships/notesSlide" Target="/ppt/notesSlides/notesSlide43.xml" Id="R67b6e71824b34196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0e938ddc864cfe" /><Relationship Type="http://schemas.openxmlformats.org/officeDocument/2006/relationships/notesSlide" Target="/ppt/notesSlides/notesSlide44.xml" Id="R4acf1eb8107b4707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74584be62e4175" /><Relationship Type="http://schemas.openxmlformats.org/officeDocument/2006/relationships/notesSlide" Target="/ppt/notesSlides/notesSlide45.xml" Id="R0d5ed805c9e747f4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11405a9cb2422a" /><Relationship Type="http://schemas.openxmlformats.org/officeDocument/2006/relationships/notesSlide" Target="/ppt/notesSlides/notesSlide46.xml" Id="R9c03680317e144fd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acf2b6460b4fa7" /><Relationship Type="http://schemas.openxmlformats.org/officeDocument/2006/relationships/notesSlide" Target="/ppt/notesSlides/notesSlide47.xml" Id="Rec741e4e0f714a5b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f325c9a46642f4" /><Relationship Type="http://schemas.openxmlformats.org/officeDocument/2006/relationships/notesSlide" Target="/ppt/notesSlides/notesSlide48.xml" Id="Rcf3f4a726ce64760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a2389d80114d6b" /><Relationship Type="http://schemas.openxmlformats.org/officeDocument/2006/relationships/notesSlide" Target="/ppt/notesSlides/notesSlide49.xml" Id="R05dcf0eb69f8441e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8c59cb4e0b4c6b" /><Relationship Type="http://schemas.openxmlformats.org/officeDocument/2006/relationships/notesSlide" Target="/ppt/notesSlides/notesSlide50.xml" Id="R2db0c1f521464bcf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dc738e5e404ef9" /><Relationship Type="http://schemas.openxmlformats.org/officeDocument/2006/relationships/notesSlide" Target="/ppt/notesSlides/notesSlide51.xml" Id="Rb1c22ece137147f9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e7434aa61e47d0" /><Relationship Type="http://schemas.openxmlformats.org/officeDocument/2006/relationships/notesSlide" Target="/ppt/notesSlides/notesSlide52.xml" Id="Rec6de88f5dfb444c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1bd3c8e36d4d5d" /><Relationship Type="http://schemas.openxmlformats.org/officeDocument/2006/relationships/notesSlide" Target="/ppt/notesSlides/notesSlide53.xml" Id="R6b85a0946f76412a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a2e9bdfc644b8f" /><Relationship Type="http://schemas.openxmlformats.org/officeDocument/2006/relationships/notesSlide" Target="/ppt/notesSlides/notesSlide54.xml" Id="Ra0be42333c9f4b59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303bcf53904fa4" /><Relationship Type="http://schemas.openxmlformats.org/officeDocument/2006/relationships/notesSlide" Target="/ppt/notesSlides/notesSlide55.xml" Id="R134410b725764991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5798368dd6410b" /><Relationship Type="http://schemas.openxmlformats.org/officeDocument/2006/relationships/notesSlide" Target="/ppt/notesSlides/notesSlide56.xml" Id="R64dde44326364849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c5824da05240b5" /><Relationship Type="http://schemas.openxmlformats.org/officeDocument/2006/relationships/notesSlide" Target="/ppt/notesSlides/notesSlide57.xml" Id="Rb18835be211f4f71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39d18e69a94a7b" /><Relationship Type="http://schemas.openxmlformats.org/officeDocument/2006/relationships/notesSlide" Target="/ppt/notesSlides/notesSlide58.xml" Id="Rb701fc6406574f33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23007c792043c7" /><Relationship Type="http://schemas.openxmlformats.org/officeDocument/2006/relationships/notesSlide" Target="/ppt/notesSlides/notesSlide59.xml" Id="R2e36f2f0ffc043f0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63bf9887e345a9" /><Relationship Type="http://schemas.openxmlformats.org/officeDocument/2006/relationships/notesSlide" Target="/ppt/notesSlides/notesSlide60.xml" Id="R392b4918ed8e4b67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e7f2a77b1c4339" /><Relationship Type="http://schemas.openxmlformats.org/officeDocument/2006/relationships/notesSlide" Target="/ppt/notesSlides/notesSlide61.xml" Id="R41dae1a2cb6b4f1e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1e6b996e304831" /><Relationship Type="http://schemas.openxmlformats.org/officeDocument/2006/relationships/notesSlide" Target="/ppt/notesSlides/notesSlide62.xml" Id="R530f1e14441c471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brand">
            <a:extLst xmlns:a="http://schemas.openxmlformats.org/drawingml/2006/main">
              <a:ext uri="{FF2B5EF4-FFF2-40B4-BE49-F238E27FC236}">
                <a16:creationId xmlns:a16="http://schemas.microsoft.com/office/drawing/2014/main" id="{C941EA68-ED00-41FD-AD4C-2712CE4A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32428DCB-B3B7-4FFD-AF69-9AF827BC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1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4604FCCA-4565-4AAD-8B94-4E4982AE1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10668000" cy="902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C++ 基础语法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F91522CF-7285-4449-A52C-DD092191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104775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rPr>
              <a:t>第一课 / 让程序读入、判断、处理数据</a:t>
            </a:r>
          </a:p>
        </p:txBody>
      </p:sp>
    </p:spTree>
    <p:extLst>
      <p:ext uri="{BB962C8B-B14F-4D97-AF65-F5344CB8AC3E}">
        <p14:creationId xmlns:p14="http://schemas.microsoft.com/office/powerpoint/2010/main" val="6640045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61279B89-6213-4CA6-B93E-70725573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6B9633F-B61E-4CB9-8E5F-4BFBCD25F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20CE9210-8911-4D5A-9649-C2852235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今天要写出的程序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DD95A505-043D-4627-B9B2-D82A1E4A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输入：3 个分数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B4B4E122-A2F3-44E3-AF7D-7BC41607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105918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计算：总分与平均分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7C5B44B0-22C2-49AD-86BE-090AEC74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71800"/>
            <a:ext cx="105918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判断：是否达到 60 分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1FC5E68D-C8F1-4134-9D4C-A78AC9C7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43300"/>
            <a:ext cx="105918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输出：结果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7BFCC80B-1BCB-4F0A-A99C-AE039F85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你已经会用 Python 怎么写？</a:t>
            </a:r>
          </a:p>
        </p:txBody>
      </p:sp>
    </p:spTree>
    <p:extLst>
      <p:ext uri="{BB962C8B-B14F-4D97-AF65-F5344CB8AC3E}">
        <p14:creationId xmlns:p14="http://schemas.microsoft.com/office/powerpoint/2010/main" val="1904873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">
            <a:extLst xmlns:a="http://schemas.openxmlformats.org/drawingml/2006/main">
              <a:ext uri="{FF2B5EF4-FFF2-40B4-BE49-F238E27FC236}">
                <a16:creationId xmlns:a16="http://schemas.microsoft.com/office/drawing/2014/main" id="{16071F65-7BA7-4203-8236-EAEC5BB8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9DEEC32-91E8-46CA-9EE2-74E2BF31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3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F893A37C-9470-4CA0-95CD-439F4264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第一份完整程序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E3E6057F-ADAD-4125-A0A3-D83A07CF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9A3E00"/>
                </a:solidFill>
                <a:latin typeface="Menlo"/>
                <a:ea typeface="Menlo"/>
                <a:cs typeface="Menlo"/>
              </a:rPr>
              <a:t>#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include</a:t>
            </a:r>
            <a:r>
              <a:rPr sz="2250">
                <a:solidFill>
                  <a:srgbClr val="9A3E00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&lt;iostream&gt;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D781CBB1-1F7D-42FC-8D1F-6B6D29692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79BB6901-EFBF-49EE-94FF-F6C9CF71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main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0A047666-B32C-4183-9D0E-46DB3C8ED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"Hello, C++!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\n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57324F49-7EAD-4946-99B4-5C103238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return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C2C87A93-5F07-4955-BB73-3919DB911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0" name="cue-1">
            <a:extLst xmlns:a="http://schemas.openxmlformats.org/drawingml/2006/main">
              <a:ext uri="{FF2B5EF4-FFF2-40B4-BE49-F238E27FC236}">
                <a16:creationId xmlns:a16="http://schemas.microsoft.com/office/drawing/2014/main" id="{05423781-988F-4E16-9AE0-77F4CC83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入口是 main，语句用分号结束</a:t>
            </a:r>
          </a:p>
        </p:txBody>
      </p:sp>
    </p:spTree>
    <p:extLst>
      <p:ext uri="{BB962C8B-B14F-4D97-AF65-F5344CB8AC3E}">
        <p14:creationId xmlns:p14="http://schemas.microsoft.com/office/powerpoint/2010/main" val="6719692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brand">
            <a:extLst xmlns:a="http://schemas.openxmlformats.org/drawingml/2006/main">
              <a:ext uri="{FF2B5EF4-FFF2-40B4-BE49-F238E27FC236}">
                <a16:creationId xmlns:a16="http://schemas.microsoft.com/office/drawing/2014/main" id="{C2E8005D-B8CA-4902-BCAE-F0D9167ED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82CA623F-C044-4259-8491-60FBEB79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D41A94C7-7E08-4749-9A76-688D124C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Python 与 C++ 的表达方式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BA66A00A-419F-4CEF-A06D-55655784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Python: score = 85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46FBDDE2-005A-4F5C-B8B0-CDAC7F3A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score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85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46C76C02-64B5-4F7D-A5CC-60E05E381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DFF35B1E-3055-4D78-8405-676CBD75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 Python: if score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&gt;= 60: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1E8AB42E-8764-4EC5-9379-DCA2ECB2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if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(score &gt;=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60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1E1293DC-9C8C-4A8E-BB18-C5FFC0D6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"pass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\n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0" name="code-7">
            <a:extLst xmlns:a="http://schemas.openxmlformats.org/drawingml/2006/main">
              <a:ext uri="{FF2B5EF4-FFF2-40B4-BE49-F238E27FC236}">
                <a16:creationId xmlns:a16="http://schemas.microsoft.com/office/drawing/2014/main" id="{1C92C800-65D2-4029-8FDB-69F2D1E8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1" name="cue-1">
            <a:extLst xmlns:a="http://schemas.openxmlformats.org/drawingml/2006/main">
              <a:ext uri="{FF2B5EF4-FFF2-40B4-BE49-F238E27FC236}">
                <a16:creationId xmlns:a16="http://schemas.microsoft.com/office/drawing/2014/main" id="{B7E5BD88-31EB-4A80-9281-174DC4D6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类型写在变量前，花括号标记语句块</a:t>
            </a:r>
          </a:p>
        </p:txBody>
      </p:sp>
    </p:spTree>
    <p:extLst>
      <p:ext uri="{BB962C8B-B14F-4D97-AF65-F5344CB8AC3E}">
        <p14:creationId xmlns:p14="http://schemas.microsoft.com/office/powerpoint/2010/main" val="6528752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brand">
            <a:extLst xmlns:a="http://schemas.openxmlformats.org/drawingml/2006/main">
              <a:ext uri="{FF2B5EF4-FFF2-40B4-BE49-F238E27FC236}">
                <a16:creationId xmlns:a16="http://schemas.microsoft.com/office/drawing/2014/main" id="{CB882D88-5B50-4425-BBE7-E06BB0D3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0565A572-E7B3-4C55-BEBA-C21FFAA4A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5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2D25E8F6-8F0C-473B-9D83-5819CA13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语句块与变量的作用域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C56B1723-9488-440D-B339-3143CB41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score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85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1B3A705C-F848-4097-98B4-EDFB08D7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48784036-2F5C-4194-B3D6-A29DD060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bonus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5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878F7A6F-B414-4243-A095-507DD332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score +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bonus;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52FB6530-934C-4159-B22C-FF51B8FD3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34959702-C0BD-438E-96DD-5A3DBF58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score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0" name="code-7">
            <a:extLst xmlns:a="http://schemas.openxmlformats.org/drawingml/2006/main">
              <a:ext uri="{FF2B5EF4-FFF2-40B4-BE49-F238E27FC236}">
                <a16:creationId xmlns:a16="http://schemas.microsoft.com/office/drawing/2014/main" id="{4EA5BC47-3FA1-410F-B461-3FB5FCA1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bonus is no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 longer in scope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here</a:t>
            </a:r>
          </a:p>
        </p:txBody>
      </p:sp>
      <p:sp>
        <p:nvSpPr>
          <p:cNvPr id="11" name="cue-1">
            <a:extLst xmlns:a="http://schemas.openxmlformats.org/drawingml/2006/main">
              <a:ext uri="{FF2B5EF4-FFF2-40B4-BE49-F238E27FC236}">
                <a16:creationId xmlns:a16="http://schemas.microsoft.com/office/drawing/2014/main" id="{4DFE16A2-2FE6-4576-8A89-BEBF8A4D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内层可以使用外层变量，外层不能使用已离开的局部名字</a:t>
            </a:r>
          </a:p>
        </p:txBody>
      </p:sp>
    </p:spTree>
    <p:extLst>
      <p:ext uri="{BB962C8B-B14F-4D97-AF65-F5344CB8AC3E}">
        <p14:creationId xmlns:p14="http://schemas.microsoft.com/office/powerpoint/2010/main" val="12056933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DBFD458B-C61C-4B41-A0D8-4EAD9CEC6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825B595-65DF-4AAF-B6DD-C8D66C2F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6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A909C016-2439-4656-A4D2-BB098954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编译与运行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CDB421B4-1D53-4E6D-BD65-7A4836A8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"Hello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\n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</a:t>
            </a:r>
          </a:p>
        </p:txBody>
      </p:sp>
      <p:sp>
        <p:nvSpPr>
          <p:cNvPr id="5" name="cue-1">
            <a:extLst xmlns:a="http://schemas.openxmlformats.org/drawingml/2006/main">
              <a:ext uri="{FF2B5EF4-FFF2-40B4-BE49-F238E27FC236}">
                <a16:creationId xmlns:a16="http://schemas.microsoft.com/office/drawing/2014/main" id="{552DB9E5-CDF0-4EB5-901E-E152CB62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少了一个分号。这次会输出 Hello 吗？</a:t>
            </a:r>
          </a:p>
        </p:txBody>
      </p:sp>
    </p:spTree>
    <p:extLst>
      <p:ext uri="{BB962C8B-B14F-4D97-AF65-F5344CB8AC3E}">
        <p14:creationId xmlns:p14="http://schemas.microsoft.com/office/powerpoint/2010/main" val="2002459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FF73E849-6645-4968-89FB-B7FFFE80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1AB202E7-4823-4CD4-9398-AC686378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7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5A69C7BE-EDC1-4C87-8BC1-CFAB0D23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第一条诊断的位置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73AE8AB1-FC16-4A5C-A632-2E75FFA5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先看文件名和行号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6E60057A-CF26-46E7-A082-1804FC32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回到该行，并检查前一行</a:t>
            </a:r>
          </a:p>
        </p:txBody>
      </p:sp>
      <p:sp>
        <p:nvSpPr>
          <p:cNvPr id="6" name="body-3">
            <a:extLst xmlns:a="http://schemas.openxmlformats.org/drawingml/2006/main">
              <a:ext uri="{FF2B5EF4-FFF2-40B4-BE49-F238E27FC236}">
                <a16:creationId xmlns:a16="http://schemas.microsoft.com/office/drawing/2014/main" id="{4F0CC4CA-56FE-491B-84B9-1DBBA4E1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670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修复第一个原因，再重新编译</a:t>
            </a:r>
          </a:p>
        </p:txBody>
      </p:sp>
    </p:spTree>
    <p:extLst>
      <p:ext uri="{BB962C8B-B14F-4D97-AF65-F5344CB8AC3E}">
        <p14:creationId xmlns:p14="http://schemas.microsoft.com/office/powerpoint/2010/main" val="13807486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6061CDF6-A0D8-48E7-A8FF-46FA39FA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9DED5DDA-3139-4A35-A19D-096A66FE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8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E95BA1DA-FE13-41A8-BFA5-F5ADFB78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std:: 是名字的归属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E6E4AD1A-D849-4C99-AFD4-8B6F1BA0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"AIM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\n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F9838B63-13EC-4527-AC44-D129092B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EEE67A29-A032-4DF1-8943-8715BB01E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using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B23927E3-735B-42E0-9772-FE040DBD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"AIM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\n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C03E0819-31CA-423F-BF9F-B8B4139B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两种写法指向同一个标准库对象</a:t>
            </a:r>
          </a:p>
        </p:txBody>
      </p:sp>
    </p:spTree>
    <p:extLst>
      <p:ext uri="{BB962C8B-B14F-4D97-AF65-F5344CB8AC3E}">
        <p14:creationId xmlns:p14="http://schemas.microsoft.com/office/powerpoint/2010/main" val="11846011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4D2869B0-4971-491F-9931-E6814F69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9860FF48-ECB9-423B-9F5A-466F4C23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9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831115F4-03BE-45F4-8CEE-7F3BFE23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输出的拼接顺序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A919B552-D3AE-40F3-9DA6-30E9802B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score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85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EFE3302E-0A26-47DF-AF81-DF2884DF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"score="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&lt;&lt; score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ue-1">
            <a:extLst xmlns:a="http://schemas.openxmlformats.org/drawingml/2006/main">
              <a:ext uri="{FF2B5EF4-FFF2-40B4-BE49-F238E27FC236}">
                <a16:creationId xmlns:a16="http://schemas.microsoft.com/office/drawing/2014/main" id="{CA72C778-6BEA-4D8C-A2E3-10C2E0CD4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屏幕上会出现什么？</a:t>
            </a:r>
          </a:p>
        </p:txBody>
      </p:sp>
    </p:spTree>
    <p:extLst>
      <p:ext uri="{BB962C8B-B14F-4D97-AF65-F5344CB8AC3E}">
        <p14:creationId xmlns:p14="http://schemas.microsoft.com/office/powerpoint/2010/main" val="118246058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brand">
            <a:extLst xmlns:a="http://schemas.openxmlformats.org/drawingml/2006/main">
              <a:ext uri="{FF2B5EF4-FFF2-40B4-BE49-F238E27FC236}">
                <a16:creationId xmlns:a16="http://schemas.microsoft.com/office/drawing/2014/main" id="{0C1BF5CC-587F-4BC7-A4CC-23FAE5FC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EC804DC9-7CFD-4815-9E8C-FD9C7F90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10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3262AF16-7E3C-4F29-8282-C40E557D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10668000" cy="902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输入与类型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57AEB683-1934-4290-9882-709B46FE9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104775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rPr>
              <a:t>同一份数据，先确定它是什么</a:t>
            </a:r>
          </a:p>
        </p:txBody>
      </p:sp>
    </p:spTree>
    <p:extLst>
      <p:ext uri="{BB962C8B-B14F-4D97-AF65-F5344CB8AC3E}">
        <p14:creationId xmlns:p14="http://schemas.microsoft.com/office/powerpoint/2010/main" val="189962339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rand">
            <a:extLst xmlns:a="http://schemas.openxmlformats.org/drawingml/2006/main">
              <a:ext uri="{FF2B5EF4-FFF2-40B4-BE49-F238E27FC236}">
                <a16:creationId xmlns:a16="http://schemas.microsoft.com/office/drawing/2014/main" id="{90D8C46B-CEE6-46B2-AB40-AF286FBA6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C51F7696-138E-4269-A280-02A051B3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11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24E9DF05-F893-40A0-BB9A-5B8D58D5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变量的类型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928CD66C-02AB-483B-ABFE-B12019FE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count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4665A468-0C95-433A-8BAC-3E9F53E2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double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average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82.5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87B018AE-3E39-428A-A76D-6653BA7B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char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grade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'A'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0C7929DB-BC2D-4C71-92A5-DFE06497E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name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"anon"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70EC006E-CDA2-4510-BD2D-19F8A1D7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bool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passed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true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9" name="cue-1">
            <a:extLst xmlns:a="http://schemas.openxmlformats.org/drawingml/2006/main">
              <a:ext uri="{FF2B5EF4-FFF2-40B4-BE49-F238E27FC236}">
                <a16:creationId xmlns:a16="http://schemas.microsoft.com/office/drawing/2014/main" id="{DAAD1BCD-36D3-4E99-B089-976C646E4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整数 / 小数 / 一个字符 / 字符串 / 条件</a:t>
            </a:r>
          </a:p>
        </p:txBody>
      </p:sp>
    </p:spTree>
    <p:extLst>
      <p:ext uri="{BB962C8B-B14F-4D97-AF65-F5344CB8AC3E}">
        <p14:creationId xmlns:p14="http://schemas.microsoft.com/office/powerpoint/2010/main" val="192036621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">
            <a:extLst xmlns:a="http://schemas.openxmlformats.org/drawingml/2006/main">
              <a:ext uri="{FF2B5EF4-FFF2-40B4-BE49-F238E27FC236}">
                <a16:creationId xmlns:a16="http://schemas.microsoft.com/office/drawing/2014/main" id="{A939AE8C-DBC4-45AE-B8DC-6E19D912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9047BC0D-7BEE-4696-AD11-22C5707A0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12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05789F93-354F-42E8-9E52-B100ABA0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初始化与后续赋值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91A47D83-005C-449B-B293-C3D49AC9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count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initialization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5F65A97B-D324-49A6-8646-436129492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count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5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assignment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865E665E-8D47-42BE-A24C-F3EB1FC7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302DFE71-BF82-42A8-B1E8-6CB5EF23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double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measured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3.5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843231F8-6181-4DED-BC0B-8107166E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truncated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static_cast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&lt;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&gt;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(measured)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9" name="cue-1">
            <a:extLst xmlns:a="http://schemas.openxmlformats.org/drawingml/2006/main">
              <a:ext uri="{FF2B5EF4-FFF2-40B4-BE49-F238E27FC236}">
                <a16:creationId xmlns:a16="http://schemas.microsoft.com/office/drawing/2014/main" id="{76B5815F-8D4F-4415-B20B-1058BCD7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初始化建立对象，赋值改变已有对象</a:t>
            </a:r>
          </a:p>
        </p:txBody>
      </p:sp>
      <p:sp>
        <p:nvSpPr>
          <p:cNvPr id="10" name="cue-2">
            <a:extLst xmlns:a="http://schemas.openxmlformats.org/drawingml/2006/main">
              <a:ext uri="{FF2B5EF4-FFF2-40B4-BE49-F238E27FC236}">
                <a16:creationId xmlns:a16="http://schemas.microsoft.com/office/drawing/2014/main" id="{2842FC0D-1D03-406C-BEF8-B439DDA9E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显式转换也可能丢失小数部分</a:t>
            </a:r>
          </a:p>
        </p:txBody>
      </p:sp>
    </p:spTree>
    <p:extLst>
      <p:ext uri="{BB962C8B-B14F-4D97-AF65-F5344CB8AC3E}">
        <p14:creationId xmlns:p14="http://schemas.microsoft.com/office/powerpoint/2010/main" val="171660282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">
            <a:extLst xmlns:a="http://schemas.openxmlformats.org/drawingml/2006/main">
              <a:ext uri="{FF2B5EF4-FFF2-40B4-BE49-F238E27FC236}">
                <a16:creationId xmlns:a16="http://schemas.microsoft.com/office/drawing/2014/main" id="{B257ACFA-3B46-45AB-AE15-16FDE2E34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0CE07A7A-C3B2-4793-9D5F-1EC56F790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13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AEE0D8B2-A256-487F-9D9F-F20C5CA7C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类型决定可表示的值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FBD92DA4-3B1B-41EA-A305-6F3C718EF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whole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85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3F2B8B62-1034-4814-9014-C41A48D25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double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fraction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85.5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97BC7A48-9E46-47EA-A52A-7D2AF669D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2CF91E04-72B7-43FC-A9CD-10C4EEDBA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sizeof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(whole)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FC5AA687-22AB-4B5B-90C3-E40238BA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sizeof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(fraction)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9" name="cue-1">
            <a:extLst xmlns:a="http://schemas.openxmlformats.org/drawingml/2006/main">
              <a:ext uri="{FF2B5EF4-FFF2-40B4-BE49-F238E27FC236}">
                <a16:creationId xmlns:a16="http://schemas.microsoft.com/office/drawing/2014/main" id="{A84DC8EF-B36C-45D9-9974-72588ABD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整数有范围，浮点数有精度限制</a:t>
            </a:r>
          </a:p>
        </p:txBody>
      </p:sp>
      <p:sp>
        <p:nvSpPr>
          <p:cNvPr id="10" name="cue-2">
            <a:extLst xmlns:a="http://schemas.openxmlformats.org/drawingml/2006/main">
              <a:ext uri="{FF2B5EF4-FFF2-40B4-BE49-F238E27FC236}">
                <a16:creationId xmlns:a16="http://schemas.microsoft.com/office/drawing/2014/main" id="{73DBDD47-213D-4110-A784-529C592D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类型大小依赖实现，不能凭一次运行定规则</a:t>
            </a:r>
          </a:p>
        </p:txBody>
      </p:sp>
    </p:spTree>
    <p:extLst>
      <p:ext uri="{BB962C8B-B14F-4D97-AF65-F5344CB8AC3E}">
        <p14:creationId xmlns:p14="http://schemas.microsoft.com/office/powerpoint/2010/main" val="8474926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8BB2A0ED-49B5-45FC-9EC7-A18A0756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0F6F016-3EE0-4A9F-BBC6-4B3FAD81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14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DAAFFC41-339D-4248-97F9-EB0FD155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输入按顺序进入变量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064E4634-E0B1-4D80-8871-D84F79BA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a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b 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C8A62843-724F-4481-9B00-ED8A95DC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cin &gt;&gt; a &gt;&gt; b;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3F8AE359-AE10-409D-8C0A-FFDE234F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a - b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78277216-929D-46E8-AE18-096886D0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输入 8 4，输出多少？换成两行呢？</a:t>
            </a:r>
          </a:p>
        </p:txBody>
      </p:sp>
    </p:spTree>
    <p:extLst>
      <p:ext uri="{BB962C8B-B14F-4D97-AF65-F5344CB8AC3E}">
        <p14:creationId xmlns:p14="http://schemas.microsoft.com/office/powerpoint/2010/main" val="4318565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9AC87239-2C13-4539-B37E-19F01442E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8B5380E4-864A-4B9D-8399-804FF641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15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FEC2A4EC-593F-48BE-A271-15B5852F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提取运算与一整行输入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01AAC71F-EB97-4D3B-B34C-AB3BD756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 first, second;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41D52213-5043-4A6F-8E88-6C048BB4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cin &gt;&gt; first &gt;&gt; second;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5D62775A-1F7D-4E03-A989-02BE4BB2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Input: poppin party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16B57174-DD0F-4756-9822-B400A826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first = "poppin", second = "party"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FEA93BEA-F8A3-4E23-9DDF-92C51843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&gt;&gt; 按空白分词，getline 读取一整行</a:t>
            </a:r>
          </a:p>
        </p:txBody>
      </p:sp>
    </p:spTree>
    <p:extLst>
      <p:ext uri="{BB962C8B-B14F-4D97-AF65-F5344CB8AC3E}">
        <p14:creationId xmlns:p14="http://schemas.microsoft.com/office/powerpoint/2010/main" val="145559295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rand">
            <a:extLst xmlns:a="http://schemas.openxmlformats.org/drawingml/2006/main">
              <a:ext uri="{FF2B5EF4-FFF2-40B4-BE49-F238E27FC236}">
                <a16:creationId xmlns:a16="http://schemas.microsoft.com/office/drawing/2014/main" id="{A6EB2235-D871-4B1D-BCAD-CC8636C0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BBF39C14-434B-4600-B4A7-057C6840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16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90DD0998-78A6-47C0-B0BB-946D15B0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输入失败的分支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C749CB95-F89B-4A94-825E-8DACD239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score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7C65D703-B292-4192-AE42-CA3DB8C86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if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(!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(std::cin &gt;&gt; score)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DD025873-24FB-49BD-A1F3-6557D262A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"invalid input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\n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3F0AF020-E9E4-452A-8DB7-9D5D50FA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return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1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4493E21C-0B8A-49B8-84F8-B88F255D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9" name="cue-1">
            <a:extLst xmlns:a="http://schemas.openxmlformats.org/drawingml/2006/main">
              <a:ext uri="{FF2B5EF4-FFF2-40B4-BE49-F238E27FC236}">
                <a16:creationId xmlns:a16="http://schemas.microsoft.com/office/drawing/2014/main" id="{0F053A0E-A756-445C-93D0-0A44E8A6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输入 abc，会走到哪里？</a:t>
            </a:r>
          </a:p>
        </p:txBody>
      </p:sp>
    </p:spTree>
    <p:extLst>
      <p:ext uri="{BB962C8B-B14F-4D97-AF65-F5344CB8AC3E}">
        <p14:creationId xmlns:p14="http://schemas.microsoft.com/office/powerpoint/2010/main" val="193876901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FC4AC816-906F-43F8-A408-812A63FD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2D884F56-DA3C-4E15-B6C8-B9074597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17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C71CD31B-4C69-43FF-BD9C-0F880839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144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练习：读取并输出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7F7BD5E5-3C1F-41D2-8FD3-29C481B9D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读入姓名与分数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9B8BDC21-80E7-414D-ACCB-4A419254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输出 anon:85</a:t>
            </a:r>
          </a:p>
        </p:txBody>
      </p:sp>
      <p:sp>
        <p:nvSpPr>
          <p:cNvPr id="6" name="body-3">
            <a:extLst xmlns:a="http://schemas.openxmlformats.org/drawingml/2006/main">
              <a:ext uri="{FF2B5EF4-FFF2-40B4-BE49-F238E27FC236}">
                <a16:creationId xmlns:a16="http://schemas.microsoft.com/office/drawing/2014/main" id="{33C91A89-BD12-4808-A47B-A6AAB0E8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6707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输入样例：anon 85</a:t>
            </a:r>
          </a:p>
        </p:txBody>
      </p:sp>
    </p:spTree>
    <p:extLst>
      <p:ext uri="{BB962C8B-B14F-4D97-AF65-F5344CB8AC3E}">
        <p14:creationId xmlns:p14="http://schemas.microsoft.com/office/powerpoint/2010/main" val="211975518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13BB544D-C9A7-4908-889A-C3E079A1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462E5098-878C-4595-B10B-E5084B66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18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4E3F8245-CDB3-4780-9D52-CA655957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读取并输出：一起核对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238AA9EA-912C-41A9-9FA6-ED09E5D3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 name;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6792754F-FDBA-4EED-A993-A43F1F7A8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score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C3C77DAB-39C9-4004-914F-813EAD90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cin &gt;&gt; name &gt;&gt; score;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0A742D5F-11E9-4B24-8F92-12B5B421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name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':'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&lt;&lt; score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8C464D02-07F1-4590-A960-F565794F2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检查变量类型、输入顺序和输出符号</a:t>
            </a:r>
          </a:p>
        </p:txBody>
      </p:sp>
    </p:spTree>
    <p:extLst>
      <p:ext uri="{BB962C8B-B14F-4D97-AF65-F5344CB8AC3E}">
        <p14:creationId xmlns:p14="http://schemas.microsoft.com/office/powerpoint/2010/main" val="62060910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brand">
            <a:extLst xmlns:a="http://schemas.openxmlformats.org/drawingml/2006/main">
              <a:ext uri="{FF2B5EF4-FFF2-40B4-BE49-F238E27FC236}">
                <a16:creationId xmlns:a16="http://schemas.microsoft.com/office/drawing/2014/main" id="{BEE703BE-BEB2-4369-9DB7-C176488A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F558B654-06F1-48D5-B7C7-CF989D23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19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89ADA8CB-778B-4B74-AE00-4A7F142D9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10668000" cy="902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运算与判断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43CC0805-7B50-46C4-85DB-9023475BA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104775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rPr>
              <a:t>先预测结果，再解释类型</a:t>
            </a:r>
          </a:p>
        </p:txBody>
      </p:sp>
    </p:spTree>
    <p:extLst>
      <p:ext uri="{BB962C8B-B14F-4D97-AF65-F5344CB8AC3E}">
        <p14:creationId xmlns:p14="http://schemas.microsoft.com/office/powerpoint/2010/main" val="182463319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9527DC34-A926-47D5-BEA4-371D81880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96A0F705-CBEB-47BD-8DB0-BCE05E46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20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965C2150-F431-4ABB-B8FF-899B16486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3 / 2 的结果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77E2DA22-F167-4147-8D20-0AAF69D0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/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2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6B273001-EE80-4C57-9C19-7783FA1B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/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2.0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B2CA43A3-ED33-4614-A724-BF1DE0AF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%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2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AAFE3FF1-88A8-4565-ACFC-4FE408B8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三行各输出什么？</a:t>
            </a:r>
          </a:p>
        </p:txBody>
      </p:sp>
    </p:spTree>
    <p:extLst>
      <p:ext uri="{BB962C8B-B14F-4D97-AF65-F5344CB8AC3E}">
        <p14:creationId xmlns:p14="http://schemas.microsoft.com/office/powerpoint/2010/main" val="176694406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rand">
            <a:extLst xmlns:a="http://schemas.openxmlformats.org/drawingml/2006/main">
              <a:ext uri="{FF2B5EF4-FFF2-40B4-BE49-F238E27FC236}">
                <a16:creationId xmlns:a16="http://schemas.microsoft.com/office/drawing/2014/main" id="{C2C1675C-842F-4862-ACC7-3202DFB6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DC118D4A-4B1C-4FD4-848F-7B9C66C1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21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3125E3E6-519F-4FDF-A6B0-961692FA1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转换发生的时机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CE5A218F-DE62-4B0B-AC80-825F2F9B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a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b 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2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D5C8095F-AC02-400E-B1FF-4920C178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CDFFB45B-305C-48A9-8FCC-719CC47A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double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x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a / b;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51C97E53-BAD4-4B78-BB19-1F77A4A1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double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y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static_cast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&lt;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double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&gt;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(a)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/ b;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648CCBC9-87DA-415F-A6DF-228384EA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x 是 1，y 是 1.5</a:t>
            </a:r>
          </a:p>
        </p:txBody>
      </p:sp>
      <p:sp>
        <p:nvSpPr>
          <p:cNvPr id="9" name="cue-2">
            <a:extLst xmlns:a="http://schemas.openxmlformats.org/drawingml/2006/main">
              <a:ext uri="{FF2B5EF4-FFF2-40B4-BE49-F238E27FC236}">
                <a16:creationId xmlns:a16="http://schemas.microsoft.com/office/drawing/2014/main" id="{F00A047A-9265-4930-AAAE-0C2F1A01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接收结果的类型不会重算除法</a:t>
            </a:r>
          </a:p>
        </p:txBody>
      </p:sp>
    </p:spTree>
    <p:extLst>
      <p:ext uri="{BB962C8B-B14F-4D97-AF65-F5344CB8AC3E}">
        <p14:creationId xmlns:p14="http://schemas.microsoft.com/office/powerpoint/2010/main" val="213943448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28F5E0B4-E883-4E78-B462-757559E5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74F5D624-E732-4EB7-81BD-16AA44C3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22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BB62E198-7927-4F93-B51F-6387AAEF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三个除法表达式的计算过程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7291C7B7-D250-42F3-989E-21F269F7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/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2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                  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1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3F00EF7C-E7B3-4436-AC2E-5B19BEF81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static_cast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&lt;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double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&gt;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/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2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1.5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B5FEB850-55B0-4B50-9AFC-79BCEC57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static_cast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&lt;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double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&gt;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/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2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1.0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5C7F3E52-341F-4FED-AE95-053AC8B5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先确定操作数类型，再执行除法，最后转换结果</a:t>
            </a:r>
          </a:p>
        </p:txBody>
      </p:sp>
    </p:spTree>
    <p:extLst>
      <p:ext uri="{BB962C8B-B14F-4D97-AF65-F5344CB8AC3E}">
        <p14:creationId xmlns:p14="http://schemas.microsoft.com/office/powerpoint/2010/main" val="198000940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rand">
            <a:extLst xmlns:a="http://schemas.openxmlformats.org/drawingml/2006/main">
              <a:ext uri="{FF2B5EF4-FFF2-40B4-BE49-F238E27FC236}">
                <a16:creationId xmlns:a16="http://schemas.microsoft.com/office/drawing/2014/main" id="{E44F8526-A016-40F8-BAE0-EA4CFD60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5B290466-220F-4442-8DF8-EBDF1576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23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0262F5D2-6683-4D96-A61E-28AE4A7DD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赋值与比较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8A22705D-3FC4-4B83-83F1-F869CE9A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x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10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A580047A-FD84-4A42-A440-374EFD972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x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5817769F-B66B-49AD-ACB8-ECDE1DD0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5D80F1D3-A0F1-4994-99DB-6D492E04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(x ==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B9BAC4FF-6E1B-41D4-980A-A7A7FD74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(x !=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9" name="cue-1">
            <a:extLst xmlns:a="http://schemas.openxmlformats.org/drawingml/2006/main">
              <a:ext uri="{FF2B5EF4-FFF2-40B4-BE49-F238E27FC236}">
                <a16:creationId xmlns:a16="http://schemas.microsoft.com/office/drawing/2014/main" id="{C2943207-BEDA-4AD6-A40E-635BEB20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= 改值，== 问是否相等</a:t>
            </a:r>
          </a:p>
        </p:txBody>
      </p:sp>
    </p:spTree>
    <p:extLst>
      <p:ext uri="{BB962C8B-B14F-4D97-AF65-F5344CB8AC3E}">
        <p14:creationId xmlns:p14="http://schemas.microsoft.com/office/powerpoint/2010/main" val="161031646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9104DB29-4346-49F5-9A0A-302FAE06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B83424F5-64CB-48B5-870B-D6EFC2B7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24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03480562-7541-4A37-A181-82F6AAF7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复合条件与短路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8289CADF-68C1-479E-8F63-4E817CD0F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if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(total !=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&amp;&amp; score / total &gt;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0.6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8D7E76BE-CF88-47F7-9B28-FAA65019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"pass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\n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A700DA69-84B8-403F-B7F5-8B0F3AB8A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E3A7E2CD-CBDD-48A9-9B2C-AD0012633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total 为 0 时，右边会计算吗？</a:t>
            </a:r>
          </a:p>
        </p:txBody>
      </p:sp>
    </p:spTree>
    <p:extLst>
      <p:ext uri="{BB962C8B-B14F-4D97-AF65-F5344CB8AC3E}">
        <p14:creationId xmlns:p14="http://schemas.microsoft.com/office/powerpoint/2010/main" val="123763603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C4111BB7-5E59-4321-8991-75EDCEB6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711F14BC-6078-4264-8CD0-C92B86FF0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25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B0A00537-C868-472C-8F86-FAA81CED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与、或、非的含义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C902347D-E121-4ABC-8C06-C5107328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true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&amp;&amp;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false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false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D75B596C-2532-47A7-A724-BF52ED88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true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||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false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true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80E61CA0-5730-479C-9B6B-8381D0E6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!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true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     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false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CBD869C3-CD1D-47F1-AF47-28A773FC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!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(score &lt;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|| score &gt;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100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2880980D-828D-4E0B-BB8F-162944B9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最后一行表示分数在 [0, 100] 内</a:t>
            </a:r>
          </a:p>
        </p:txBody>
      </p:sp>
    </p:spTree>
    <p:extLst>
      <p:ext uri="{BB962C8B-B14F-4D97-AF65-F5344CB8AC3E}">
        <p14:creationId xmlns:p14="http://schemas.microsoft.com/office/powerpoint/2010/main" val="104561416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5191D8EF-47E3-4A8B-B495-3935673B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61EC7D0-502A-49EE-845B-BE23EE61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26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B60D401D-47E4-43AB-930F-D3A8C2C9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变量的更新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D5122446-7BA4-4C98-8140-27DB955C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count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1B72D97A-3CE2-43CF-B853-1A68B040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++count;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3C7CDE64-894B-4C88-9595-B4CB58FF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count +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2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57D2D57B-1823-4CBD-BD8C-4227F165B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count *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E8EADE6D-24E4-489C-9102-08D35698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每行之后 count 分别是多少？</a:t>
            </a:r>
          </a:p>
        </p:txBody>
      </p:sp>
    </p:spTree>
    <p:extLst>
      <p:ext uri="{BB962C8B-B14F-4D97-AF65-F5344CB8AC3E}">
        <p14:creationId xmlns:p14="http://schemas.microsoft.com/office/powerpoint/2010/main" val="12583344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">
            <a:extLst xmlns:a="http://schemas.openxmlformats.org/drawingml/2006/main">
              <a:ext uri="{FF2B5EF4-FFF2-40B4-BE49-F238E27FC236}">
                <a16:creationId xmlns:a16="http://schemas.microsoft.com/office/drawing/2014/main" id="{449DD9AD-D521-4576-9449-AD87316E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E55D0869-6D3E-4B3E-B558-F92376B8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27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B7D8260F-973D-4043-A297-C8665EEA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数学函数与返回类型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5F5A7E8D-A0E1-47EC-BA0D-CD02E656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9A3E00"/>
                </a:solidFill>
                <a:latin typeface="Menlo"/>
                <a:ea typeface="Menlo"/>
                <a:cs typeface="Menlo"/>
              </a:rPr>
              <a:t>#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include</a:t>
            </a:r>
            <a:r>
              <a:rPr sz="2250">
                <a:solidFill>
                  <a:srgbClr val="9A3E00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&lt;cmath&gt;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740D6AB4-12C5-4B06-B916-BA319CB6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1E8A5E48-4775-4D3C-9BE2-21F59E0D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sqrt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9.0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3.0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040DAEFB-FE4D-4B17-BACD-301E8DA7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abs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-3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  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3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36526129-A92E-4F87-BCF7-1F4D9DBD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floor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2.8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2.0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1A550ACE-6C23-45AE-B69E-B60911334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ceil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2.1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3.0</a:t>
            </a:r>
          </a:p>
        </p:txBody>
      </p:sp>
      <p:sp>
        <p:nvSpPr>
          <p:cNvPr id="10" name="cue-1">
            <a:extLst xmlns:a="http://schemas.openxmlformats.org/drawingml/2006/main">
              <a:ext uri="{FF2B5EF4-FFF2-40B4-BE49-F238E27FC236}">
                <a16:creationId xmlns:a16="http://schemas.microsoft.com/office/drawing/2014/main" id="{1774EC73-BB5F-442D-86C5-694BD0529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调用产生一个值，想显示它仍要输出</a:t>
            </a:r>
          </a:p>
        </p:txBody>
      </p:sp>
    </p:spTree>
    <p:extLst>
      <p:ext uri="{BB962C8B-B14F-4D97-AF65-F5344CB8AC3E}">
        <p14:creationId xmlns:p14="http://schemas.microsoft.com/office/powerpoint/2010/main" val="147477628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brand">
            <a:extLst xmlns:a="http://schemas.openxmlformats.org/drawingml/2006/main">
              <a:ext uri="{FF2B5EF4-FFF2-40B4-BE49-F238E27FC236}">
                <a16:creationId xmlns:a16="http://schemas.microsoft.com/office/drawing/2014/main" id="{B385615A-C0CC-4701-A53B-A195E3BC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CB273AC7-25ED-4EA9-B2CD-94D6B32E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28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A3F5C925-0EFA-4224-9A21-38F48FB1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if 的互斥分支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E2CEE056-63C6-4F78-A56A-6F10AA39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if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(score &gt;=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90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C1DB86A9-2013-4E13-9306-2B65EC12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"A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\n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1989E442-4C53-4125-BC27-2E2EA650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else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if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(score &gt;=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60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E3CD0B10-4E03-45D9-868B-1F217864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std::cout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"pass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\n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1EB29416-9F68-4447-9F8F-D7A2E3B6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else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97D6F6B6-86C7-4B3C-A29B-E1453D49D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std::cout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"retry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\n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0" name="code-7">
            <a:extLst xmlns:a="http://schemas.openxmlformats.org/drawingml/2006/main">
              <a:ext uri="{FF2B5EF4-FFF2-40B4-BE49-F238E27FC236}">
                <a16:creationId xmlns:a16="http://schemas.microsoft.com/office/drawing/2014/main" id="{44A68388-735E-4E1E-A5B9-270FEFAF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1" name="cue-1">
            <a:extLst xmlns:a="http://schemas.openxmlformats.org/drawingml/2006/main">
              <a:ext uri="{FF2B5EF4-FFF2-40B4-BE49-F238E27FC236}">
                <a16:creationId xmlns:a16="http://schemas.microsoft.com/office/drawing/2014/main" id="{73508C50-FD24-4424-9E9D-D5E9C6FA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score 是 95，会打印几行？</a:t>
            </a:r>
          </a:p>
        </p:txBody>
      </p:sp>
    </p:spTree>
    <p:extLst>
      <p:ext uri="{BB962C8B-B14F-4D97-AF65-F5344CB8AC3E}">
        <p14:creationId xmlns:p14="http://schemas.microsoft.com/office/powerpoint/2010/main" val="121186795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">
            <a:extLst xmlns:a="http://schemas.openxmlformats.org/drawingml/2006/main">
              <a:ext uri="{FF2B5EF4-FFF2-40B4-BE49-F238E27FC236}">
                <a16:creationId xmlns:a16="http://schemas.microsoft.com/office/drawing/2014/main" id="{E4A35C56-D1AD-4738-96A9-28F76196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4ECBEA08-3B0C-4B75-B37A-418CEAE3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29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D38B0BC0-6C27-4AD9-B61F-E76C2061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分支顺序与边界样例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EBA0D895-3BD2-4DCB-9F34-83D61851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 Test cases for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score: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92BC2EA4-D372-4F55-B345-3C14B8A3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59  -&gt; retry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10A3BA90-9278-44F2-AE06-17BCEC45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60  -&gt; pass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59CC4D93-BB27-4C31-B816-8DBD8742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89  -&gt; pass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7BCC41E9-6E59-498A-857D-B5397FE5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90  -&gt; A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F53CE76C-0327-4028-9674-3C7530B34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100 -&gt; A</a:t>
            </a:r>
          </a:p>
        </p:txBody>
      </p:sp>
      <p:sp>
        <p:nvSpPr>
          <p:cNvPr id="10" name="cue-1">
            <a:extLst xmlns:a="http://schemas.openxmlformats.org/drawingml/2006/main">
              <a:ext uri="{FF2B5EF4-FFF2-40B4-BE49-F238E27FC236}">
                <a16:creationId xmlns:a16="http://schemas.microsoft.com/office/drawing/2014/main" id="{91F3319E-F744-42A4-9D6F-AF3E8D91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边界两侧各测一次，比只测 80 更能发现错误</a:t>
            </a:r>
          </a:p>
        </p:txBody>
      </p:sp>
    </p:spTree>
    <p:extLst>
      <p:ext uri="{BB962C8B-B14F-4D97-AF65-F5344CB8AC3E}">
        <p14:creationId xmlns:p14="http://schemas.microsoft.com/office/powerpoint/2010/main" val="171729969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A61E7D02-8A33-4F19-A007-D2D14F64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034FA23-00A5-4EE2-B422-10155AE9F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30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5A17990D-240C-4300-ABC0-092ED19E9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144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练习：平均分与及格判断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B2A7B081-3947-44F2-95B5-9B4ACF8E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读入 3 个整数分数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703A1F16-FDB9-44DF-9067-68DAEF5B1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输出平均分，保留 1 位小数</a:t>
            </a:r>
          </a:p>
        </p:txBody>
      </p:sp>
      <p:sp>
        <p:nvSpPr>
          <p:cNvPr id="6" name="body-3">
            <a:extLst xmlns:a="http://schemas.openxmlformats.org/drawingml/2006/main">
              <a:ext uri="{FF2B5EF4-FFF2-40B4-BE49-F238E27FC236}">
                <a16:creationId xmlns:a16="http://schemas.microsoft.com/office/drawing/2014/main" id="{0BBC2AC0-40AE-41CD-A95F-4E5B3340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6707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平均分 ≥ 60 时再输出 pass</a:t>
            </a:r>
          </a:p>
        </p:txBody>
      </p:sp>
    </p:spTree>
    <p:extLst>
      <p:ext uri="{BB962C8B-B14F-4D97-AF65-F5344CB8AC3E}">
        <p14:creationId xmlns:p14="http://schemas.microsoft.com/office/powerpoint/2010/main" val="163043855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brand">
            <a:extLst xmlns:a="http://schemas.openxmlformats.org/drawingml/2006/main">
              <a:ext uri="{FF2B5EF4-FFF2-40B4-BE49-F238E27FC236}">
                <a16:creationId xmlns:a16="http://schemas.microsoft.com/office/drawing/2014/main" id="{FC17FA91-AB41-4AE8-8455-E44F6134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12F880A-FB8C-420E-AA44-68C64381D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31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5DCD2FFF-CE2E-4DE9-94D9-0ADA0E88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平均分：分离计算与显示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2A34ED31-F134-482F-8DC9-430EAEA42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double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average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(a + b + c)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/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3.0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356349BE-C03B-4CFF-844F-2FB49747A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fixed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F34AD9BA-071D-4EE4-94FE-5B2338D0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      &lt;&lt;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setprecision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1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26D10E76-BA12-47AE-B040-D7AFC5DA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      &lt;&lt; average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804317B4-9536-43A1-9897-EF004767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if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(average &gt;=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60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86E53F65-BF9E-4082-88B9-F97FDFD0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"pass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\n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0" name="code-7">
            <a:extLst xmlns:a="http://schemas.openxmlformats.org/drawingml/2006/main">
              <a:ext uri="{FF2B5EF4-FFF2-40B4-BE49-F238E27FC236}">
                <a16:creationId xmlns:a16="http://schemas.microsoft.com/office/drawing/2014/main" id="{2DC1FB21-6FB2-4412-BBAC-C965A45B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1" name="cue-1">
            <a:extLst xmlns:a="http://schemas.openxmlformats.org/drawingml/2006/main">
              <a:ext uri="{FF2B5EF4-FFF2-40B4-BE49-F238E27FC236}">
                <a16:creationId xmlns:a16="http://schemas.microsoft.com/office/drawing/2014/main" id="{CCB0FDE0-5893-4E63-A2AE-658220FD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显示到 1 位小数，不改变 average 存储的数值</a:t>
            </a:r>
          </a:p>
        </p:txBody>
      </p:sp>
    </p:spTree>
    <p:extLst>
      <p:ext uri="{BB962C8B-B14F-4D97-AF65-F5344CB8AC3E}">
        <p14:creationId xmlns:p14="http://schemas.microsoft.com/office/powerpoint/2010/main" val="25794075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6CB80FD6-A2F1-405C-9EEF-8FD9BCE9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E8D065B9-D51B-4A1B-9C45-E372D556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32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8E65AE47-05F5-4EB1-A11B-67B1FC9BB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10668000" cy="902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课间休息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B1DE75F5-A249-4667-8571-1E731F6C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104775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rPr>
              <a:t>10 分钟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E6D667A3-FDC9-4B60-9D23-E35416035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53050"/>
            <a:ext cx="104775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rPr>
              <a:t>回来后处理字符串，再整合成完整程序</a:t>
            </a:r>
          </a:p>
        </p:txBody>
      </p:sp>
    </p:spTree>
    <p:extLst>
      <p:ext uri="{BB962C8B-B14F-4D97-AF65-F5344CB8AC3E}">
        <p14:creationId xmlns:p14="http://schemas.microsoft.com/office/powerpoint/2010/main" val="9195183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brand">
            <a:extLst xmlns:a="http://schemas.openxmlformats.org/drawingml/2006/main">
              <a:ext uri="{FF2B5EF4-FFF2-40B4-BE49-F238E27FC236}">
                <a16:creationId xmlns:a16="http://schemas.microsoft.com/office/drawing/2014/main" id="{75239C05-AE56-4399-880B-68584126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131A6ACE-61BF-4984-9D8C-6C24143C9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33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5CE695C2-B6C6-4F15-A3AE-F8F037675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10668000" cy="902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循环与一组数据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3F6929F5-E9F2-400A-9B81-FD618CC6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104775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rPr>
              <a:t>把重复的代码交给循环</a:t>
            </a:r>
          </a:p>
        </p:txBody>
      </p:sp>
    </p:spTree>
    <p:extLst>
      <p:ext uri="{BB962C8B-B14F-4D97-AF65-F5344CB8AC3E}">
        <p14:creationId xmlns:p14="http://schemas.microsoft.com/office/powerpoint/2010/main" val="102327562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97AB3194-7A26-43C3-8D59-D431EFE7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2C432F9-1B67-4E65-A642-0A4CDE6C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34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7C0A7635-4C0B-4985-89A3-95526E7D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for 的执行顺序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7DABE44E-8C98-4228-B0A9-788E032D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sum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0C7AC8FB-7659-4FB3-8E76-1E1299A9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for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i 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1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 i &lt;=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 ++i)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08DA6F3A-19AA-47BC-9C63-74D5A63E5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sum +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i;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8C43C861-AA30-4F43-B198-7C8CA6A4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97F5AC75-4318-4B22-A4D5-040FAB68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初始化一次，判断后执行，最后更新</a:t>
            </a:r>
          </a:p>
        </p:txBody>
      </p:sp>
    </p:spTree>
    <p:extLst>
      <p:ext uri="{BB962C8B-B14F-4D97-AF65-F5344CB8AC3E}">
        <p14:creationId xmlns:p14="http://schemas.microsoft.com/office/powerpoint/2010/main" val="90476418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rand">
            <a:extLst xmlns:a="http://schemas.openxmlformats.org/drawingml/2006/main">
              <a:ext uri="{FF2B5EF4-FFF2-40B4-BE49-F238E27FC236}">
                <a16:creationId xmlns:a16="http://schemas.microsoft.com/office/drawing/2014/main" id="{ED380F7E-9733-47BC-8AB4-C0347F58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9C4A325-706E-4589-8DFF-5DFE0BC6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35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F0D183D9-E517-485F-941A-FF133EA9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一次循环的状态表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7971134A-6803-43F7-BB0D-6900FB6F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i       condition       sum after body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E02BBDD2-AFDB-42DE-9585-862DEADE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1       true            1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C60FF396-0E35-4284-9D08-811F187C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2       true            3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E5B7421D-1DF4-47CC-B623-1DF84C7A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3       true            6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D0FC53DC-605E-44E1-B1D6-5AECA1C19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4       false           6</a:t>
            </a:r>
          </a:p>
        </p:txBody>
      </p:sp>
      <p:sp>
        <p:nvSpPr>
          <p:cNvPr id="9" name="cue-1">
            <a:extLst xmlns:a="http://schemas.openxmlformats.org/drawingml/2006/main">
              <a:ext uri="{FF2B5EF4-FFF2-40B4-BE49-F238E27FC236}">
                <a16:creationId xmlns:a16="http://schemas.microsoft.com/office/drawing/2014/main" id="{76D07737-4147-48A9-B636-54B13F0B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最后一次判断也会发生，但不会执行循环体</a:t>
            </a:r>
          </a:p>
        </p:txBody>
      </p:sp>
    </p:spTree>
    <p:extLst>
      <p:ext uri="{BB962C8B-B14F-4D97-AF65-F5344CB8AC3E}">
        <p14:creationId xmlns:p14="http://schemas.microsoft.com/office/powerpoint/2010/main" val="77706785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FDEB8031-A5E7-4018-85ED-4E5BD22D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EC74234-A992-4541-AAF0-1ECAE7753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36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981D6594-A60E-4BEB-9A3F-B8CC2251C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循环的边界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334ED383-EB76-4543-9A74-C32A7CD4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for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i 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 i &lt;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 ++i)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B323EC6F-EA22-4811-95F6-8519FDE73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i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 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4F02F15D-DA16-419A-80F0-15DFBEE2B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770997EF-5E91-48EC-9998-BC4BBCD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输出 0 1 2</a:t>
            </a:r>
          </a:p>
        </p:txBody>
      </p:sp>
      <p:sp>
        <p:nvSpPr>
          <p:cNvPr id="8" name="cue-2">
            <a:extLst xmlns:a="http://schemas.openxmlformats.org/drawingml/2006/main">
              <a:ext uri="{FF2B5EF4-FFF2-40B4-BE49-F238E27FC236}">
                <a16:creationId xmlns:a16="http://schemas.microsoft.com/office/drawing/2014/main" id="{F75856A3-B564-493B-8784-8F4149FC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条件改成 &lt;= 3，会多出什么？</a:t>
            </a:r>
          </a:p>
        </p:txBody>
      </p:sp>
    </p:spTree>
    <p:extLst>
      <p:ext uri="{BB962C8B-B14F-4D97-AF65-F5344CB8AC3E}">
        <p14:creationId xmlns:p14="http://schemas.microsoft.com/office/powerpoint/2010/main" val="38471247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brand">
            <a:extLst xmlns:a="http://schemas.openxmlformats.org/drawingml/2006/main">
              <a:ext uri="{FF2B5EF4-FFF2-40B4-BE49-F238E27FC236}">
                <a16:creationId xmlns:a16="http://schemas.microsoft.com/office/drawing/2014/main" id="{0674B559-2075-44BB-8F9D-2DD6D160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79D9316-872D-441E-BC6C-3026BD01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37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EC869A15-EA93-4A76-B1B1-18E18CB5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continue 与 break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B49BE3C4-11A4-46DF-9CAD-ABF7F1D7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for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i 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 i &lt;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5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 ++i)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6B8F9203-F6F7-49DA-86E3-5E94ACE4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if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(i ==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1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continue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43F715E2-42E4-4C66-A317-0EAD07D5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if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(i ==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4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break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693C3CCE-D80D-41F1-BAB8-8B8A988A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i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 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94870795-BCCD-46C5-BA59-BDC940ED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9" name="cue-1">
            <a:extLst xmlns:a="http://schemas.openxmlformats.org/drawingml/2006/main">
              <a:ext uri="{FF2B5EF4-FFF2-40B4-BE49-F238E27FC236}">
                <a16:creationId xmlns:a16="http://schemas.microsoft.com/office/drawing/2014/main" id="{2B255C8C-08B6-44F6-9545-404AE855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输出 0 2 3</a:t>
            </a:r>
          </a:p>
        </p:txBody>
      </p:sp>
      <p:sp>
        <p:nvSpPr>
          <p:cNvPr id="10" name="cue-2">
            <a:extLst xmlns:a="http://schemas.openxmlformats.org/drawingml/2006/main">
              <a:ext uri="{FF2B5EF4-FFF2-40B4-BE49-F238E27FC236}">
                <a16:creationId xmlns:a16="http://schemas.microsoft.com/office/drawing/2014/main" id="{CAD9B07A-024F-44E1-AF1F-E5EB8A64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continue 跳过本轮，break 结束循环</a:t>
            </a:r>
          </a:p>
        </p:txBody>
      </p:sp>
    </p:spTree>
    <p:extLst>
      <p:ext uri="{BB962C8B-B14F-4D97-AF65-F5344CB8AC3E}">
        <p14:creationId xmlns:p14="http://schemas.microsoft.com/office/powerpoint/2010/main" val="49817146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rand">
            <a:extLst xmlns:a="http://schemas.openxmlformats.org/drawingml/2006/main">
              <a:ext uri="{FF2B5EF4-FFF2-40B4-BE49-F238E27FC236}">
                <a16:creationId xmlns:a16="http://schemas.microsoft.com/office/drawing/2014/main" id="{86241AE8-B380-4F50-88A2-CA478214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D65F454D-99B0-465D-9728-484C7678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38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6F7A7D99-497D-4116-A6F7-EF28E68B3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数组的下标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2A878BF8-3881-4023-AFD3-FCC0D220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scores[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5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]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{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94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87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50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4EB46CC1-8956-4A9C-8D61-4AFD2BEA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EDF8B30C-8FA3-4FFB-BDE3-DA99466C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scores[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]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B77306E7-17AC-438F-942B-51318576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scores[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4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]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4158B2FF-994A-4622-8E5A-651F9E72B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5 个位置：0、1、2、3、4</a:t>
            </a:r>
          </a:p>
        </p:txBody>
      </p:sp>
      <p:sp>
        <p:nvSpPr>
          <p:cNvPr id="9" name="cue-2">
            <a:extLst xmlns:a="http://schemas.openxmlformats.org/drawingml/2006/main">
              <a:ext uri="{FF2B5EF4-FFF2-40B4-BE49-F238E27FC236}">
                <a16:creationId xmlns:a16="http://schemas.microsoft.com/office/drawing/2014/main" id="{D4787580-ABE3-4C14-AC8E-3D1439DA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剩余元素初始化为 0</a:t>
            </a:r>
          </a:p>
        </p:txBody>
      </p:sp>
    </p:spTree>
    <p:extLst>
      <p:ext uri="{BB962C8B-B14F-4D97-AF65-F5344CB8AC3E}">
        <p14:creationId xmlns:p14="http://schemas.microsoft.com/office/powerpoint/2010/main" val="1940095473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91DF2287-68C6-43BA-AD6A-2D1E372A6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CC33A57F-98EA-4071-A378-6A22AA62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39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0014B6A3-086E-43A8-9E94-A3BD0C03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初始化方式影响元素的值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40926EEA-6984-43A3-AB23-510A15B4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a[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]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{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};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0, 0, 0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71819ECE-E967-4140-B0F3-313E7FCB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b[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]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{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5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};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5, 0, 0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F5B2F3BE-8B43-4631-BB66-3AC4D3443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c[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3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];      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uninitialized local ints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B61D2CBB-9691-4992-9FEC-11279622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未初始化的局部元素不能直接当作有效值读取</a:t>
            </a:r>
          </a:p>
        </p:txBody>
      </p:sp>
    </p:spTree>
    <p:extLst>
      <p:ext uri="{BB962C8B-B14F-4D97-AF65-F5344CB8AC3E}">
        <p14:creationId xmlns:p14="http://schemas.microsoft.com/office/powerpoint/2010/main" val="1304876615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rand">
            <a:extLst xmlns:a="http://schemas.openxmlformats.org/drawingml/2006/main">
              <a:ext uri="{FF2B5EF4-FFF2-40B4-BE49-F238E27FC236}">
                <a16:creationId xmlns:a16="http://schemas.microsoft.com/office/drawing/2014/main" id="{80F8DF0D-01F7-467F-AD6C-DD3445FA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56878F49-D1F6-4DE8-890E-01113A63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40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85DA5752-CD7E-43B3-AFD4-67FC48F41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std::array 的整体赋值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D86498A5-FEAC-4EED-86F2-A7474AF3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array&lt;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3&gt;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a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{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94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87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50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7236533E-A6FA-4A41-9D55-85DEB27D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array&lt;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3&gt;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b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{};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43459C86-D9D5-438E-A89F-A84B7280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b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a;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A57F3868-BE08-4665-BDF5-D306F991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b[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]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100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DD71C712-F0C8-4874-9F02-55A340C7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a[0] 仍是 94</a:t>
            </a:r>
          </a:p>
        </p:txBody>
      </p:sp>
      <p:sp>
        <p:nvSpPr>
          <p:cNvPr id="9" name="cue-2">
            <a:extLst xmlns:a="http://schemas.openxmlformats.org/drawingml/2006/main">
              <a:ext uri="{FF2B5EF4-FFF2-40B4-BE49-F238E27FC236}">
                <a16:creationId xmlns:a16="http://schemas.microsoft.com/office/drawing/2014/main" id="{43B4925C-002C-4D93-A41A-FFB7CFF7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原生数组不能直接写 b = a</a:t>
            </a:r>
          </a:p>
        </p:txBody>
      </p:sp>
    </p:spTree>
    <p:extLst>
      <p:ext uri="{BB962C8B-B14F-4D97-AF65-F5344CB8AC3E}">
        <p14:creationId xmlns:p14="http://schemas.microsoft.com/office/powerpoint/2010/main" val="292760670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brand">
            <a:extLst xmlns:a="http://schemas.openxmlformats.org/drawingml/2006/main">
              <a:ext uri="{FF2B5EF4-FFF2-40B4-BE49-F238E27FC236}">
                <a16:creationId xmlns:a16="http://schemas.microsoft.com/office/drawing/2014/main" id="{2767E4B1-34A6-4166-84B4-3C083DF9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9FDF841-3A0F-4120-8A44-CD533DB7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41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342F7476-87A3-45CE-BFDD-60654C28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拷贝后是两组独立元素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7F2D3E59-238E-4693-9DA1-597A190BD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a:  94  87  50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C5E7F7E8-78AE-4A3E-9C5E-47EFD8CB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b:  94  87  50   // after b = a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C6C4D627-D3E8-41D3-99AD-2EC1A02B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78421E8D-63F6-4620-9548-1650A6432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b[0] = 100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B5510C2A-E867-4B5D-934E-4902705D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98CB1849-A8AF-4669-A563-D4D5A884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a:  94  87  50</a:t>
            </a:r>
          </a:p>
        </p:txBody>
      </p:sp>
      <p:sp>
        <p:nvSpPr>
          <p:cNvPr id="10" name="code-7">
            <a:extLst xmlns:a="http://schemas.openxmlformats.org/drawingml/2006/main">
              <a:ext uri="{FF2B5EF4-FFF2-40B4-BE49-F238E27FC236}">
                <a16:creationId xmlns:a16="http://schemas.microsoft.com/office/drawing/2014/main" id="{E77439E5-A88E-4C4C-B6B1-C95118175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b: 100  87  50</a:t>
            </a:r>
          </a:p>
        </p:txBody>
      </p:sp>
      <p:sp>
        <p:nvSpPr>
          <p:cNvPr id="11" name="cue-1">
            <a:extLst xmlns:a="http://schemas.openxmlformats.org/drawingml/2006/main">
              <a:ext uri="{FF2B5EF4-FFF2-40B4-BE49-F238E27FC236}">
                <a16:creationId xmlns:a16="http://schemas.microsoft.com/office/drawing/2014/main" id="{D1B13779-6B35-4AED-8CE8-0AB025A6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值复制建立新的对象；后续修改不会自动同步</a:t>
            </a:r>
          </a:p>
        </p:txBody>
      </p:sp>
    </p:spTree>
    <p:extLst>
      <p:ext uri="{BB962C8B-B14F-4D97-AF65-F5344CB8AC3E}">
        <p14:creationId xmlns:p14="http://schemas.microsoft.com/office/powerpoint/2010/main" val="1287199263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rand">
            <a:extLst xmlns:a="http://schemas.openxmlformats.org/drawingml/2006/main">
              <a:ext uri="{FF2B5EF4-FFF2-40B4-BE49-F238E27FC236}">
                <a16:creationId xmlns:a16="http://schemas.microsoft.com/office/drawing/2014/main" id="{7BC78634-3BE3-4100-9DAC-E8EB7E8F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1D6E12C5-AD3D-402F-9FD1-5E7289DEE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42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F5446119-C5A4-41C4-9F71-4A0D2BD5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范围循环中的副本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926A7266-B6FB-4534-A8D0-0ABCEF76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array&lt;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3&gt;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scores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{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60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70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80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BF363B8D-32D0-47C6-B2C0-56926CF8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5ABFA0D5-CCFE-4DA0-9494-B4FF8AB0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for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score : scores)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AF78CD8A-598C-4241-929D-F886AF58D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score +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5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C25DAA86-B8A7-429D-B120-7AB6F8BC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9" name="cue-1">
            <a:extLst xmlns:a="http://schemas.openxmlformats.org/drawingml/2006/main">
              <a:ext uri="{FF2B5EF4-FFF2-40B4-BE49-F238E27FC236}">
                <a16:creationId xmlns:a16="http://schemas.microsoft.com/office/drawing/2014/main" id="{ABF939B4-FA21-43BB-9C6A-FEB3029B3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循环后 scores[0] 是 60 还是 65？</a:t>
            </a:r>
          </a:p>
        </p:txBody>
      </p:sp>
    </p:spTree>
    <p:extLst>
      <p:ext uri="{BB962C8B-B14F-4D97-AF65-F5344CB8AC3E}">
        <p14:creationId xmlns:p14="http://schemas.microsoft.com/office/powerpoint/2010/main" val="1852527462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A3AD0E70-ED57-40EA-BD46-A503EAE1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A359A6DF-6EBB-4998-A4C2-0E5FF7BE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43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9A1D2116-83ED-445E-B01A-353FD0481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用引用修改元素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D416A82E-56A5-469C-9843-5D3189CB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for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&amp; score : scores)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2131BC29-7CC1-4AD0-8962-6C759842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score +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5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67BD7467-7248-4B53-B950-C777D5BA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2AFAB005-5291-4901-8142-7C7233F0D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scores 变成 65、75、85</a:t>
            </a:r>
          </a:p>
        </p:txBody>
      </p:sp>
      <p:sp>
        <p:nvSpPr>
          <p:cNvPr id="8" name="cue-2">
            <a:extLst xmlns:a="http://schemas.openxmlformats.org/drawingml/2006/main">
              <a:ext uri="{FF2B5EF4-FFF2-40B4-BE49-F238E27FC236}">
                <a16:creationId xmlns:a16="http://schemas.microsoft.com/office/drawing/2014/main" id="{375F3ADA-796D-48B2-A003-CFD6E196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&amp; 在这里表示元素的别名</a:t>
            </a:r>
          </a:p>
        </p:txBody>
      </p:sp>
    </p:spTree>
    <p:extLst>
      <p:ext uri="{BB962C8B-B14F-4D97-AF65-F5344CB8AC3E}">
        <p14:creationId xmlns:p14="http://schemas.microsoft.com/office/powerpoint/2010/main" val="201058576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112E013F-A48B-4B9A-89E4-FE18DAC1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979089E2-F5C4-49EB-B823-6C6BBE990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44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3E80FB21-A4A9-497F-AE53-35E8263E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三种遍历写法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4AB04B84-4DCC-450B-9022-C6C329EA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for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value : scores)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copy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3640847D-431A-4AA3-9A8A-56D6726EA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for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&amp; value : scores)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modify element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C1A2FA14-F6F4-4500-A10C-41F29D5C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for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const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&amp; value : scores)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read only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A9CC5EAE-CE99-400D-BB49-449B2507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先决定是否修改原元素，再选择循环变量类型</a:t>
            </a:r>
          </a:p>
        </p:txBody>
      </p:sp>
    </p:spTree>
    <p:extLst>
      <p:ext uri="{BB962C8B-B14F-4D97-AF65-F5344CB8AC3E}">
        <p14:creationId xmlns:p14="http://schemas.microsoft.com/office/powerpoint/2010/main" val="160854337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4429B44B-C8AC-4754-BCF0-2A0FCD75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688BBB95-D721-4F6A-AD9E-EDF790E34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45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08C9C145-E9DB-4D04-B16A-82F83CFF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144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练习：统计及格人数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6D31EE91-D521-4504-9B81-3B99B5E1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给定 {94, 87, 50, 60, 0}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3828BE9A-F0CB-4127-94D4-2A8FE512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统计 ≥ 60 的元素个数</a:t>
            </a:r>
          </a:p>
        </p:txBody>
      </p:sp>
      <p:sp>
        <p:nvSpPr>
          <p:cNvPr id="6" name="body-3">
            <a:extLst xmlns:a="http://schemas.openxmlformats.org/drawingml/2006/main">
              <a:ext uri="{FF2B5EF4-FFF2-40B4-BE49-F238E27FC236}">
                <a16:creationId xmlns:a16="http://schemas.microsoft.com/office/drawing/2014/main" id="{B32C9F35-74CF-49BF-8928-2BF811C2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6707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再求平均分，预期为 58.2</a:t>
            </a:r>
          </a:p>
        </p:txBody>
      </p:sp>
    </p:spTree>
    <p:extLst>
      <p:ext uri="{BB962C8B-B14F-4D97-AF65-F5344CB8AC3E}">
        <p14:creationId xmlns:p14="http://schemas.microsoft.com/office/powerpoint/2010/main" val="605695512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brand">
            <a:extLst xmlns:a="http://schemas.openxmlformats.org/drawingml/2006/main">
              <a:ext uri="{FF2B5EF4-FFF2-40B4-BE49-F238E27FC236}">
                <a16:creationId xmlns:a16="http://schemas.microsoft.com/office/drawing/2014/main" id="{7EFF77BB-7537-4741-BD41-6666CBFF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880A23D7-B91F-4EDD-8741-B396AA55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46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E672429B-1F3B-4FBB-85C3-9563E989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统计问题的两个累加器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6E15CC56-38CA-4BE1-B1B7-C1B2BE68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sum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passed 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4168778A-5763-4A86-AECA-A3D7F78B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for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int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score : scores)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C162C6C9-864F-4D90-A01D-C7E3FC12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sum +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score;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2EF9DF5D-B713-4990-AEBF-F2C398A0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if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(score &gt;=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60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++passed;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08AB4871-FB02-490D-AD89-333BE8A7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C206451A-8F43-44EA-A540-6252BAFE9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double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average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</a:t>
            </a:r>
          </a:p>
        </p:txBody>
      </p:sp>
      <p:sp>
        <p:nvSpPr>
          <p:cNvPr id="10" name="code-7">
            <a:extLst xmlns:a="http://schemas.openxmlformats.org/drawingml/2006/main">
              <a:ext uri="{FF2B5EF4-FFF2-40B4-BE49-F238E27FC236}">
                <a16:creationId xmlns:a16="http://schemas.microsoft.com/office/drawing/2014/main" id="{15562E28-E42F-4703-B948-F784C942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static_cast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&lt;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double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&gt;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(sum)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/ scores.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size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1" name="cue-1">
            <a:extLst xmlns:a="http://schemas.openxmlformats.org/drawingml/2006/main">
              <a:ext uri="{FF2B5EF4-FFF2-40B4-BE49-F238E27FC236}">
                <a16:creationId xmlns:a16="http://schemas.microsoft.com/office/drawing/2014/main" id="{4EC735E1-2E59-4258-AFF2-D39182B03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这组固定数据：sum=291，passed=3，average=58.2</a:t>
            </a:r>
          </a:p>
        </p:txBody>
      </p:sp>
    </p:spTree>
    <p:extLst>
      <p:ext uri="{BB962C8B-B14F-4D97-AF65-F5344CB8AC3E}">
        <p14:creationId xmlns:p14="http://schemas.microsoft.com/office/powerpoint/2010/main" val="1764689700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brand">
            <a:extLst xmlns:a="http://schemas.openxmlformats.org/drawingml/2006/main">
              <a:ext uri="{FF2B5EF4-FFF2-40B4-BE49-F238E27FC236}">
                <a16:creationId xmlns:a16="http://schemas.microsoft.com/office/drawing/2014/main" id="{0CA80281-8694-4946-8A79-B674D73F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75343948-9222-4AFF-BC51-B0081725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47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85942FD1-CD6E-40F2-93B3-961B7F2B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循环与数组检查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064191C2-5DAD-49A1-81BB-50E260E2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为什么 double x = 3 / 2 得不到 1.5？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E60418E3-48B0-4C89-BE5E-26DCCEA6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为什么 score += 5 可能没有改动数组？</a:t>
            </a:r>
          </a:p>
        </p:txBody>
      </p:sp>
    </p:spTree>
    <p:extLst>
      <p:ext uri="{BB962C8B-B14F-4D97-AF65-F5344CB8AC3E}">
        <p14:creationId xmlns:p14="http://schemas.microsoft.com/office/powerpoint/2010/main" val="210706953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brand">
            <a:extLst xmlns:a="http://schemas.openxmlformats.org/drawingml/2006/main">
              <a:ext uri="{FF2B5EF4-FFF2-40B4-BE49-F238E27FC236}">
                <a16:creationId xmlns:a16="http://schemas.microsoft.com/office/drawing/2014/main" id="{7F876B07-64CF-4741-AB4C-87963CDFF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49C41ACC-47B2-4AE7-86FD-038BFC80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48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C9DB62B9-950C-4E63-A700-BB0B54F9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10668000" cy="902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字符串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C58B03BD-6749-4B1F-810A-BD8E8B65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104775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rPr>
              <a:t>在一串名字里定位和修改内容</a:t>
            </a:r>
          </a:p>
        </p:txBody>
      </p:sp>
    </p:spTree>
    <p:extLst>
      <p:ext uri="{BB962C8B-B14F-4D97-AF65-F5344CB8AC3E}">
        <p14:creationId xmlns:p14="http://schemas.microsoft.com/office/powerpoint/2010/main" val="1763267066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5B155970-C4DA-4C3A-9BAB-A9DB9946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558FFC8C-A04D-4C04-8A53-8C4208DC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49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68495A22-40C0-4B89-B32C-ACDE47E6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字符串也有下标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40E04A0E-FECC-4B87-81EA-F952D5071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name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"soyo"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48ED4A12-999A-4347-9886-B98102DF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name.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size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FDE01C7C-B112-4AC8-B393-8299E91A6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name[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]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'S'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0B97DBBA-1576-4E4F-B78F-2CF78286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size 是 4，修改后是 Soyo</a:t>
            </a:r>
          </a:p>
        </p:txBody>
      </p:sp>
    </p:spTree>
    <p:extLst>
      <p:ext uri="{BB962C8B-B14F-4D97-AF65-F5344CB8AC3E}">
        <p14:creationId xmlns:p14="http://schemas.microsoft.com/office/powerpoint/2010/main" val="271935241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E3453BDF-910F-49F0-9833-4882C747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CD821C04-2934-4AC9-BA1C-2E185489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50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8475EB8D-7179-469B-A678-82C4C7CBE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find 返回位置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B9FE1AF3-A749-4C79-829D-86547F9D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 </a:t>
            </a:r>
            <a:r>
              <a:rPr sz="2250">
                <a:solidFill>
                  <a:srgbClr val="6F42C1"/>
                </a:solidFill>
                <a:latin typeface="Menlo"/>
                <a:ea typeface="Menlo"/>
                <a:cs typeface="Menlo"/>
              </a:rPr>
              <a:t>members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"soyo,anon,taki"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9638F0FC-D71F-4203-80A5-D7A58D7EF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size_type pos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members.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find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"anon"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ue-1">
            <a:extLst xmlns:a="http://schemas.openxmlformats.org/drawingml/2006/main">
              <a:ext uri="{FF2B5EF4-FFF2-40B4-BE49-F238E27FC236}">
                <a16:creationId xmlns:a16="http://schemas.microsoft.com/office/drawing/2014/main" id="{AF0DF9DB-F18E-4675-B034-D1528848E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anon 从哪个下标开始？</a:t>
            </a:r>
          </a:p>
        </p:txBody>
      </p:sp>
    </p:spTree>
    <p:extLst>
      <p:ext uri="{BB962C8B-B14F-4D97-AF65-F5344CB8AC3E}">
        <p14:creationId xmlns:p14="http://schemas.microsoft.com/office/powerpoint/2010/main" val="660242108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5A72B127-C72C-4702-BDF4-3DEAEA56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9F4243AA-FCA7-42D9-88C0-3353A4FC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51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7183A5DD-7CBC-47D1-9AAB-75118ED1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没找到时是 npos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D990EDC3-0109-4540-8A5C-99905CDF8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size_type pos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members.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find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"rana"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04D79CDD-9FA3-4FC4-A9E2-CD471FEE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if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(pos != std::string::npos)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D6C40211-AF1F-4603-B826-0CEE9ED18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pos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906C3B68-73B3-4074-A4C1-03E8A63D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1FD5F4B1-2599-4863-B5EE-26DB5815D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位置 0 是成功，不能用 if(pos) 判断</a:t>
            </a:r>
          </a:p>
        </p:txBody>
      </p:sp>
    </p:spTree>
    <p:extLst>
      <p:ext uri="{BB962C8B-B14F-4D97-AF65-F5344CB8AC3E}">
        <p14:creationId xmlns:p14="http://schemas.microsoft.com/office/powerpoint/2010/main" val="696488765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6888ED9B-B244-410E-914A-9FA9D18E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3F166CA9-394C-4DCD-BE39-7687BBDDE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52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EDCDA368-F04A-4F59-AD57-C43BF7D61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查找的三个边界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40D28BF6-49D8-4B4A-863C-5FBEE1C3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members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"soyo,anon,taki"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D4C109EA-95EC-4804-A900-D2F37335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find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"soyo"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0: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 found at the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start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E0176F92-8115-4321-AF5C-01701C40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find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"taki"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10: found later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74443EE7-4017-44D4-9E75-0ACBEB742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find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"rana"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</a:t>
            </a:r>
            <a:r>
              <a:rPr sz="2250">
                <a:solidFill>
                  <a:srgbClr val="59636E"/>
                </a:solidFill>
                <a:latin typeface="Menlo"/>
                <a:ea typeface="Menlo"/>
                <a:cs typeface="Menlo"/>
              </a:rPr>
              <a:t>// npos: not found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C90BE0CF-3AE8-4277-9EBA-EC1CB6B8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起点、非起点、未找到，都要覆盖</a:t>
            </a:r>
          </a:p>
        </p:txBody>
      </p:sp>
    </p:spTree>
    <p:extLst>
      <p:ext uri="{BB962C8B-B14F-4D97-AF65-F5344CB8AC3E}">
        <p14:creationId xmlns:p14="http://schemas.microsoft.com/office/powerpoint/2010/main" val="1337828482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rand">
            <a:extLst xmlns:a="http://schemas.openxmlformats.org/drawingml/2006/main">
              <a:ext uri="{FF2B5EF4-FFF2-40B4-BE49-F238E27FC236}">
                <a16:creationId xmlns:a16="http://schemas.microsoft.com/office/drawing/2014/main" id="{039083B8-5D13-49AF-95AB-2F256711E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B6482B78-404A-4C32-B44B-F79893FF2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53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D53F8737-312A-42F5-B0E4-27E5E18C7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replace 改变后续位置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6F3B0B6E-B3EC-473A-A423-7CFB3B38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size_type pos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members.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find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"anon"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5F2F8B20-7791-4BA4-A913-CA2B0DD22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if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(pos != std::string::npos)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33419949-511A-4657-A98E-A2075B2EB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members.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replace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(pos,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4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"rana"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68C6951F-0D11-493A-AB91-D871F47B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C409D5FE-70FF-43A0-8E28-CA7E8854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结果是 soyo,rana,taki</a:t>
            </a:r>
          </a:p>
        </p:txBody>
      </p:sp>
      <p:sp>
        <p:nvSpPr>
          <p:cNvPr id="9" name="cue-2">
            <a:extLst xmlns:a="http://schemas.openxmlformats.org/drawingml/2006/main">
              <a:ext uri="{FF2B5EF4-FFF2-40B4-BE49-F238E27FC236}">
                <a16:creationId xmlns:a16="http://schemas.microsoft.com/office/drawing/2014/main" id="{CD0AB5BD-805A-4FDF-B3A9-84B048CE6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换成更长名字后，要重新查找后续位置</a:t>
            </a:r>
          </a:p>
        </p:txBody>
      </p:sp>
    </p:spTree>
    <p:extLst>
      <p:ext uri="{BB962C8B-B14F-4D97-AF65-F5344CB8AC3E}">
        <p14:creationId xmlns:p14="http://schemas.microsoft.com/office/powerpoint/2010/main" val="566436751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82B4DBCC-799D-436C-A937-B84C4FB1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581A0BD6-9BD7-49DB-9E3E-AB7C9F05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54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51E0AED7-9198-40E8-BA96-417B8F1A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追加与删除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BA2F40C3-DD6C-44AC-A110-930830CC3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members +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",tomori"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9E4610AA-612B-4606-A8AB-87C1BE41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members.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insert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"rana,"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7573296F-9D36-409C-B82F-EF912E5BF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members.</a:t>
            </a: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erase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(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0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9A4D00"/>
                </a:solidFill>
                <a:latin typeface="Menlo"/>
                <a:ea typeface="Menlo"/>
                <a:cs typeface="Menlo"/>
              </a:rPr>
              <a:t>5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)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A8F60A43-5B6E-4CFF-AE11-717B5AE2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删除名字时，分隔符由谁处理？</a:t>
            </a:r>
          </a:p>
        </p:txBody>
      </p:sp>
    </p:spTree>
    <p:extLst>
      <p:ext uri="{BB962C8B-B14F-4D97-AF65-F5344CB8AC3E}">
        <p14:creationId xmlns:p14="http://schemas.microsoft.com/office/powerpoint/2010/main" val="61210305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rand">
            <a:extLst xmlns:a="http://schemas.openxmlformats.org/drawingml/2006/main">
              <a:ext uri="{FF2B5EF4-FFF2-40B4-BE49-F238E27FC236}">
                <a16:creationId xmlns:a16="http://schemas.microsoft.com/office/drawing/2014/main" id="{46AA907A-B639-4F6F-A225-35C12C45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36B3CE1D-AF8F-4CB9-9644-570AEB9D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55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CF442EF2-5A11-4DB5-8423-A1720935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字符串修改后的状态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0DB58EC9-E5D4-4FFA-A40F-4330D6FC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start:    soyo,anon,taki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BCEF12B7-79C1-48E6-BE6E-04061EAD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append:   soyo,anon,taki,tomori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10330973-6B06-4879-9FFA-73BB3191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insert:   rana,soyo,anon,taki,tomori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21757DCA-77A6-49F8-8EF3-1DD09055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111111"/>
                </a:solidFill>
                <a:latin typeface="Menlo"/>
                <a:ea typeface="Menlo"/>
                <a:cs typeface="Menlo"/>
              </a:rPr>
              <a:t>erase:    soyo,anon,taki,tomori</a:t>
            </a:r>
          </a:p>
        </p:txBody>
      </p:sp>
      <p:sp>
        <p:nvSpPr>
          <p:cNvPr id="8" name="cue-1">
            <a:extLst xmlns:a="http://schemas.openxmlformats.org/drawingml/2006/main">
              <a:ext uri="{FF2B5EF4-FFF2-40B4-BE49-F238E27FC236}">
                <a16:creationId xmlns:a16="http://schemas.microsoft.com/office/drawing/2014/main" id="{A3116723-5DB5-4568-BB1D-9B0E1ACE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每一步都在上一份结果上继续修改</a:t>
            </a:r>
          </a:p>
        </p:txBody>
      </p:sp>
    </p:spTree>
    <p:extLst>
      <p:ext uri="{BB962C8B-B14F-4D97-AF65-F5344CB8AC3E}">
        <p14:creationId xmlns:p14="http://schemas.microsoft.com/office/powerpoint/2010/main" val="1113242511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B8BB73B9-04FB-458E-8BEA-5B7F0E6E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F31A2FEF-6CE6-4059-8498-1595AD7BF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56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68F1088A-95D9-4083-87D8-8A0BC2543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144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练习：查找并替换成员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54C9E5E3-767E-423F-842B-903C8802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起始：soyo,anon,taki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0C45061E-E1DE-465E-B36C-97A67E365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找到 anon 时替换为 tomori</a:t>
            </a:r>
          </a:p>
        </p:txBody>
      </p:sp>
      <p:sp>
        <p:nvSpPr>
          <p:cNvPr id="6" name="body-3">
            <a:extLst xmlns:a="http://schemas.openxmlformats.org/drawingml/2006/main">
              <a:ext uri="{FF2B5EF4-FFF2-40B4-BE49-F238E27FC236}">
                <a16:creationId xmlns:a16="http://schemas.microsoft.com/office/drawing/2014/main" id="{A6E48AB2-1E4C-4ED8-994C-D139B532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6707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找不到时保持原样</a:t>
            </a:r>
          </a:p>
        </p:txBody>
      </p:sp>
    </p:spTree>
    <p:extLst>
      <p:ext uri="{BB962C8B-B14F-4D97-AF65-F5344CB8AC3E}">
        <p14:creationId xmlns:p14="http://schemas.microsoft.com/office/powerpoint/2010/main" val="1479065723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brand">
            <a:extLst xmlns:a="http://schemas.openxmlformats.org/drawingml/2006/main">
              <a:ext uri="{FF2B5EF4-FFF2-40B4-BE49-F238E27FC236}">
                <a16:creationId xmlns:a16="http://schemas.microsoft.com/office/drawing/2014/main" id="{0DDC45DD-E5AF-47A3-A2C6-09595180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34E6ECF1-2C98-42BD-9981-A8251F8B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57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CF554D8D-FFFF-4E71-8623-5C1FE191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10668000" cy="902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整合与下一课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B1ECCDA5-DFA7-4AA4-BE34-EDC2EB7E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104775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>
                <a:solidFill>
                  <a:srgbClr val="DDDDDD"/>
                </a:solidFill>
                <a:latin typeface="PingFang SC"/>
                <a:ea typeface="PingFang SC"/>
                <a:cs typeface="PingFang SC"/>
              </a:rPr>
              <a:t>数据开始属于同一个对象</a:t>
            </a:r>
          </a:p>
        </p:txBody>
      </p:sp>
    </p:spTree>
    <p:extLst>
      <p:ext uri="{BB962C8B-B14F-4D97-AF65-F5344CB8AC3E}">
        <p14:creationId xmlns:p14="http://schemas.microsoft.com/office/powerpoint/2010/main" val="2084940747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brand">
            <a:extLst xmlns:a="http://schemas.openxmlformats.org/drawingml/2006/main">
              <a:ext uri="{FF2B5EF4-FFF2-40B4-BE49-F238E27FC236}">
                <a16:creationId xmlns:a16="http://schemas.microsoft.com/office/drawing/2014/main" id="{17CAF71F-BEB6-4F0B-95FC-97AA3FBF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66558693-F499-40C0-B95B-08A8D686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58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B6050447-7C5A-4312-A14C-2E4CE518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一条记录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18592EED-87D8-4CA0-A4C1-50DCE2CE2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005CC5"/>
                </a:solidFill>
                <a:latin typeface="Menlo"/>
                <a:ea typeface="Menlo"/>
                <a:cs typeface="Menlo"/>
              </a:rPr>
              <a:t>struct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BandRecord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{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652F1C73-CB21-453F-A116-300611335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 guitar;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D357E92B-2AF8-4BEA-946F-2B185333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   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string vocal;</a:t>
            </a:r>
          </a:p>
        </p:txBody>
      </p:sp>
      <p:sp>
        <p:nvSpPr>
          <p:cNvPr id="7" name="code-4">
            <a:extLst xmlns:a="http://schemas.openxmlformats.org/drawingml/2006/main">
              <a:ext uri="{FF2B5EF4-FFF2-40B4-BE49-F238E27FC236}">
                <a16:creationId xmlns:a16="http://schemas.microsoft.com/office/drawing/2014/main" id="{22642EAF-ED0C-485A-97A7-CD43E3EA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};</a:t>
            </a:r>
          </a:p>
        </p:txBody>
      </p:sp>
      <p:sp>
        <p:nvSpPr>
          <p:cNvPr id="8" name="code-5">
            <a:extLst xmlns:a="http://schemas.openxmlformats.org/drawingml/2006/main">
              <a:ext uri="{FF2B5EF4-FFF2-40B4-BE49-F238E27FC236}">
                <a16:creationId xmlns:a16="http://schemas.microsoft.com/office/drawing/2014/main" id="{166F946B-01D0-4B82-8C07-6C6ED337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9" name="code-6">
            <a:extLst xmlns:a="http://schemas.openxmlformats.org/drawingml/2006/main">
              <a:ext uri="{FF2B5EF4-FFF2-40B4-BE49-F238E27FC236}">
                <a16:creationId xmlns:a16="http://schemas.microsoft.com/office/drawing/2014/main" id="{6D813A94-4054-4BD3-91C4-1EEEF513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BandRecord band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{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"mutsumi"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"hatsune"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};</a:t>
            </a:r>
          </a:p>
        </p:txBody>
      </p:sp>
      <p:sp>
        <p:nvSpPr>
          <p:cNvPr id="10" name="code-7">
            <a:extLst xmlns:a="http://schemas.openxmlformats.org/drawingml/2006/main">
              <a:ext uri="{FF2B5EF4-FFF2-40B4-BE49-F238E27FC236}">
                <a16:creationId xmlns:a16="http://schemas.microsoft.com/office/drawing/2014/main" id="{BA180D54-BAA8-4C12-B22E-B59AA639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std::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cout &lt;&lt; band.guitar &lt;&lt;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'\n'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11" name="cue-1">
            <a:extLst xmlns:a="http://schemas.openxmlformats.org/drawingml/2006/main">
              <a:ext uri="{FF2B5EF4-FFF2-40B4-BE49-F238E27FC236}">
                <a16:creationId xmlns:a16="http://schemas.microsoft.com/office/drawing/2014/main" id="{A44F3F65-1DF8-46EB-82E9-D2CFB8ED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类型描述结构，对象保存一份具体数据</a:t>
            </a:r>
          </a:p>
        </p:txBody>
      </p:sp>
    </p:spTree>
    <p:extLst>
      <p:ext uri="{BB962C8B-B14F-4D97-AF65-F5344CB8AC3E}">
        <p14:creationId xmlns:p14="http://schemas.microsoft.com/office/powerpoint/2010/main" val="1439812834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64A6EE25-C4F9-48E4-92AC-97E4EA38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7E08D68E-CC34-434D-B9EC-D6D48DBB6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59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7A0F1361-F706-4999-A8CD-AAA880A6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类型与两份记录</a:t>
            </a:r>
          </a:p>
        </p:txBody>
      </p:sp>
      <p:sp>
        <p:nvSpPr>
          <p:cNvPr id="4" name="code-1">
            <a:extLst xmlns:a="http://schemas.openxmlformats.org/drawingml/2006/main">
              <a:ext uri="{FF2B5EF4-FFF2-40B4-BE49-F238E27FC236}">
                <a16:creationId xmlns:a16="http://schemas.microsoft.com/office/drawing/2014/main" id="{1B7F3A75-9654-40CC-8A1F-1ECDC39D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2880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BandRecord a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{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"mutsumi"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"hatsune"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};</a:t>
            </a:r>
          </a:p>
        </p:txBody>
      </p:sp>
      <p:sp>
        <p:nvSpPr>
          <p:cNvPr id="5" name="code-2">
            <a:extLst xmlns:a="http://schemas.openxmlformats.org/drawingml/2006/main">
              <a:ext uri="{FF2B5EF4-FFF2-40B4-BE49-F238E27FC236}">
                <a16:creationId xmlns:a16="http://schemas.microsoft.com/office/drawing/2014/main" id="{941CBB16-908B-495F-BFDD-8432DF84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BandRecord b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{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"anon"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,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"tomori"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};</a:t>
            </a:r>
          </a:p>
        </p:txBody>
      </p:sp>
      <p:sp>
        <p:nvSpPr>
          <p:cNvPr id="6" name="code-3">
            <a:extLst xmlns:a="http://schemas.openxmlformats.org/drawingml/2006/main">
              <a:ext uri="{FF2B5EF4-FFF2-40B4-BE49-F238E27FC236}">
                <a16:creationId xmlns:a16="http://schemas.microsoft.com/office/drawing/2014/main" id="{31A5A63F-D66C-4E2F-97D1-F3FA3F8C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591800" cy="422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defPPr>
            <a:lvl1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1pPr>
            <a:lvl2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2pPr>
            <a:lvl3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3pPr>
            <a:lvl4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4pPr>
            <a:lvl5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5pPr>
            <a:lvl6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6pPr>
            <a:lvl7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7pPr>
            <a:lvl8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8pPr>
            <a:lvl9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11111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a.guitar 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= </a:t>
            </a:r>
            <a:r>
              <a:rPr sz="2250">
                <a:solidFill>
                  <a:srgbClr val="0B6B3A"/>
                </a:solidFill>
                <a:latin typeface="Menlo"/>
                <a:ea typeface="Menlo"/>
                <a:cs typeface="Menlo"/>
              </a:rPr>
              <a:t>"soyo"</a:t>
            </a:r>
            <a:r>
              <a:rPr sz="2250">
                <a:solidFill>
                  <a:srgbClr val="222222"/>
                </a:solidFill>
                <a:latin typeface="Menlo"/>
                <a:ea typeface="Menlo"/>
                <a:cs typeface="Menlo"/>
              </a:rPr>
              <a:t>;</a:t>
            </a:r>
          </a:p>
        </p:txBody>
      </p:sp>
      <p:sp>
        <p:nvSpPr>
          <p:cNvPr id="7" name="cue-1">
            <a:extLst xmlns:a="http://schemas.openxmlformats.org/drawingml/2006/main">
              <a:ext uri="{FF2B5EF4-FFF2-40B4-BE49-F238E27FC236}">
                <a16:creationId xmlns:a16="http://schemas.microsoft.com/office/drawing/2014/main" id="{DBC3DFE1-9232-4699-834B-2CCEFDD7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10477500" cy="408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175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同一类型的两个对象，各自保存自己的字段</a:t>
            </a:r>
          </a:p>
        </p:txBody>
      </p:sp>
    </p:spTree>
    <p:extLst>
      <p:ext uri="{BB962C8B-B14F-4D97-AF65-F5344CB8AC3E}">
        <p14:creationId xmlns:p14="http://schemas.microsoft.com/office/powerpoint/2010/main" val="569744912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5882DFBB-E3BA-407A-B857-593CD14C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BBBBB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F5F5A887-48A6-4DBD-A72B-B0B7901C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BBBBB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BBBBBB"/>
                </a:solidFill>
                <a:latin typeface="Menlo"/>
                <a:ea typeface="Menlo"/>
                <a:cs typeface="Menlo"/>
              </a:rPr>
              <a:t>60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4D367AFB-5C6F-4745-8B30-FDE1C5172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144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综合：成绩报告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8791E044-CFB2-4860-AE54-CE268017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读取 3 个分数并存入 std::array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88429DEF-2BC3-4A41-8F73-BE6297EB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循环求和，输出 1 位小数的平均分</a:t>
            </a:r>
          </a:p>
        </p:txBody>
      </p:sp>
      <p:sp>
        <p:nvSpPr>
          <p:cNvPr id="6" name="body-3">
            <a:extLst xmlns:a="http://schemas.openxmlformats.org/drawingml/2006/main">
              <a:ext uri="{FF2B5EF4-FFF2-40B4-BE49-F238E27FC236}">
                <a16:creationId xmlns:a16="http://schemas.microsoft.com/office/drawing/2014/main" id="{6F8A690C-755E-4651-8AF9-582E04590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67075"/>
            <a:ext cx="10477500" cy="535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8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输出及格人数</a:t>
            </a:r>
          </a:p>
        </p:txBody>
      </p:sp>
    </p:spTree>
    <p:extLst>
      <p:ext uri="{BB962C8B-B14F-4D97-AF65-F5344CB8AC3E}">
        <p14:creationId xmlns:p14="http://schemas.microsoft.com/office/powerpoint/2010/main" val="314415565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rand">
            <a:extLst xmlns:a="http://schemas.openxmlformats.org/drawingml/2006/main">
              <a:ext uri="{FF2B5EF4-FFF2-40B4-BE49-F238E27FC236}">
                <a16:creationId xmlns:a16="http://schemas.microsoft.com/office/drawing/2014/main" id="{042713AF-2707-481C-B003-44F10E381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7771DBEF-39ED-4D2B-8E77-8D97FC8F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61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AA407084-5D7D-49AE-820D-02028E12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综合程序的检查顺序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9E9BF4F5-9DAE-4EFE-B4B4-E1751AE8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94 87 50：平均分 77.0，及格 2 人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3D19CCAD-7FA4-4343-87A3-3E73FD5B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60 60 60：平均分 60.0，及格 3 人</a:t>
            </a:r>
          </a:p>
        </p:txBody>
      </p:sp>
      <p:sp>
        <p:nvSpPr>
          <p:cNvPr id="6" name="body-3">
            <a:extLst xmlns:a="http://schemas.openxmlformats.org/drawingml/2006/main">
              <a:ext uri="{FF2B5EF4-FFF2-40B4-BE49-F238E27FC236}">
                <a16:creationId xmlns:a16="http://schemas.microsoft.com/office/drawing/2014/main" id="{CE6D804E-C1E9-4ABC-B290-533CFCD3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670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0 0 0：平均分 0.0，及格 0 人</a:t>
            </a:r>
          </a:p>
        </p:txBody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55D481E3-2100-401F-8E5E-77EDA1D1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8142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出错时依次检查输入、累计值、除法和比较</a:t>
            </a:r>
          </a:p>
        </p:txBody>
      </p:sp>
    </p:spTree>
    <p:extLst>
      <p:ext uri="{BB962C8B-B14F-4D97-AF65-F5344CB8AC3E}">
        <p14:creationId xmlns:p14="http://schemas.microsoft.com/office/powerpoint/2010/main" val="1494437588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brand">
            <a:extLst xmlns:a="http://schemas.openxmlformats.org/drawingml/2006/main">
              <a:ext uri="{FF2B5EF4-FFF2-40B4-BE49-F238E27FC236}">
                <a16:creationId xmlns:a16="http://schemas.microsoft.com/office/drawing/2014/main" id="{FE9D3C5F-F809-43E7-99B6-8BCA3FD7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"/>
            <a:ext cx="7143750" cy="211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777777"/>
                </a:solidFill>
                <a:latin typeface="PingFang SC"/>
                <a:ea typeface="PingFang SC"/>
                <a:cs typeface="PingFang SC"/>
              </a:rPr>
              <a:t>AIM ROBOTICS</a:t>
            </a:r>
          </a:p>
        </p:txBody>
      </p:sp>
      <p:sp>
        <p:nvSpPr>
          <p:cNvPr id="2" name="folio">
            <a:extLst xmlns:a="http://schemas.openxmlformats.org/drawingml/2006/main">
              <a:ext uri="{FF2B5EF4-FFF2-40B4-BE49-F238E27FC236}">
                <a16:creationId xmlns:a16="http://schemas.microsoft.com/office/drawing/2014/main" id="{6D0D3130-095B-4DE7-B2F5-01C3B1915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38900"/>
            <a:ext cx="952500" cy="225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defPPr>
            <a:lvl1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1pPr>
            <a:lvl2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2pPr>
            <a:lvl3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3pPr>
            <a:lvl4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4pPr>
            <a:lvl5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5pPr>
            <a:lvl6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6pPr>
            <a:lvl7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7pPr>
            <a:lvl8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8pPr>
            <a:lvl9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777777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777777"/>
                </a:solidFill>
                <a:latin typeface="Menlo"/>
                <a:ea typeface="Menlo"/>
                <a:cs typeface="Menlo"/>
              </a:rPr>
              <a:t>62 / 62</a:t>
            </a:r>
          </a:p>
        </p:txBody>
      </p:sp>
      <p:sp>
        <p:nvSpPr>
          <p:cNvPr id="3" name="heading-1">
            <a:extLst xmlns:a="http://schemas.openxmlformats.org/drawingml/2006/main">
              <a:ext uri="{FF2B5EF4-FFF2-40B4-BE49-F238E27FC236}">
                <a16:creationId xmlns:a16="http://schemas.microsoft.com/office/drawing/2014/main" id="{88EC069E-0610-49BD-9FA1-43698ACF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3900"/>
            <a:ext cx="10668000" cy="620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第一课回看</a:t>
            </a:r>
          </a:p>
        </p:txBody>
      </p:sp>
      <p:sp>
        <p:nvSpPr>
          <p:cNvPr id="4" name="body-1">
            <a:extLst xmlns:a="http://schemas.openxmlformats.org/drawingml/2006/main">
              <a:ext uri="{FF2B5EF4-FFF2-40B4-BE49-F238E27FC236}">
                <a16:creationId xmlns:a16="http://schemas.microsoft.com/office/drawing/2014/main" id="{3532FD69-60D3-423A-9F20-337F13F2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读到一个新程序，你会先看哪里？</a:t>
            </a:r>
          </a:p>
        </p:txBody>
      </p:sp>
      <p:sp>
        <p:nvSpPr>
          <p:cNvPr id="5" name="body-2">
            <a:extLst xmlns:a="http://schemas.openxmlformats.org/drawingml/2006/main">
              <a:ext uri="{FF2B5EF4-FFF2-40B4-BE49-F238E27FC236}">
                <a16:creationId xmlns:a16="http://schemas.microsoft.com/office/drawing/2014/main" id="{5909C3F0-1A3D-4FBF-A3C4-172C416A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算错结果，你会先检查什么？</a:t>
            </a:r>
          </a:p>
        </p:txBody>
      </p:sp>
      <p:sp>
        <p:nvSpPr>
          <p:cNvPr id="6" name="body-3">
            <a:extLst xmlns:a="http://schemas.openxmlformats.org/drawingml/2006/main">
              <a:ext uri="{FF2B5EF4-FFF2-40B4-BE49-F238E27FC236}">
                <a16:creationId xmlns:a16="http://schemas.microsoft.com/office/drawing/2014/main" id="{DC352E11-191E-44C6-B9AB-3D85FA2F6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67075"/>
            <a:ext cx="10477500" cy="50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defPPr>
            <a:lvl1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1pPr>
            <a:lvl2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2pPr>
            <a:lvl3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3pPr>
            <a:lvl4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4pPr>
            <a:lvl5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5pPr>
            <a:lvl6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6pPr>
            <a:lvl7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7pPr>
            <a:lvl8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8pPr>
            <a:lvl9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defRPr>
            </a:pPr>
            <a:r>
              <a:rPr sz="2700" b="0">
                <a:solidFill>
                  <a:srgbClr val="111111"/>
                </a:solidFill>
                <a:latin typeface="PingFang SC"/>
                <a:ea typeface="PingFang SC"/>
                <a:cs typeface="PingFang SC"/>
              </a:rPr>
              <a:t>下一课：函数怎样改变调用者的数据？</a:t>
            </a:r>
          </a:p>
        </p:txBody>
      </p:sp>
    </p:spTree>
    <p:extLst>
      <p:ext uri="{BB962C8B-B14F-4D97-AF65-F5344CB8AC3E}">
        <p14:creationId xmlns:p14="http://schemas.microsoft.com/office/powerpoint/2010/main" val="4564696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2026-10-27T06:00:22.4290000Z</dcterms:created>
  <dcterms:modified xsi:type="dcterms:W3CDTF">2026-10-27T06:00:22.4290000Z</dcterms:modified>
</coreProperties>
</file>