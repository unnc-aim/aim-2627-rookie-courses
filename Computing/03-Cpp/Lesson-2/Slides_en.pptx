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bfd1805315d40be" /><Relationship Type="http://schemas.openxmlformats.org/officeDocument/2006/relationships/extended-properties" Target="/docProps/app.xml" Id="Rd7ff0b7a513845ff" /><Relationship Type="http://schemas.openxmlformats.org/officeDocument/2006/relationships/officeDocument" Target="/ppt/presentation.xml" Id="Re23267589c7e4e34" /></Relationships>
</file>

<file path=ppt/presentation.xml><?xml version="1.0" encoding="utf-8"?>
<p:presentation xmlns:p="http://schemas.openxmlformats.org/presentationml/2006/main">
  <p:sldMasterIdLst>
    <p:sldMasterId xmlns:r="http://schemas.openxmlformats.org/officeDocument/2006/relationships" id="2147483648" r:id="R311e1410ef0943f8"/>
  </p:sldMasterIdLst>
  <p:notesMasterIdLst>
    <p:notesMasterId xmlns:r="http://schemas.openxmlformats.org/officeDocument/2006/relationships" r:id="R14c8c86beead4b28"/>
  </p:notesMasterIdLst>
  <p:sldIdLst>
    <p:sldId xmlns:r="http://schemas.openxmlformats.org/officeDocument/2006/relationships" id="256" r:id="R181fa272cf0d4843"/>
    <p:sldId xmlns:r="http://schemas.openxmlformats.org/officeDocument/2006/relationships" id="257" r:id="R1202fc5dfc3a46c0"/>
    <p:sldId xmlns:r="http://schemas.openxmlformats.org/officeDocument/2006/relationships" id="258" r:id="Rc2af2ae04c3e4327"/>
    <p:sldId xmlns:r="http://schemas.openxmlformats.org/officeDocument/2006/relationships" id="259" r:id="R1fd0bb1c13a44a95"/>
    <p:sldId xmlns:r="http://schemas.openxmlformats.org/officeDocument/2006/relationships" id="260" r:id="R8dc2aa1c96d34bd8"/>
    <p:sldId xmlns:r="http://schemas.openxmlformats.org/officeDocument/2006/relationships" id="261" r:id="R6ae4652e6bb64d43"/>
    <p:sldId xmlns:r="http://schemas.openxmlformats.org/officeDocument/2006/relationships" id="262" r:id="Reffbe12971d44a60"/>
    <p:sldId xmlns:r="http://schemas.openxmlformats.org/officeDocument/2006/relationships" id="263" r:id="Rd5d93e1488cb4800"/>
    <p:sldId xmlns:r="http://schemas.openxmlformats.org/officeDocument/2006/relationships" id="264" r:id="R2a696a2e88e04503"/>
    <p:sldId xmlns:r="http://schemas.openxmlformats.org/officeDocument/2006/relationships" id="265" r:id="R4ebb885e22904163"/>
    <p:sldId xmlns:r="http://schemas.openxmlformats.org/officeDocument/2006/relationships" id="266" r:id="Rdf24a206cd774f86"/>
    <p:sldId xmlns:r="http://schemas.openxmlformats.org/officeDocument/2006/relationships" id="267" r:id="R23a7ded9144b4732"/>
    <p:sldId xmlns:r="http://schemas.openxmlformats.org/officeDocument/2006/relationships" id="268" r:id="Rdac6254c5741499e"/>
    <p:sldId xmlns:r="http://schemas.openxmlformats.org/officeDocument/2006/relationships" id="269" r:id="Rac0c37eaa0784e20"/>
    <p:sldId xmlns:r="http://schemas.openxmlformats.org/officeDocument/2006/relationships" id="270" r:id="Rba9b07573c8d4851"/>
    <p:sldId xmlns:r="http://schemas.openxmlformats.org/officeDocument/2006/relationships" id="271" r:id="Rf7d7a888bdde4a03"/>
    <p:sldId xmlns:r="http://schemas.openxmlformats.org/officeDocument/2006/relationships" id="272" r:id="R90ce1ffb5f424c8c"/>
    <p:sldId xmlns:r="http://schemas.openxmlformats.org/officeDocument/2006/relationships" id="273" r:id="Rbf6e5067d3d5492a"/>
    <p:sldId xmlns:r="http://schemas.openxmlformats.org/officeDocument/2006/relationships" id="274" r:id="Rfa9ec8905e3b4b52"/>
    <p:sldId xmlns:r="http://schemas.openxmlformats.org/officeDocument/2006/relationships" id="275" r:id="R2bca439b87b84704"/>
    <p:sldId xmlns:r="http://schemas.openxmlformats.org/officeDocument/2006/relationships" id="276" r:id="Ra255c7ca6d614d12"/>
    <p:sldId xmlns:r="http://schemas.openxmlformats.org/officeDocument/2006/relationships" id="277" r:id="Rc655d2cf8fa1410e"/>
    <p:sldId xmlns:r="http://schemas.openxmlformats.org/officeDocument/2006/relationships" id="278" r:id="R663968647aa8462f"/>
    <p:sldId xmlns:r="http://schemas.openxmlformats.org/officeDocument/2006/relationships" id="279" r:id="Rc8611db966344ec9"/>
    <p:sldId xmlns:r="http://schemas.openxmlformats.org/officeDocument/2006/relationships" id="280" r:id="R78f71f7fa2b149c3"/>
    <p:sldId xmlns:r="http://schemas.openxmlformats.org/officeDocument/2006/relationships" id="281" r:id="R69b05965a4494027"/>
    <p:sldId xmlns:r="http://schemas.openxmlformats.org/officeDocument/2006/relationships" id="282" r:id="Rab2a5eaeda8448f2"/>
    <p:sldId xmlns:r="http://schemas.openxmlformats.org/officeDocument/2006/relationships" id="283" r:id="R3ffdf9c98cd24e59"/>
    <p:sldId xmlns:r="http://schemas.openxmlformats.org/officeDocument/2006/relationships" id="284" r:id="R0ac7fb0f0e10488b"/>
    <p:sldId xmlns:r="http://schemas.openxmlformats.org/officeDocument/2006/relationships" id="285" r:id="Rda01269b3e8944c2"/>
    <p:sldId xmlns:r="http://schemas.openxmlformats.org/officeDocument/2006/relationships" id="286" r:id="R5789a6ad4cdf4cbb"/>
    <p:sldId xmlns:r="http://schemas.openxmlformats.org/officeDocument/2006/relationships" id="287" r:id="R33833f461b534810"/>
    <p:sldId xmlns:r="http://schemas.openxmlformats.org/officeDocument/2006/relationships" id="288" r:id="Rf33750300794418e"/>
    <p:sldId xmlns:r="http://schemas.openxmlformats.org/officeDocument/2006/relationships" id="289" r:id="R3b337a0baec94181"/>
    <p:sldId xmlns:r="http://schemas.openxmlformats.org/officeDocument/2006/relationships" id="290" r:id="R1c958820af6445cd"/>
    <p:sldId xmlns:r="http://schemas.openxmlformats.org/officeDocument/2006/relationships" id="291" r:id="Reaeee48e22fe4491"/>
    <p:sldId xmlns:r="http://schemas.openxmlformats.org/officeDocument/2006/relationships" id="292" r:id="Rf54adea9f21b4f63"/>
    <p:sldId xmlns:r="http://schemas.openxmlformats.org/officeDocument/2006/relationships" id="293" r:id="Rfd9407825f474580"/>
    <p:sldId xmlns:r="http://schemas.openxmlformats.org/officeDocument/2006/relationships" id="294" r:id="Rad2087a5bc6b4bdb"/>
    <p:sldId xmlns:r="http://schemas.openxmlformats.org/officeDocument/2006/relationships" id="295" r:id="Rc3a4ec6529e84ef3"/>
    <p:sldId xmlns:r="http://schemas.openxmlformats.org/officeDocument/2006/relationships" id="296" r:id="R9b1f62ccd64045fa"/>
    <p:sldId xmlns:r="http://schemas.openxmlformats.org/officeDocument/2006/relationships" id="297" r:id="R5afcfcd72e9d4ef3"/>
    <p:sldId xmlns:r="http://schemas.openxmlformats.org/officeDocument/2006/relationships" id="298" r:id="R706c3a951fab426b"/>
    <p:sldId xmlns:r="http://schemas.openxmlformats.org/officeDocument/2006/relationships" id="299" r:id="R56ecdc3d2a8a4d60"/>
    <p:sldId xmlns:r="http://schemas.openxmlformats.org/officeDocument/2006/relationships" id="300" r:id="R2699e238397e43cf"/>
    <p:sldId xmlns:r="http://schemas.openxmlformats.org/officeDocument/2006/relationships" id="301" r:id="Reae6f11292a44777"/>
    <p:sldId xmlns:r="http://schemas.openxmlformats.org/officeDocument/2006/relationships" id="302" r:id="R283f1d97faa740d2"/>
    <p:sldId xmlns:r="http://schemas.openxmlformats.org/officeDocument/2006/relationships" id="303" r:id="R3ba7a2df0bd84b2b"/>
    <p:sldId xmlns:r="http://schemas.openxmlformats.org/officeDocument/2006/relationships" id="304" r:id="R63e153cb46a747de"/>
    <p:sldId xmlns:r="http://schemas.openxmlformats.org/officeDocument/2006/relationships" id="305" r:id="Rc1cab38be2ce4a1d"/>
    <p:sldId xmlns:r="http://schemas.openxmlformats.org/officeDocument/2006/relationships" id="306" r:id="Rca8d07bc41664d4f"/>
    <p:sldId xmlns:r="http://schemas.openxmlformats.org/officeDocument/2006/relationships" id="307" r:id="Rf79ba991e1f8422d"/>
    <p:sldId xmlns:r="http://schemas.openxmlformats.org/officeDocument/2006/relationships" id="308" r:id="R26b6f21b9a7f4add"/>
    <p:sldId xmlns:r="http://schemas.openxmlformats.org/officeDocument/2006/relationships" id="309" r:id="R84881f51ce9b4386"/>
    <p:sldId xmlns:r="http://schemas.openxmlformats.org/officeDocument/2006/relationships" id="310" r:id="Raaaff5c625b54858"/>
    <p:sldId xmlns:r="http://schemas.openxmlformats.org/officeDocument/2006/relationships" id="311" r:id="R9773e78d93a54de9"/>
    <p:sldId xmlns:r="http://schemas.openxmlformats.org/officeDocument/2006/relationships" id="312" r:id="Rb831ff8601e54782"/>
    <p:sldId xmlns:r="http://schemas.openxmlformats.org/officeDocument/2006/relationships" id="313" r:id="R0b23f42747fb4e3b"/>
    <p:sldId xmlns:r="http://schemas.openxmlformats.org/officeDocument/2006/relationships" id="314" r:id="Rdc64d40e01364b2a"/>
    <p:sldId xmlns:r="http://schemas.openxmlformats.org/officeDocument/2006/relationships" id="315" r:id="R9d08e9d10db84494"/>
    <p:sldId xmlns:r="http://schemas.openxmlformats.org/officeDocument/2006/relationships" id="316" r:id="R764ca9498d274721"/>
    <p:sldId xmlns:r="http://schemas.openxmlformats.org/officeDocument/2006/relationships" id="317" r:id="Re0a0cd13b35f4d96"/>
    <p:sldId xmlns:r="http://schemas.openxmlformats.org/officeDocument/2006/relationships" id="318" r:id="R39a3911e445b4d6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5974f3fcb30479f" /><Relationship Type="http://schemas.openxmlformats.org/officeDocument/2006/relationships/slideMaster" Target="/ppt/slideMasters/slideMaster1.xml" Id="R311e1410ef0943f8" /><Relationship Type="http://schemas.openxmlformats.org/officeDocument/2006/relationships/notesMaster" Target="/ppt/notesMasters/notesMaster1.xml" Id="R14c8c86beead4b28" /><Relationship Type="http://schemas.openxmlformats.org/officeDocument/2006/relationships/presProps" Target="/ppt/presProps.xml" Id="R7cb3067ff0694183" /><Relationship Type="http://schemas.openxmlformats.org/officeDocument/2006/relationships/tableStyles" Target="/ppt/tableStyles.xml" Id="Rfe515f57262d4e2a" /><Relationship Type="http://schemas.openxmlformats.org/officeDocument/2006/relationships/slide" Target="/ppt/slides/slide1.xml" Id="R181fa272cf0d4843" /><Relationship Type="http://schemas.openxmlformats.org/officeDocument/2006/relationships/slide" Target="/ppt/slides/slide2.xml" Id="R1202fc5dfc3a46c0" /><Relationship Type="http://schemas.openxmlformats.org/officeDocument/2006/relationships/slide" Target="/ppt/slides/slide3.xml" Id="Rc2af2ae04c3e4327" /><Relationship Type="http://schemas.openxmlformats.org/officeDocument/2006/relationships/slide" Target="/ppt/slides/slide4.xml" Id="R1fd0bb1c13a44a95" /><Relationship Type="http://schemas.openxmlformats.org/officeDocument/2006/relationships/slide" Target="/ppt/slides/slide5.xml" Id="R8dc2aa1c96d34bd8" /><Relationship Type="http://schemas.openxmlformats.org/officeDocument/2006/relationships/slide" Target="/ppt/slides/slide6.xml" Id="R6ae4652e6bb64d43" /><Relationship Type="http://schemas.openxmlformats.org/officeDocument/2006/relationships/slide" Target="/ppt/slides/slide7.xml" Id="Reffbe12971d44a60" /><Relationship Type="http://schemas.openxmlformats.org/officeDocument/2006/relationships/slide" Target="/ppt/slides/slide8.xml" Id="Rd5d93e1488cb4800" /><Relationship Type="http://schemas.openxmlformats.org/officeDocument/2006/relationships/slide" Target="/ppt/slides/slide9.xml" Id="R2a696a2e88e04503" /><Relationship Type="http://schemas.openxmlformats.org/officeDocument/2006/relationships/slide" Target="/ppt/slides/slide10.xml" Id="R4ebb885e22904163" /><Relationship Type="http://schemas.openxmlformats.org/officeDocument/2006/relationships/slide" Target="/ppt/slides/slide11.xml" Id="Rdf24a206cd774f86" /><Relationship Type="http://schemas.openxmlformats.org/officeDocument/2006/relationships/slide" Target="/ppt/slides/slide12.xml" Id="R23a7ded9144b4732" /><Relationship Type="http://schemas.openxmlformats.org/officeDocument/2006/relationships/slide" Target="/ppt/slides/slide13.xml" Id="Rdac6254c5741499e" /><Relationship Type="http://schemas.openxmlformats.org/officeDocument/2006/relationships/slide" Target="/ppt/slides/slide14.xml" Id="Rac0c37eaa0784e20" /><Relationship Type="http://schemas.openxmlformats.org/officeDocument/2006/relationships/slide" Target="/ppt/slides/slide15.xml" Id="Rba9b07573c8d4851" /><Relationship Type="http://schemas.openxmlformats.org/officeDocument/2006/relationships/slide" Target="/ppt/slides/slide16.xml" Id="Rf7d7a888bdde4a03" /><Relationship Type="http://schemas.openxmlformats.org/officeDocument/2006/relationships/slide" Target="/ppt/slides/slide17.xml" Id="R90ce1ffb5f424c8c" /><Relationship Type="http://schemas.openxmlformats.org/officeDocument/2006/relationships/slide" Target="/ppt/slides/slide18.xml" Id="Rbf6e5067d3d5492a" /><Relationship Type="http://schemas.openxmlformats.org/officeDocument/2006/relationships/slide" Target="/ppt/slides/slide19.xml" Id="Rfa9ec8905e3b4b52" /><Relationship Type="http://schemas.openxmlformats.org/officeDocument/2006/relationships/slide" Target="/ppt/slides/slide20.xml" Id="R2bca439b87b84704" /><Relationship Type="http://schemas.openxmlformats.org/officeDocument/2006/relationships/slide" Target="/ppt/slides/slide21.xml" Id="Ra255c7ca6d614d12" /><Relationship Type="http://schemas.openxmlformats.org/officeDocument/2006/relationships/slide" Target="/ppt/slides/slide22.xml" Id="Rc655d2cf8fa1410e" /><Relationship Type="http://schemas.openxmlformats.org/officeDocument/2006/relationships/slide" Target="/ppt/slides/slide23.xml" Id="R663968647aa8462f" /><Relationship Type="http://schemas.openxmlformats.org/officeDocument/2006/relationships/slide" Target="/ppt/slides/slide24.xml" Id="Rc8611db966344ec9" /><Relationship Type="http://schemas.openxmlformats.org/officeDocument/2006/relationships/slide" Target="/ppt/slides/slide25.xml" Id="R78f71f7fa2b149c3" /><Relationship Type="http://schemas.openxmlformats.org/officeDocument/2006/relationships/slide" Target="/ppt/slides/slide26.xml" Id="R69b05965a4494027" /><Relationship Type="http://schemas.openxmlformats.org/officeDocument/2006/relationships/slide" Target="/ppt/slides/slide27.xml" Id="Rab2a5eaeda8448f2" /><Relationship Type="http://schemas.openxmlformats.org/officeDocument/2006/relationships/slide" Target="/ppt/slides/slide28.xml" Id="R3ffdf9c98cd24e59" /><Relationship Type="http://schemas.openxmlformats.org/officeDocument/2006/relationships/slide" Target="/ppt/slides/slide29.xml" Id="R0ac7fb0f0e10488b" /><Relationship Type="http://schemas.openxmlformats.org/officeDocument/2006/relationships/slide" Target="/ppt/slides/slide30.xml" Id="Rda01269b3e8944c2" /><Relationship Type="http://schemas.openxmlformats.org/officeDocument/2006/relationships/slide" Target="/ppt/slides/slide31.xml" Id="R5789a6ad4cdf4cbb" /><Relationship Type="http://schemas.openxmlformats.org/officeDocument/2006/relationships/slide" Target="/ppt/slides/slide32.xml" Id="R33833f461b534810" /><Relationship Type="http://schemas.openxmlformats.org/officeDocument/2006/relationships/slide" Target="/ppt/slides/slide33.xml" Id="Rf33750300794418e" /><Relationship Type="http://schemas.openxmlformats.org/officeDocument/2006/relationships/slide" Target="/ppt/slides/slide34.xml" Id="R3b337a0baec94181" /><Relationship Type="http://schemas.openxmlformats.org/officeDocument/2006/relationships/slide" Target="/ppt/slides/slide35.xml" Id="R1c958820af6445cd" /><Relationship Type="http://schemas.openxmlformats.org/officeDocument/2006/relationships/slide" Target="/ppt/slides/slide36.xml" Id="Reaeee48e22fe4491" /><Relationship Type="http://schemas.openxmlformats.org/officeDocument/2006/relationships/slide" Target="/ppt/slides/slide37.xml" Id="Rf54adea9f21b4f63" /><Relationship Type="http://schemas.openxmlformats.org/officeDocument/2006/relationships/slide" Target="/ppt/slides/slide38.xml" Id="Rfd9407825f474580" /><Relationship Type="http://schemas.openxmlformats.org/officeDocument/2006/relationships/slide" Target="/ppt/slides/slide39.xml" Id="Rad2087a5bc6b4bdb" /><Relationship Type="http://schemas.openxmlformats.org/officeDocument/2006/relationships/slide" Target="/ppt/slides/slide40.xml" Id="Rc3a4ec6529e84ef3" /><Relationship Type="http://schemas.openxmlformats.org/officeDocument/2006/relationships/slide" Target="/ppt/slides/slide41.xml" Id="R9b1f62ccd64045fa" /><Relationship Type="http://schemas.openxmlformats.org/officeDocument/2006/relationships/slide" Target="/ppt/slides/slide42.xml" Id="R5afcfcd72e9d4ef3" /><Relationship Type="http://schemas.openxmlformats.org/officeDocument/2006/relationships/slide" Target="/ppt/slides/slide43.xml" Id="R706c3a951fab426b" /><Relationship Type="http://schemas.openxmlformats.org/officeDocument/2006/relationships/slide" Target="/ppt/slides/slide44.xml" Id="R56ecdc3d2a8a4d60" /><Relationship Type="http://schemas.openxmlformats.org/officeDocument/2006/relationships/slide" Target="/ppt/slides/slide45.xml" Id="R2699e238397e43cf" /><Relationship Type="http://schemas.openxmlformats.org/officeDocument/2006/relationships/slide" Target="/ppt/slides/slide46.xml" Id="Reae6f11292a44777" /><Relationship Type="http://schemas.openxmlformats.org/officeDocument/2006/relationships/slide" Target="/ppt/slides/slide47.xml" Id="R283f1d97faa740d2" /><Relationship Type="http://schemas.openxmlformats.org/officeDocument/2006/relationships/slide" Target="/ppt/slides/slide48.xml" Id="R3ba7a2df0bd84b2b" /><Relationship Type="http://schemas.openxmlformats.org/officeDocument/2006/relationships/slide" Target="/ppt/slides/slide49.xml" Id="R63e153cb46a747de" /><Relationship Type="http://schemas.openxmlformats.org/officeDocument/2006/relationships/slide" Target="/ppt/slides/slide50.xml" Id="Rc1cab38be2ce4a1d" /><Relationship Type="http://schemas.openxmlformats.org/officeDocument/2006/relationships/slide" Target="/ppt/slides/slide51.xml" Id="Rca8d07bc41664d4f" /><Relationship Type="http://schemas.openxmlformats.org/officeDocument/2006/relationships/slide" Target="/ppt/slides/slide52.xml" Id="Rf79ba991e1f8422d" /><Relationship Type="http://schemas.openxmlformats.org/officeDocument/2006/relationships/slide" Target="/ppt/slides/slide53.xml" Id="R26b6f21b9a7f4add" /><Relationship Type="http://schemas.openxmlformats.org/officeDocument/2006/relationships/slide" Target="/ppt/slides/slide54.xml" Id="R84881f51ce9b4386" /><Relationship Type="http://schemas.openxmlformats.org/officeDocument/2006/relationships/slide" Target="/ppt/slides/slide55.xml" Id="Raaaff5c625b54858" /><Relationship Type="http://schemas.openxmlformats.org/officeDocument/2006/relationships/slide" Target="/ppt/slides/slide56.xml" Id="R9773e78d93a54de9" /><Relationship Type="http://schemas.openxmlformats.org/officeDocument/2006/relationships/slide" Target="/ppt/slides/slide57.xml" Id="Rb831ff8601e54782" /><Relationship Type="http://schemas.openxmlformats.org/officeDocument/2006/relationships/slide" Target="/ppt/slides/slide58.xml" Id="R0b23f42747fb4e3b" /><Relationship Type="http://schemas.openxmlformats.org/officeDocument/2006/relationships/slide" Target="/ppt/slides/slide59.xml" Id="Rdc64d40e01364b2a" /><Relationship Type="http://schemas.openxmlformats.org/officeDocument/2006/relationships/slide" Target="/ppt/slides/slide60.xml" Id="R9d08e9d10db84494" /><Relationship Type="http://schemas.openxmlformats.org/officeDocument/2006/relationships/slide" Target="/ppt/slides/slide61.xml" Id="R764ca9498d274721" /><Relationship Type="http://schemas.openxmlformats.org/officeDocument/2006/relationships/slide" Target="/ppt/slides/slide62.xml" Id="Re0a0cd13b35f4d96" /><Relationship Type="http://schemas.openxmlformats.org/officeDocument/2006/relationships/slide" Target="/ppt/slides/slide63.xml" Id="R39a3911e445b4d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b197d8ec7b48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09d5c5264f4cc6" /><Relationship Type="http://schemas.openxmlformats.org/officeDocument/2006/relationships/notesMaster" Target="/ppt/notesMasters/notesMaster1.xml" Id="Rf1b63e9110a74f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fd77767bb34811" /><Relationship Type="http://schemas.openxmlformats.org/officeDocument/2006/relationships/notesMaster" Target="/ppt/notesMasters/notesMaster1.xml" Id="Rdb730c83c2c242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f9a342631b411a" /><Relationship Type="http://schemas.openxmlformats.org/officeDocument/2006/relationships/notesMaster" Target="/ppt/notesMasters/notesMaster1.xml" Id="R666dd894f98445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71fc8dd83846d5" /><Relationship Type="http://schemas.openxmlformats.org/officeDocument/2006/relationships/notesMaster" Target="/ppt/notesMasters/notesMaster1.xml" Id="Rd4333acdf02a4c39" /></Relationships>
</file>

<file path=ppt/notesSlides/_rels/notesSlide5.xml.rels>&#65279;<?xml version="1.0" encoding="utf-8"?><Relationships xmlns="http://schemas.openxmlformats.org/package/2006/relationships"><Relationship Type="http://schemas.openxmlformats.org/officeDocument/2006/relationships/slide" Target="/ppt/slides/slide5.xml" Id="Re92ef078c19847d2" /><Relationship Type="http://schemas.openxmlformats.org/officeDocument/2006/relationships/notesMaster" Target="/ppt/notesMasters/notesMaster1.xml" Id="Re59bc3bfd7a748dd" /></Relationships>
</file>

<file path=ppt/notesSlides/_rels/notesSlide6.xml.rels>&#65279;<?xml version="1.0" encoding="utf-8"?><Relationships xmlns="http://schemas.openxmlformats.org/package/2006/relationships"><Relationship Type="http://schemas.openxmlformats.org/officeDocument/2006/relationships/slide" Target="/ppt/slides/slide6.xml" Id="R15b6b57b17174d7c" /><Relationship Type="http://schemas.openxmlformats.org/officeDocument/2006/relationships/notesMaster" Target="/ppt/notesMasters/notesMaster1.xml" Id="R49b740499d884005" /></Relationships>
</file>

<file path=ppt/notesSlides/_rels/notesSlide7.xml.rels>&#65279;<?xml version="1.0" encoding="utf-8"?><Relationships xmlns="http://schemas.openxmlformats.org/package/2006/relationships"><Relationship Type="http://schemas.openxmlformats.org/officeDocument/2006/relationships/slide" Target="/ppt/slides/slide7.xml" Id="R8e95963617fc47ec" /><Relationship Type="http://schemas.openxmlformats.org/officeDocument/2006/relationships/notesMaster" Target="/ppt/notesMasters/notesMaster1.xml" Id="R1fbe2ef542284e9e" /></Relationships>
</file>

<file path=ppt/notesSlides/_rels/notesSlide8.xml.rels>&#65279;<?xml version="1.0" encoding="utf-8"?><Relationships xmlns="http://schemas.openxmlformats.org/package/2006/relationships"><Relationship Type="http://schemas.openxmlformats.org/officeDocument/2006/relationships/slide" Target="/ppt/slides/slide8.xml" Id="Rebda1210c3304d44" /><Relationship Type="http://schemas.openxmlformats.org/officeDocument/2006/relationships/notesMaster" Target="/ppt/notesMasters/notesMaster1.xml" Id="R06ec3df885df41cb" /></Relationships>
</file>

<file path=ppt/notesSlides/_rels/notesSlide9.xml.rels>&#65279;<?xml version="1.0" encoding="utf-8"?><Relationships xmlns="http://schemas.openxmlformats.org/package/2006/relationships"><Relationship Type="http://schemas.openxmlformats.org/officeDocument/2006/relationships/slide" Target="/ppt/slides/slide9.xml" Id="R751a65fe60194339" /><Relationship Type="http://schemas.openxmlformats.org/officeDocument/2006/relationships/notesMaster" Target="/ppt/notesMasters/notesMaster1.xml" Id="Rdbc1aeff49d848c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8d3ebc0ccc449c1" /><Relationship Type="http://schemas.openxmlformats.org/officeDocument/2006/relationships/notesMaster" Target="/ppt/notesMasters/notesMaster1.xml" Id="R1f9a8ade8b9d464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229cd0c673541b8" /><Relationship Type="http://schemas.openxmlformats.org/officeDocument/2006/relationships/notesMaster" Target="/ppt/notesMasters/notesMaster1.xml" Id="R873cf404f6bf4cb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a329cab14964fe6" /><Relationship Type="http://schemas.openxmlformats.org/officeDocument/2006/relationships/notesMaster" Target="/ppt/notesMasters/notesMaster1.xml" Id="Ra09c4c495775452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ddd0ddbd8c24587" /><Relationship Type="http://schemas.openxmlformats.org/officeDocument/2006/relationships/notesMaster" Target="/ppt/notesMasters/notesMaster1.xml" Id="R44de67d8b9314ef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aaf7cf2c3fe455a" /><Relationship Type="http://schemas.openxmlformats.org/officeDocument/2006/relationships/notesMaster" Target="/ppt/notesMasters/notesMaster1.xml" Id="Rfa82ac9982dd4fd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436b7b122514f04" /><Relationship Type="http://schemas.openxmlformats.org/officeDocument/2006/relationships/notesMaster" Target="/ppt/notesMasters/notesMaster1.xml" Id="Ra16ea303ed07411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ee57bf2909b4312" /><Relationship Type="http://schemas.openxmlformats.org/officeDocument/2006/relationships/notesMaster" Target="/ppt/notesMasters/notesMaster1.xml" Id="R06239cf40cde45d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34339e4de854f08" /><Relationship Type="http://schemas.openxmlformats.org/officeDocument/2006/relationships/notesMaster" Target="/ppt/notesMasters/notesMaster1.xml" Id="R9c00e8bcae1f423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259f51c551445b1" /><Relationship Type="http://schemas.openxmlformats.org/officeDocument/2006/relationships/notesMaster" Target="/ppt/notesMasters/notesMaster1.xml" Id="Ra010ba4225b9456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dd140476dd94130" /><Relationship Type="http://schemas.openxmlformats.org/officeDocument/2006/relationships/notesMaster" Target="/ppt/notesMasters/notesMaster1.xml" Id="Rcdb878231676463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a853c9c73564c33" /><Relationship Type="http://schemas.openxmlformats.org/officeDocument/2006/relationships/notesMaster" Target="/ppt/notesMasters/notesMaster1.xml" Id="Rb9853c8a00cb4a8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dac48062d214ce5" /><Relationship Type="http://schemas.openxmlformats.org/officeDocument/2006/relationships/notesMaster" Target="/ppt/notesMasters/notesMaster1.xml" Id="Rb2d441864e644ff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a8609a30755410e" /><Relationship Type="http://schemas.openxmlformats.org/officeDocument/2006/relationships/notesMaster" Target="/ppt/notesMasters/notesMaster1.xml" Id="R07a6499c3d8a445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969aca6b7b84b34" /><Relationship Type="http://schemas.openxmlformats.org/officeDocument/2006/relationships/notesMaster" Target="/ppt/notesMasters/notesMaster1.xml" Id="R4c927bbd42414e9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8b1f34758cc45a2" /><Relationship Type="http://schemas.openxmlformats.org/officeDocument/2006/relationships/notesMaster" Target="/ppt/notesMasters/notesMaster1.xml" Id="Rf1e4ca294634469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e20ca58eee24eaa" /><Relationship Type="http://schemas.openxmlformats.org/officeDocument/2006/relationships/notesMaster" Target="/ppt/notesMasters/notesMaster1.xml" Id="R0476d5b9023e427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801c4d35c4d434d" /><Relationship Type="http://schemas.openxmlformats.org/officeDocument/2006/relationships/notesMaster" Target="/ppt/notesMasters/notesMaster1.xml" Id="R8528d0a08ba84d7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23cce559a4e44a3" /><Relationship Type="http://schemas.openxmlformats.org/officeDocument/2006/relationships/notesMaster" Target="/ppt/notesMasters/notesMaster1.xml" Id="R1c9c297090d7441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2a29b3a24f149b9" /><Relationship Type="http://schemas.openxmlformats.org/officeDocument/2006/relationships/notesMaster" Target="/ppt/notesMasters/notesMaster1.xml" Id="Rd31398b1301e453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7b73ceb95474d1b" /><Relationship Type="http://schemas.openxmlformats.org/officeDocument/2006/relationships/notesMaster" Target="/ppt/notesMasters/notesMaster1.xml" Id="R6ca9d936746c45f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75acc3abc534c6a" /><Relationship Type="http://schemas.openxmlformats.org/officeDocument/2006/relationships/notesMaster" Target="/ppt/notesMasters/notesMaster1.xml" Id="R00c866e1ebf1427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d9c9313ca954bb3" /><Relationship Type="http://schemas.openxmlformats.org/officeDocument/2006/relationships/notesMaster" Target="/ppt/notesMasters/notesMaster1.xml" Id="Rc1a229a9ccd242f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183022406924067" /><Relationship Type="http://schemas.openxmlformats.org/officeDocument/2006/relationships/notesMaster" Target="/ppt/notesMasters/notesMaster1.xml" Id="R0d46683203c24c1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1dc96ae0ef64cc4" /><Relationship Type="http://schemas.openxmlformats.org/officeDocument/2006/relationships/notesMaster" Target="/ppt/notesMasters/notesMaster1.xml" Id="R0aaed8f35b644f9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e58f219fa814149" /><Relationship Type="http://schemas.openxmlformats.org/officeDocument/2006/relationships/notesMaster" Target="/ppt/notesMasters/notesMaster1.xml" Id="R00b66254e805421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c7172fbbd4a4b8d" /><Relationship Type="http://schemas.openxmlformats.org/officeDocument/2006/relationships/notesMaster" Target="/ppt/notesMasters/notesMaster1.xml" Id="R6ed5d1de21ca4ef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dce2e4b82da401d" /><Relationship Type="http://schemas.openxmlformats.org/officeDocument/2006/relationships/notesMaster" Target="/ppt/notesMasters/notesMaster1.xml" Id="Re00b531b124f49d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1fb15f1d0b14a3c" /><Relationship Type="http://schemas.openxmlformats.org/officeDocument/2006/relationships/notesMaster" Target="/ppt/notesMasters/notesMaster1.xml" Id="R61b76c9c7f69478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4625b2d7da24b67" /><Relationship Type="http://schemas.openxmlformats.org/officeDocument/2006/relationships/notesMaster" Target="/ppt/notesMasters/notesMaster1.xml" Id="Rd244c762d2dc4e9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5c7568dca4a4d66" /><Relationship Type="http://schemas.openxmlformats.org/officeDocument/2006/relationships/notesMaster" Target="/ppt/notesMasters/notesMaster1.xml" Id="R38485128ddf04b8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4cb811ed45a4b60" /><Relationship Type="http://schemas.openxmlformats.org/officeDocument/2006/relationships/notesMaster" Target="/ppt/notesMasters/notesMaster1.xml" Id="R0c9789a5c3fe459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51534f2c33143b1" /><Relationship Type="http://schemas.openxmlformats.org/officeDocument/2006/relationships/notesMaster" Target="/ppt/notesMasters/notesMaster1.xml" Id="Ra04573fec81b48b7"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05d9e993d98452d" /><Relationship Type="http://schemas.openxmlformats.org/officeDocument/2006/relationships/notesMaster" Target="/ppt/notesMasters/notesMaster1.xml" Id="R63ebd03867934126"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0139195d7f54113" /><Relationship Type="http://schemas.openxmlformats.org/officeDocument/2006/relationships/notesMaster" Target="/ppt/notesMasters/notesMaster1.xml" Id="Rb59c7cd4ad0b455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31096b6f9a9a4f40" /><Relationship Type="http://schemas.openxmlformats.org/officeDocument/2006/relationships/notesMaster" Target="/ppt/notesMasters/notesMaster1.xml" Id="R9ea12bb2046b449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fc18f3936034811" /><Relationship Type="http://schemas.openxmlformats.org/officeDocument/2006/relationships/notesMaster" Target="/ppt/notesMasters/notesMaster1.xml" Id="Ra0ad42990cd443be"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c43e8586e4149be" /><Relationship Type="http://schemas.openxmlformats.org/officeDocument/2006/relationships/notesMaster" Target="/ppt/notesMasters/notesMaster1.xml" Id="Rb42cae350e55443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e5856c9d0be64286" /><Relationship Type="http://schemas.openxmlformats.org/officeDocument/2006/relationships/notesMaster" Target="/ppt/notesMasters/notesMaster1.xml" Id="Rd8d639450035470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a3da782d665d4ee6" /><Relationship Type="http://schemas.openxmlformats.org/officeDocument/2006/relationships/notesMaster" Target="/ppt/notesMasters/notesMaster1.xml" Id="Ra43d9f195e7d4896"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a2583a63a4c644fe" /><Relationship Type="http://schemas.openxmlformats.org/officeDocument/2006/relationships/notesMaster" Target="/ppt/notesMasters/notesMaster1.xml" Id="R2f4173ebeb824635"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52216622ae1e4873" /><Relationship Type="http://schemas.openxmlformats.org/officeDocument/2006/relationships/notesMaster" Target="/ppt/notesMasters/notesMaster1.xml" Id="R8c2d3ca4109647a6"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d0c1cc38338f419e" /><Relationship Type="http://schemas.openxmlformats.org/officeDocument/2006/relationships/notesMaster" Target="/ppt/notesMasters/notesMaster1.xml" Id="Rbd80f2e1f1c74576"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9b81a9bc446e41c0" /><Relationship Type="http://schemas.openxmlformats.org/officeDocument/2006/relationships/notesMaster" Target="/ppt/notesMasters/notesMaster1.xml" Id="R6c5d58d642af408d"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ceeebb68c5b2486f" /><Relationship Type="http://schemas.openxmlformats.org/officeDocument/2006/relationships/notesMaster" Target="/ppt/notesMasters/notesMaster1.xml" Id="R7bd33a46b9964e2d"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9d3ff9fbd92c4ee0" /><Relationship Type="http://schemas.openxmlformats.org/officeDocument/2006/relationships/notesMaster" Target="/ppt/notesMasters/notesMaster1.xml" Id="R0b1615840d2f4502"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05f0b31f0ed64aa8" /><Relationship Type="http://schemas.openxmlformats.org/officeDocument/2006/relationships/notesMaster" Target="/ppt/notesMasters/notesMaster1.xml" Id="R3022911f83594679"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df94df40d7ed4e43" /><Relationship Type="http://schemas.openxmlformats.org/officeDocument/2006/relationships/notesMaster" Target="/ppt/notesMasters/notesMaster1.xml" Id="Rdf3d384ef2594b42"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30e2235f45994b5d" /><Relationship Type="http://schemas.openxmlformats.org/officeDocument/2006/relationships/notesMaster" Target="/ppt/notesMasters/notesMaster1.xml" Id="R97f94fea4a0d4dc5"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729ef4e1f7484313" /><Relationship Type="http://schemas.openxmlformats.org/officeDocument/2006/relationships/notesMaster" Target="/ppt/notesMasters/notesMaster1.xml" Id="R7197b52c5d804414"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db0ad0d4fd1049ee" /><Relationship Type="http://schemas.openxmlformats.org/officeDocument/2006/relationships/notesMaster" Target="/ppt/notesMasters/notesMaster1.xml" Id="R5b4ee42b6f384cfc"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7be7fb3b2cd3425b" /><Relationship Type="http://schemas.openxmlformats.org/officeDocument/2006/relationships/notesMaster" Target="/ppt/notesMasters/notesMaster1.xml" Id="R8224631cd37741d6"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cf3db477a6a744a6" /><Relationship Type="http://schemas.openxmlformats.org/officeDocument/2006/relationships/notesMaster" Target="/ppt/notesMasters/notesMaster1.xml" Id="Rd52f21dcaf01491a"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2e2ce15469b0459f" /><Relationship Type="http://schemas.openxmlformats.org/officeDocument/2006/relationships/notesMaster" Target="/ppt/notesMasters/notesMaster1.xml" Id="Rc1a6f085b8f54bfd"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7f8a3de92ae84f09" /><Relationship Type="http://schemas.openxmlformats.org/officeDocument/2006/relationships/notesMaster" Target="/ppt/notesMasters/notesMaster1.xml" Id="R933b2e0d2b9f4df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the reference loop that changed array elements. Keep asking which object each line changes. Use the band model throughout the second half.</a:t>
            </a:r>
          </a:p>
          <a:p xmlns:a="http://schemas.openxmlformats.org/drawingml/2006/main">
            <a:r>
              <a:t>Suggested time: 1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show swap1 yet or require an implementation guess. Elicit that the name alone cannot tell us whether caller data changes. Resolve the question through parameter types.</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next problem and give students a moment to switch context.</a:t>
            </a:r>
          </a:p>
          <a:p xmlns:a="http://schemas.openxmlformats.org/drawingml/2006/main">
            <a:r>
              <a:t>Suggested time: 1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the return type, name, parameters, arguments, and return value. sum is local and its lifetime ends after the call. Its integer value has already been delivered to the caller.</a:t>
            </a:r>
          </a:p>
          <a:p xmlns:a="http://schemas.openxmlformats.org/drawingml/2006/main">
            <a:r>
              <a:t>Full demo: CPP-Classroom/示例/L2_C01_D01.cpp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Trace a second call test_add(4,5). Calls have separate local state and do not reuse the prior sum. Keep the discussion on simple value returns.</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whether 5 appears without printing result. It does not. Explain why cout alone cannot replace the return required by this non-void function.</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version of test_add without diagnostic output. Try test_add(test_add(1,2),3). The inner result supplies an outer argument. Avoid broad evaluation-order claims for side effects.</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full file to show a declaration before a call. A void call cannot initialize an int. Keep one main in the single-file classroom platform.</a:t>
            </a:r>
          </a:p>
          <a:p xmlns:a="http://schemas.openxmlformats.org/drawingml/2006/main">
            <a:r>
              <a:t>Full demo: CPP-Classroom/示例/L2_C01_D02.cpp</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caller value is local to main, whose wrapper is omitted. It stays 10. Ask students to explain parameter initialization rather than alias binding.</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next problem and give students a moment to switch context.</a:t>
            </a:r>
          </a:p>
          <a:p xmlns:a="http://schemas.openxmlformats.org/drawingml/2006/main">
            <a:r>
              <a:t>Suggested time: 1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It contains afterglow. band1 and live1 name the same object. Compare &amp;band1==&amp;live1 to observe true. A reference cannot be rebound after initialization.</a:t>
            </a:r>
          </a:p>
          <a:p xmlns:a="http://schemas.openxmlformats.org/drawingml/2006/main">
            <a:r>
              <a:t>Full demo: CPP-Classroom/示例/L2_C02_D01.cpp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r=b assigns b’s value to a. It does not make r refer to b. Contrast this with changing a pointer’s address using p=&amp;b.</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Distinguish * in a declaration from dereferencing in an expression. anime1 is itself an object that stores an address. band1 and live1 now both see roselia.</a:t>
            </a:r>
          </a:p>
          <a:p xmlns:a="http://schemas.openxmlformats.org/drawingml/2006/main">
            <a:r>
              <a:t>Full demo: CPP-Classroom/示例/L2_C02_D02.cpp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students to describe p and *p, including their types and relationship. A printed address is not a stable expected value. Use the board for the relationship.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students to name the target after every line. Use the board to track names and addresses. p=&amp;b does not copy b into a.</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Nothing prints. A null check is only part of validity: a non-null dangling pointer is still invalid. Do not return a local variable’s address. Mention const string* for read-only access without listing every const combination.</a:t>
            </a:r>
          </a:p>
          <a:p xmlns:a="http://schemas.openxmlformats.org/drawingml/2006/main">
            <a:r>
              <a:t>Full demo: CPP-Classroom/示例/L2_C02_D03.cpp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band1 itself is mutable, another valid access path can change it and view observes that change. A const borrow is not a snapshot or a universal lifetime extension.</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four are 11. Require a line-by-line explanation. Ask whether p=&amp;a changes b. It does not.</a:t>
            </a:r>
          </a:p>
          <a:p xmlns:a="http://schemas.openxmlformats.org/drawingml/2006/main">
            <a:r>
              <a:t>Suggested time: 5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values match after the last line but the relationship changes. Ask what *p=99 would affect next: a and r see 99 while b stays 11.</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next problem and give students a moment to switch context.</a:t>
            </a:r>
          </a:p>
          <a:p xmlns:a="http://schemas.openxmlformats.org/drawingml/2006/main">
            <a:r>
              <a:t>Suggested time: 1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the opening prediction. Draw caller x/y and local a/b on separate rows. Trace the updates. After return, a/b cease to exist and x/y remain 10/20.</a:t>
            </a:r>
          </a:p>
          <a:p xmlns:a="http://schemas.openxmlformats.org/drawingml/2006/main">
            <a:r>
              <a:t>Full demo: CPP-Classroom/示例/L2_C03_D01.cpp</a:t>
            </a:r>
          </a:p>
          <a:p xmlns:a="http://schemas.openxmlformats.org/drawingml/2006/main">
            <a:r>
              <a:t>Suggested time: 4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Circle the left side of every assignment. Neither x nor y is assigned. Destroying the parameters does not automatically copy their values back.</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Reset x=10,y=20. Observe 20/10 after the call. Pointer parameters still pass by value: the copied values are addresses. This function requires valid pointers, so nullptr is outside its precondition.</a:t>
            </a:r>
          </a:p>
          <a:p xmlns:a="http://schemas.openxmlformats.org/drawingml/2006/main">
            <a:r>
              <a:t>Full demo: CPP-Classroom/示例/L2_C03_D02.cpp</a:t>
            </a:r>
          </a:p>
          <a:p xmlns:a="http://schemas.openxmlformats.org/drawingml/2006/main">
            <a:r>
              <a:t>Suggested time: 4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a=&amp;x and b=&amp;y on the board. Distinguish assigning the local pointer from assigning through it. Verify each step with a debugger or temporary output.</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two &amp; symbols differ from swap1. This is a comparison alongside the original swap1/swap2 sequence. Compare the three call expressions.</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pointer can represent an optional target, but nullability depends on the contract. A pointer is not automatically nullable. Read-only int parameters usually work well by value, while const&amp; is useful for larger objects.</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int&amp; score. Verify 60 becomes 65 and explain why the original left it unchanged. A version returning a new value is also valid but requires a different call.</a:t>
            </a:r>
          </a:p>
          <a:p xmlns:a="http://schemas.openxmlformats.org/drawingml/2006/main">
            <a:r>
              <a:t>Suggested time: 5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Have students write both calls and explain why with_bonus(score) alone leaves the original unchanged. Discuss how the interface communicates intent.</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Have students save the reduced Band exercise. Review construction and access briefly before inheritance.</a:t>
            </a:r>
          </a:p>
          <a:p xmlns:a="http://schemas.openxmlformats.org/drawingml/2006/main">
            <a:r>
              <a:t>Suggested time: 10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next problem and give students a moment to switch context.</a:t>
            </a:r>
          </a:p>
          <a:p xmlns:a="http://schemas.openxmlformats.org/drawingml/2006/main">
            <a:r>
              <a:t>Suggested time: 1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the public fields of the record. Band places operations in the type. Only keyboard is visible here. The full model retains guitar, vocal, drum, and bass. This setter does not itself enforce a business validation rule.</a:t>
            </a:r>
          </a:p>
          <a:p xmlns:a="http://schemas.openxmlformats.org/drawingml/2006/main">
            <a:r>
              <a:t>Full demo: CPP-Classroom/示例/L2_C04_D02.cpp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Restore the five-member context after the keyboard-only view. Ask how parallel variables could be kept associated with one band, motivating encapsulation.</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preceding minimal class with its implicit default constructor and initially empty string. b is unaffected. Once the parameterized constructor is introduced, this default-construction syntax will no longer apply.</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minimal Band with implicit default construction. Band a; does not work with the later full five-argument constructor. Object names identify call targets.</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line is an intentional compile error. Test it separately. private restricts direct access outside the class while member functions retain access.</a:t>
            </a:r>
          </a:p>
          <a:p xmlns:a="http://schemas.openxmlformats.org/drawingml/2006/main">
            <a:r>
              <a:t>Full demo: CPP-Classroom/示例/L2_C04_D02.cpp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extra method illustrates a constraint. The original setter does not validate. Empty names are rejected here. Discuss whether silent rejection is sufficient or a bool return would help.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Place the constructor in Band’s public section. The full Band accepts five member names. This reduced view uses one. Show assignment in the body before comparing member initialization.</a:t>
            </a:r>
          </a:p>
          <a:p xmlns:a="http://schemas.openxmlformats.org/drawingml/2006/main">
            <a:r>
              <a:t>Full demo: CPP-Classroom/示例/L2_C05_D01.cpp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reduced one-key constructor. If default creation is required, design a default constructor or default arguments and a valid initial state. Constructors need not always be public; this interface chooses public.</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Contrast direct initialization with default construction followed by assignment. Declaration order controls member initialization. const and reference members need initialization. Keep the std::move detail in notes without promising speed.</a:t>
            </a:r>
          </a:p>
          <a:p xmlns:a="http://schemas.openxmlformats.org/drawingml/2006/main">
            <a:r>
              <a:t>Full demo: CPP-Classroom/示例/L2_C05_D02.cpp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initializers are independent constants. Reorder the list and show the compiler warning. Avoid a demonstration that reads an uninitialized member.</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this for the class used here, which has no mutable members. A const Band can call print_info but not the setter. In the source model, get_guitar prints a name rather than returning a string.</a:t>
            </a:r>
          </a:p>
          <a:p xmlns:a="http://schemas.openxmlformats.org/drawingml/2006/main">
            <a:r>
              <a:t>Full demo: CPP-Classroom/示例/L2_C06_D01.cpp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one-field Band. Uncomment the setter call and read the diagnostic. The trailing const constrains access through this, unlike const on a parameter.</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initial values saki and eve. After modifying a, expect anon/eve. Require headers, the class terminator, and main. Return to the full five-member Band after the exercise.</a:t>
            </a:r>
          </a:p>
          <a:p xmlns:a="http://schemas.openxmlformats.org/drawingml/2006/main">
            <a:r>
              <a:t>Suggested time: 10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successful and intentionally failing tests separately. Ask which rule each test checks. Confirm understanding beyond copying a class definition.</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the full class definition in the demo file. Follow class_band: construct ave_mujica, then print_info and live. They print the member list and LIVE respectively.</a:t>
            </a:r>
          </a:p>
          <a:p xmlns:a="http://schemas.openxmlformats.org/drawingml/2006/main">
            <a:r>
              <a:t>Full demo: CPP-Classroom/示例/L2_C09_D01.cpp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Include vector. emplace_back constructs an element at the end from the supplied arguments. Briefly mention that growth can invalidate existing references and pointers without adding an allocation lecture.</a:t>
            </a:r>
          </a:p>
          <a:p xmlns:a="http://schemas.openxmlformats.org/drawingml/2006/main">
            <a:r>
              <a:t>Full demo: CPP-Classroom/示例/L2_C06_D02.cpp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does not check bounds. at throws for an invalid index. emplace_back changes the size and constructs a new object, unlike assigning an existing element.</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Reuse the rule from Lesson 1. Use const Band&amp; for read-only printing. Reset the data when comparing loops so that changes from the reference loop do not confuse the result.</a:t>
            </a:r>
          </a:p>
          <a:p xmlns:a="http://schemas.openxmlformats.org/drawingml/2006/main">
            <a:r>
              <a:t>Full demo: CPP-Classroom/示例/L2_C06_D02.cpp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copying Band, modifying through Band&amp;, and reading through const Band&amp;. Explain why print_info needs const and the setter cannot be called here.</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students to explain these points using their own code, rather than only give final answers.</a:t>
            </a:r>
          </a:p>
          <a:p xmlns:a="http://schemas.openxmlformats.org/drawingml/2006/main">
            <a:r>
              <a:t>Suggested time: 5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next problem and give students a moment to switch context.</a:t>
            </a:r>
          </a:p>
          <a:p xmlns:a="http://schemas.openxmlformats.org/drawingml/2006/main">
            <a:r>
              <a:t>Suggested time: 1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view focuses on inheritance and a method. Add the constructor next. Derived code cannot directly access Band’s private fields, but can call its public methods. public inheritance permits use as a Band.</a:t>
            </a:r>
          </a:p>
          <a:p xmlns:a="http://schemas.openxmlformats.org/drawingml/2006/main">
            <a:r>
              <a:t>Full demo: CPP-Classroom/示例/L2_C07_D01.cpp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constructor fragment inside the class. Open the complete demo to connect the five band member arguments. Band(...) in the body creates a temporary and cannot replace base initialization.</a:t>
            </a:r>
          </a:p>
          <a:p xmlns:a="http://schemas.openxmlformats.org/drawingml/2006/main">
            <a:r>
              <a:t>Full demo: CPP-Classroom/示例/L2_C07_D02.cpp</a:t>
            </a:r>
          </a:p>
          <a:p xmlns:a="http://schemas.openxmlformats.org/drawingml/2006/main">
            <a:r>
              <a:t>Suggested time: 4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Correct the misconception that only derived classes can access protected members. The declaring class can too. Object-expression and inheritance rules also matter. This page concerns the established public inheritance chain.</a:t>
            </a:r>
          </a:p>
          <a:p xmlns:a="http://schemas.openxmlformats.org/drawingml/2006/main">
            <a:r>
              <a:t>Full demo: CPP-Classroom/示例/L2_C08_D01.cpp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in MofoBand_New. const&amp; borrows the parameter read-only. Assigning it to vocal_actor still assigns a string. this-&gt; is optional here, not required for every member access.</a:t>
            </a:r>
          </a:p>
          <a:p xmlns:a="http://schemas.openxmlformats.org/drawingml/2006/main">
            <a:r>
              <a:t>Full demo: CPP-Classroom/示例/L2_C08_D02.cpp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Have students edit main in the full demo rather than retype all constructor parameters. Verify that only the target object’s actor field changes.</a:t>
            </a:r>
          </a:p>
          <a:p xmlns:a="http://schemas.openxmlformats.org/drawingml/2006/main">
            <a:r>
              <a:t>Full demo: CPP-Classroom/示例/L2_C08_D02.cpp</a:t>
            </a:r>
          </a:p>
          <a:p xmlns:a="http://schemas.openxmlformats.org/drawingml/2006/main">
            <a:r>
              <a:t>Suggested time: 8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class_band in the original integrated Lesson02.cpp. Step through in execution order and ask which object each call affects. ave_mujica is not in live_bands, so container updates do not update it.</a:t>
            </a:r>
          </a:p>
          <a:p xmlns:a="http://schemas.openxmlformats.org/drawingml/2006/main">
            <a:r>
              <a:t>Full demo: CPP-Classroom/示例/L2_C09_D01.cpp</a:t>
            </a:r>
          </a:p>
          <a:p xmlns:a="http://schemas.openxmlformats.org/drawingml/2006/main">
            <a:r>
              <a:t>Suggested time: 5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swap, the Band setter, and a vector reference loop as examples. Assign required Assessment-02 work. The following pages are optional extension material, so the core class can end here.</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next problem and give students a moment to switch context.</a:t>
            </a:r>
          </a:p>
          <a:p xmlns:a="http://schemas.openxmlformats.org/drawingml/2006/main">
            <a:r>
              <a:t>Suggested time: 1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Band has no virtual members. Use these separate minimal types and demonstrate Base&amp; b=d; b.live(). override checks matching. A virtual destructor supports deletion through a base pointer.</a:t>
            </a:r>
          </a:p>
          <a:p xmlns:a="http://schemas.openxmlformats.org/drawingml/2006/main">
            <a:r>
              <a:t>Full demo: CPP-Classroom/示例/L2_C09_D02.cpp</a:t>
            </a:r>
          </a:p>
          <a:p xmlns:a="http://schemas.openxmlformats.org/drawingml/2006/main">
            <a:r>
              <a:t>Suggested time: 4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preceding types. copied.live calls Base and borrowed.live calls Derived. Connect this to choosing a container element type while retaining the existing vector&lt;Band&gt; teaching model.</a:t>
            </a:r>
          </a:p>
          <a:p xmlns:a="http://schemas.openxmlformats.org/drawingml/2006/main">
            <a:r>
              <a:t>Full demo: CPP-Classroom/示例/L2_C09_D02.cpp</a:t>
            </a:r>
          </a:p>
          <a:p xmlns:a="http://schemas.openxmlformats.org/drawingml/2006/main">
            <a:r>
              <a:t>Suggested time: 3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Include memory and utility. This is optional engineering material: the original Band values need no manual new/delete. unique_ptr is noncopyable. std::move is a cast; unique_ptr’s move constructor transfers ownership. An empty source is guaranteed here, not for every moved-from type.</a:t>
            </a:r>
          </a:p>
          <a:p xmlns:a="http://schemas.openxmlformats.org/drawingml/2006/main">
            <a:r>
              <a:t>Full demo: CPP-Classroom/示例/L2_C09_D03.cpp</a:t>
            </a:r>
          </a:p>
          <a:p xmlns:a="http://schemas.openxmlformats.org/drawingml/2006/main">
            <a:r>
              <a:t>Suggested time: 4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Remind students that public checks are not final grades and that they must actively submit. Refer to the notes and exercises for full explanations. Decide whether extensions are taught now or assigned as reading.</a:t>
            </a:r>
          </a:p>
          <a:p xmlns:a="http://schemas.openxmlformats.org/drawingml/2006/main">
            <a:r>
              <a:t>Suggested time: 2 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ff6e1f627e4ad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1ba319b9fd7416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47baba02fab474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dfff19c2d89483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04dae9c9d21404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4d5cdbcd5f944f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FD5EAA-690B-495D-B89A-976918DCEB9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BDC8598-992F-4B35-ABFB-7B8FECCC4F5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C6E2660-2CFB-469F-91E3-B1AF6B97A98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E83856-5D6F-4E5A-9575-941433CEB82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953CFB5-C24F-482B-878E-C6F16527BD1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A7C0AB7-84D5-4FBE-BEDE-1B0549617D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9127C0-B06B-484B-8F51-7600B7E60AA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F4D00FB-B691-4352-A36A-4693CE5415D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8780FA-598A-4454-A2F4-621904F117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D8DF418-D7E0-4EB9-B17C-E1E1769BE84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778ec6dcd7248f2" /><Relationship Type="http://schemas.openxmlformats.org/officeDocument/2006/relationships/slideLayout" Target="/ppt/slideLayouts/slideLayout1.xml" Id="Rd1d3f20816a14967" /><Relationship Type="http://schemas.openxmlformats.org/officeDocument/2006/relationships/slideLayout" Target="/ppt/slideLayouts/slideLayout2.xml" Id="R03858e6913294c8c" /><Relationship Type="http://schemas.openxmlformats.org/officeDocument/2006/relationships/slideLayout" Target="/ppt/slideLayouts/slideLayout3.xml" Id="R305dd3e514824b7f" /><Relationship Type="http://schemas.openxmlformats.org/officeDocument/2006/relationships/slideLayout" Target="/ppt/slideLayouts/slideLayout4.xml" Id="R5020688dfa684f25" /><Relationship Type="http://schemas.openxmlformats.org/officeDocument/2006/relationships/slideLayout" Target="/ppt/slideLayouts/slideLayout5.xml" Id="Rddcb2b2bbe7543fa" /><Relationship Type="http://schemas.openxmlformats.org/officeDocument/2006/relationships/slideLayout" Target="/ppt/slideLayouts/slideLayout6.xml" Id="R3116e1116f3e460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1d3f20816a14967"/>
    <p:sldLayoutId xmlns:r="http://schemas.openxmlformats.org/officeDocument/2006/relationships" id="2147483650" r:id="R03858e6913294c8c"/>
    <p:sldLayoutId xmlns:r="http://schemas.openxmlformats.org/officeDocument/2006/relationships" id="2147483651" r:id="R305dd3e514824b7f"/>
    <p:sldLayoutId xmlns:r="http://schemas.openxmlformats.org/officeDocument/2006/relationships" id="2147483652" r:id="R5020688dfa684f25"/>
    <p:sldLayoutId xmlns:r="http://schemas.openxmlformats.org/officeDocument/2006/relationships" id="2147483653" r:id="Rddcb2b2bbe7543fa"/>
    <p:sldLayoutId xmlns:r="http://schemas.openxmlformats.org/officeDocument/2006/relationships" id="2147483654" r:id="R3116e1116f3e460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f2fd54e8e4f4bc4" /><Relationship Type="http://schemas.openxmlformats.org/officeDocument/2006/relationships/notesSlide" Target="/ppt/notesSlides/notesSlide1.xml" Id="R3ca14ceae16442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b73e557b7a540a9" /><Relationship Type="http://schemas.openxmlformats.org/officeDocument/2006/relationships/notesSlide" Target="/ppt/notesSlides/notesSlide2.xml" Id="R6f2084d986e84d9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47a8d393e2e4a19" /><Relationship Type="http://schemas.openxmlformats.org/officeDocument/2006/relationships/notesSlide" Target="/ppt/notesSlides/notesSlide3.xml" Id="Rc4ff3df3a90743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3a20db521204a46" /><Relationship Type="http://schemas.openxmlformats.org/officeDocument/2006/relationships/notesSlide" Target="/ppt/notesSlides/notesSlide4.xml" Id="R3338d191137c488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24a6dd18a984874" /><Relationship Type="http://schemas.openxmlformats.org/officeDocument/2006/relationships/notesSlide" Target="/ppt/notesSlides/notesSlide5.xml" Id="Rbb66c6958f56475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2d58b20b4294fd2" /><Relationship Type="http://schemas.openxmlformats.org/officeDocument/2006/relationships/notesSlide" Target="/ppt/notesSlides/notesSlide6.xml" Id="R2b69513b27e4495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6e13162df3f4354" /><Relationship Type="http://schemas.openxmlformats.org/officeDocument/2006/relationships/notesSlide" Target="/ppt/notesSlides/notesSlide7.xml" Id="R981e15e819e541c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891b67c3cf440f6" /><Relationship Type="http://schemas.openxmlformats.org/officeDocument/2006/relationships/notesSlide" Target="/ppt/notesSlides/notesSlide8.xml" Id="Rc196ad3b74d0413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533ebccd7d34680" /><Relationship Type="http://schemas.openxmlformats.org/officeDocument/2006/relationships/notesSlide" Target="/ppt/notesSlides/notesSlide9.xml" Id="R4af7e9e9c46f4a9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dbe78d8e8d74e7a" /><Relationship Type="http://schemas.openxmlformats.org/officeDocument/2006/relationships/notesSlide" Target="/ppt/notesSlides/notesSlide10.xml" Id="R561790d62a97449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9fb24441d6b439b" /><Relationship Type="http://schemas.openxmlformats.org/officeDocument/2006/relationships/notesSlide" Target="/ppt/notesSlides/notesSlide11.xml" Id="Reee05c019c104dd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20ec0cd325f479c" /><Relationship Type="http://schemas.openxmlformats.org/officeDocument/2006/relationships/notesSlide" Target="/ppt/notesSlides/notesSlide12.xml" Id="R135abc6ffad546a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ef867d6287340fd" /><Relationship Type="http://schemas.openxmlformats.org/officeDocument/2006/relationships/notesSlide" Target="/ppt/notesSlides/notesSlide13.xml" Id="Rb24671421a7e4ec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fcba598d22b4208" /><Relationship Type="http://schemas.openxmlformats.org/officeDocument/2006/relationships/notesSlide" Target="/ppt/notesSlides/notesSlide14.xml" Id="Ra9649c57ff76462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02b0ddb3dc74c95" /><Relationship Type="http://schemas.openxmlformats.org/officeDocument/2006/relationships/notesSlide" Target="/ppt/notesSlides/notesSlide15.xml" Id="R7deaf31bf6dd460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36201966989432d" /><Relationship Type="http://schemas.openxmlformats.org/officeDocument/2006/relationships/notesSlide" Target="/ppt/notesSlides/notesSlide16.xml" Id="R3b25ad21931145f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2721b2fa8764277" /><Relationship Type="http://schemas.openxmlformats.org/officeDocument/2006/relationships/notesSlide" Target="/ppt/notesSlides/notesSlide17.xml" Id="R108640bf915b4bb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9476d251bf64872" /><Relationship Type="http://schemas.openxmlformats.org/officeDocument/2006/relationships/notesSlide" Target="/ppt/notesSlides/notesSlide18.xml" Id="Rd5955743f5504e8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7f3e58505b2496f" /><Relationship Type="http://schemas.openxmlformats.org/officeDocument/2006/relationships/notesSlide" Target="/ppt/notesSlides/notesSlide19.xml" Id="R503455e989454ce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3602bc83d504fa8" /><Relationship Type="http://schemas.openxmlformats.org/officeDocument/2006/relationships/notesSlide" Target="/ppt/notesSlides/notesSlide20.xml" Id="Ra889b1a9c22d4be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b7d9e38c8244829" /><Relationship Type="http://schemas.openxmlformats.org/officeDocument/2006/relationships/notesSlide" Target="/ppt/notesSlides/notesSlide21.xml" Id="Rb88224f25a9743d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7859ff954044d63" /><Relationship Type="http://schemas.openxmlformats.org/officeDocument/2006/relationships/notesSlide" Target="/ppt/notesSlides/notesSlide22.xml" Id="R9e28e67981a649e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3311cbc19b74782" /><Relationship Type="http://schemas.openxmlformats.org/officeDocument/2006/relationships/notesSlide" Target="/ppt/notesSlides/notesSlide23.xml" Id="R273bc78200ec459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d95c1065423441d6" /><Relationship Type="http://schemas.openxmlformats.org/officeDocument/2006/relationships/notesSlide" Target="/ppt/notesSlides/notesSlide24.xml" Id="R7e1b579916f44ba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6bac6acaaae40df" /><Relationship Type="http://schemas.openxmlformats.org/officeDocument/2006/relationships/notesSlide" Target="/ppt/notesSlides/notesSlide25.xml" Id="R542785e7bb2845c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05406eb06d246bc" /><Relationship Type="http://schemas.openxmlformats.org/officeDocument/2006/relationships/notesSlide" Target="/ppt/notesSlides/notesSlide26.xml" Id="R657b54dab7a84ed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a0464f43852b4140" /><Relationship Type="http://schemas.openxmlformats.org/officeDocument/2006/relationships/notesSlide" Target="/ppt/notesSlides/notesSlide27.xml" Id="Rddeaf86c45db41f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e82180b973c04895" /><Relationship Type="http://schemas.openxmlformats.org/officeDocument/2006/relationships/notesSlide" Target="/ppt/notesSlides/notesSlide28.xml" Id="Rf3f939e9933c4ea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f50dfe54d2f443f2" /><Relationship Type="http://schemas.openxmlformats.org/officeDocument/2006/relationships/notesSlide" Target="/ppt/notesSlides/notesSlide29.xml" Id="R28326e1e5734488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047444d5d4145ad" /><Relationship Type="http://schemas.openxmlformats.org/officeDocument/2006/relationships/notesSlide" Target="/ppt/notesSlides/notesSlide30.xml" Id="Rd42734dc04ce419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8d99114514d472f" /><Relationship Type="http://schemas.openxmlformats.org/officeDocument/2006/relationships/notesSlide" Target="/ppt/notesSlides/notesSlide31.xml" Id="R20835ffb0bc3425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a4b1cb83d594471f" /><Relationship Type="http://schemas.openxmlformats.org/officeDocument/2006/relationships/notesSlide" Target="/ppt/notesSlides/notesSlide32.xml" Id="R572e0f2e2d01488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bd2d5136308f4eeb" /><Relationship Type="http://schemas.openxmlformats.org/officeDocument/2006/relationships/notesSlide" Target="/ppt/notesSlides/notesSlide33.xml" Id="R73972328eec0411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d66be0183b5c48b0" /><Relationship Type="http://schemas.openxmlformats.org/officeDocument/2006/relationships/notesSlide" Target="/ppt/notesSlides/notesSlide34.xml" Id="R152d3b224a724f5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c67909afba5e4850" /><Relationship Type="http://schemas.openxmlformats.org/officeDocument/2006/relationships/notesSlide" Target="/ppt/notesSlides/notesSlide35.xml" Id="R7f66a96a8f604e5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7379bc7165db4112" /><Relationship Type="http://schemas.openxmlformats.org/officeDocument/2006/relationships/notesSlide" Target="/ppt/notesSlides/notesSlide36.xml" Id="Rbe946d8414c5442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c6e2653df1364f10" /><Relationship Type="http://schemas.openxmlformats.org/officeDocument/2006/relationships/notesSlide" Target="/ppt/notesSlides/notesSlide37.xml" Id="R65e8ea75e14b497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bb5f294dce504b4e" /><Relationship Type="http://schemas.openxmlformats.org/officeDocument/2006/relationships/notesSlide" Target="/ppt/notesSlides/notesSlide38.xml" Id="Ra31e10e94d9546b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db32475bdb48483e" /><Relationship Type="http://schemas.openxmlformats.org/officeDocument/2006/relationships/notesSlide" Target="/ppt/notesSlides/notesSlide39.xml" Id="R9f32ba3cd1cb471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3f616a49ad544182" /><Relationship Type="http://schemas.openxmlformats.org/officeDocument/2006/relationships/notesSlide" Target="/ppt/notesSlides/notesSlide40.xml" Id="Rbe30cb094ff5498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e0fc7e7a214d43ec" /><Relationship Type="http://schemas.openxmlformats.org/officeDocument/2006/relationships/notesSlide" Target="/ppt/notesSlides/notesSlide41.xml" Id="Rde00c4168ce143e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4db33a0a36234a33" /><Relationship Type="http://schemas.openxmlformats.org/officeDocument/2006/relationships/notesSlide" Target="/ppt/notesSlides/notesSlide42.xml" Id="Rac2b76e9a90543d4"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ac80924d69c3420d" /><Relationship Type="http://schemas.openxmlformats.org/officeDocument/2006/relationships/notesSlide" Target="/ppt/notesSlides/notesSlide43.xml" Id="Rfeee3b02353f489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7b23de0e88ae4759" /><Relationship Type="http://schemas.openxmlformats.org/officeDocument/2006/relationships/notesSlide" Target="/ppt/notesSlides/notesSlide44.xml" Id="R0aeb0941c7b4428c"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39a64de29533411b" /><Relationship Type="http://schemas.openxmlformats.org/officeDocument/2006/relationships/notesSlide" Target="/ppt/notesSlides/notesSlide45.xml" Id="Rf7c3771e55814292"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445d8c82bc3d4be0" /><Relationship Type="http://schemas.openxmlformats.org/officeDocument/2006/relationships/notesSlide" Target="/ppt/notesSlides/notesSlide46.xml" Id="R80c3707fda19417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7fc99932cd8944f4" /><Relationship Type="http://schemas.openxmlformats.org/officeDocument/2006/relationships/notesSlide" Target="/ppt/notesSlides/notesSlide47.xml" Id="R9df4c1aa67a24eb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2d2c7ef25bbb4ad0" /><Relationship Type="http://schemas.openxmlformats.org/officeDocument/2006/relationships/notesSlide" Target="/ppt/notesSlides/notesSlide48.xml" Id="R4787478cbdd14910"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60afee0ed0414c95" /><Relationship Type="http://schemas.openxmlformats.org/officeDocument/2006/relationships/notesSlide" Target="/ppt/notesSlides/notesSlide49.xml" Id="R58bf169a05394b4b"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091400743b7e4edd" /><Relationship Type="http://schemas.openxmlformats.org/officeDocument/2006/relationships/notesSlide" Target="/ppt/notesSlides/notesSlide50.xml" Id="Rbd6adf832b2d4865"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6eed70b4d5564378" /><Relationship Type="http://schemas.openxmlformats.org/officeDocument/2006/relationships/notesSlide" Target="/ppt/notesSlides/notesSlide51.xml" Id="Re3fd32b019a54a73"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c697df55a1e4452a" /><Relationship Type="http://schemas.openxmlformats.org/officeDocument/2006/relationships/notesSlide" Target="/ppt/notesSlides/notesSlide52.xml" Id="R8b30515766bf4c85"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a57ff871d8af4804" /><Relationship Type="http://schemas.openxmlformats.org/officeDocument/2006/relationships/notesSlide" Target="/ppt/notesSlides/notesSlide53.xml" Id="Rccf65db1c1984e4b"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e965e363f0234262" /><Relationship Type="http://schemas.openxmlformats.org/officeDocument/2006/relationships/notesSlide" Target="/ppt/notesSlides/notesSlide54.xml" Id="Rc2dcb2da6a274cb0"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8341a2a71b164d08" /><Relationship Type="http://schemas.openxmlformats.org/officeDocument/2006/relationships/notesSlide" Target="/ppt/notesSlides/notesSlide55.xml" Id="R342b86f87b0b4737"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cad19883599b4cad" /><Relationship Type="http://schemas.openxmlformats.org/officeDocument/2006/relationships/notesSlide" Target="/ppt/notesSlides/notesSlide56.xml" Id="Rc5d26af1d474417a"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c57fb0af35f04d48" /><Relationship Type="http://schemas.openxmlformats.org/officeDocument/2006/relationships/notesSlide" Target="/ppt/notesSlides/notesSlide57.xml" Id="R4f0a1e679f014120"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8f1280fac8244803" /><Relationship Type="http://schemas.openxmlformats.org/officeDocument/2006/relationships/notesSlide" Target="/ppt/notesSlides/notesSlide58.xml" Id="R5557d95264b14820"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68f532c2a3914e09" /><Relationship Type="http://schemas.openxmlformats.org/officeDocument/2006/relationships/notesSlide" Target="/ppt/notesSlides/notesSlide59.xml" Id="R437c396419b4468f"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490f195754d24a88" /><Relationship Type="http://schemas.openxmlformats.org/officeDocument/2006/relationships/notesSlide" Target="/ppt/notesSlides/notesSlide60.xml" Id="R81903cb078a04177"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c9644185f223426d" /><Relationship Type="http://schemas.openxmlformats.org/officeDocument/2006/relationships/notesSlide" Target="/ppt/notesSlides/notesSlide61.xml" Id="R022a604dedec419a"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7750ba429bd64e7d" /><Relationship Type="http://schemas.openxmlformats.org/officeDocument/2006/relationships/notesSlide" Target="/ppt/notesSlides/notesSlide62.xml" Id="Rce7c6a78ce704c26"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655a2eaa6ce947f0" /><Relationship Type="http://schemas.openxmlformats.org/officeDocument/2006/relationships/notesSlide" Target="/ppt/notesSlides/notesSlide63.xml" Id="Rad1a715a9aff4dae" /></Relationships>
</file>

<file path=ppt/slides/slide1.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5" name="brand">
            <a:extLst xmlns:a="http://schemas.openxmlformats.org/drawingml/2006/main">
              <a:ext uri="{FF2B5EF4-FFF2-40B4-BE49-F238E27FC236}">
                <a16:creationId xmlns:a16="http://schemas.microsoft.com/office/drawing/2014/main" id="{A585AF5C-F017-4A36-9021-638CA5408A92}"/>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BBBBBB"/>
                </a:solidFill>
                <a:latin typeface="PingFang SC"/>
                <a:ea typeface="PingFang SC"/>
                <a:cs typeface="PingFang SC"/>
              </a:defRPr>
            </a:defPPr>
            <a:lvl1pPr>
              <a:defRPr sz="1125" b="1">
                <a:solidFill>
                  <a:srgbClr val="BBBBBB"/>
                </a:solidFill>
                <a:latin typeface="PingFang SC"/>
                <a:ea typeface="PingFang SC"/>
                <a:cs typeface="PingFang SC"/>
              </a:defRPr>
            </a:lvl1pPr>
            <a:lvl2pPr>
              <a:defRPr sz="1125" b="1">
                <a:solidFill>
                  <a:srgbClr val="BBBBBB"/>
                </a:solidFill>
                <a:latin typeface="PingFang SC"/>
                <a:ea typeface="PingFang SC"/>
                <a:cs typeface="PingFang SC"/>
              </a:defRPr>
            </a:lvl2pPr>
            <a:lvl3pPr>
              <a:defRPr sz="1125" b="1">
                <a:solidFill>
                  <a:srgbClr val="BBBBBB"/>
                </a:solidFill>
                <a:latin typeface="PingFang SC"/>
                <a:ea typeface="PingFang SC"/>
                <a:cs typeface="PingFang SC"/>
              </a:defRPr>
            </a:lvl3pPr>
            <a:lvl4pPr>
              <a:defRPr sz="1125" b="1">
                <a:solidFill>
                  <a:srgbClr val="BBBBBB"/>
                </a:solidFill>
                <a:latin typeface="PingFang SC"/>
                <a:ea typeface="PingFang SC"/>
                <a:cs typeface="PingFang SC"/>
              </a:defRPr>
            </a:lvl4pPr>
            <a:lvl5pPr>
              <a:defRPr sz="1125" b="1">
                <a:solidFill>
                  <a:srgbClr val="BBBBBB"/>
                </a:solidFill>
                <a:latin typeface="PingFang SC"/>
                <a:ea typeface="PingFang SC"/>
                <a:cs typeface="PingFang SC"/>
              </a:defRPr>
            </a:lvl5pPr>
            <a:lvl6pPr>
              <a:defRPr sz="1125" b="1">
                <a:solidFill>
                  <a:srgbClr val="BBBBBB"/>
                </a:solidFill>
                <a:latin typeface="PingFang SC"/>
                <a:ea typeface="PingFang SC"/>
                <a:cs typeface="PingFang SC"/>
              </a:defRPr>
            </a:lvl6pPr>
            <a:lvl7pPr>
              <a:defRPr sz="1125" b="1">
                <a:solidFill>
                  <a:srgbClr val="BBBBBB"/>
                </a:solidFill>
                <a:latin typeface="PingFang SC"/>
                <a:ea typeface="PingFang SC"/>
                <a:cs typeface="PingFang SC"/>
              </a:defRPr>
            </a:lvl7pPr>
            <a:lvl8pPr>
              <a:defRPr sz="1125" b="1">
                <a:solidFill>
                  <a:srgbClr val="BBBBBB"/>
                </a:solidFill>
                <a:latin typeface="PingFang SC"/>
                <a:ea typeface="PingFang SC"/>
                <a:cs typeface="PingFang SC"/>
              </a:defRPr>
            </a:lvl8pPr>
            <a:lvl9pPr>
              <a:defRPr sz="1125" b="1">
                <a:solidFill>
                  <a:srgbClr val="BBBBBB"/>
                </a:solidFill>
                <a:latin typeface="PingFang SC"/>
                <a:ea typeface="PingFang SC"/>
                <a:cs typeface="PingFang SC"/>
              </a:defRPr>
            </a:lvl9pPr>
          </a:lstStyle>
          <a:p xmlns:a="http://schemas.openxmlformats.org/drawingml/2006/main">
            <a:pPr>
              <a:defRPr sz="1125" b="1">
                <a:solidFill>
                  <a:srgbClr val="BBBBBB"/>
                </a:solidFill>
                <a:latin typeface="PingFang SC"/>
                <a:ea typeface="PingFang SC"/>
                <a:cs typeface="PingFang SC"/>
              </a:defRPr>
            </a:pPr>
            <a:r>
              <a:rPr sz="1125" b="1">
                <a:solidFill>
                  <a:srgbClr val="BBBBBB"/>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576C2B9B-ACF8-48D8-ABCC-3040B14EE928}"/>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BBBBBB"/>
                </a:solidFill>
                <a:latin typeface="Menlo"/>
                <a:ea typeface="Menlo"/>
                <a:cs typeface="Menlo"/>
              </a:defRPr>
            </a:defPPr>
            <a:lvl1pPr>
              <a:defRPr sz="1200" b="0">
                <a:solidFill>
                  <a:srgbClr val="BBBBBB"/>
                </a:solidFill>
                <a:latin typeface="Menlo"/>
                <a:ea typeface="Menlo"/>
                <a:cs typeface="Menlo"/>
              </a:defRPr>
            </a:lvl1pPr>
            <a:lvl2pPr>
              <a:defRPr sz="1200" b="0">
                <a:solidFill>
                  <a:srgbClr val="BBBBBB"/>
                </a:solidFill>
                <a:latin typeface="Menlo"/>
                <a:ea typeface="Menlo"/>
                <a:cs typeface="Menlo"/>
              </a:defRPr>
            </a:lvl2pPr>
            <a:lvl3pPr>
              <a:defRPr sz="1200" b="0">
                <a:solidFill>
                  <a:srgbClr val="BBBBBB"/>
                </a:solidFill>
                <a:latin typeface="Menlo"/>
                <a:ea typeface="Menlo"/>
                <a:cs typeface="Menlo"/>
              </a:defRPr>
            </a:lvl3pPr>
            <a:lvl4pPr>
              <a:defRPr sz="1200" b="0">
                <a:solidFill>
                  <a:srgbClr val="BBBBBB"/>
                </a:solidFill>
                <a:latin typeface="Menlo"/>
                <a:ea typeface="Menlo"/>
                <a:cs typeface="Menlo"/>
              </a:defRPr>
            </a:lvl4pPr>
            <a:lvl5pPr>
              <a:defRPr sz="1200" b="0">
                <a:solidFill>
                  <a:srgbClr val="BBBBBB"/>
                </a:solidFill>
                <a:latin typeface="Menlo"/>
                <a:ea typeface="Menlo"/>
                <a:cs typeface="Menlo"/>
              </a:defRPr>
            </a:lvl5pPr>
            <a:lvl6pPr>
              <a:defRPr sz="1200" b="0">
                <a:solidFill>
                  <a:srgbClr val="BBBBBB"/>
                </a:solidFill>
                <a:latin typeface="Menlo"/>
                <a:ea typeface="Menlo"/>
                <a:cs typeface="Menlo"/>
              </a:defRPr>
            </a:lvl6pPr>
            <a:lvl7pPr>
              <a:defRPr sz="1200" b="0">
                <a:solidFill>
                  <a:srgbClr val="BBBBBB"/>
                </a:solidFill>
                <a:latin typeface="Menlo"/>
                <a:ea typeface="Menlo"/>
                <a:cs typeface="Menlo"/>
              </a:defRPr>
            </a:lvl7pPr>
            <a:lvl8pPr>
              <a:defRPr sz="1200" b="0">
                <a:solidFill>
                  <a:srgbClr val="BBBBBB"/>
                </a:solidFill>
                <a:latin typeface="Menlo"/>
                <a:ea typeface="Menlo"/>
                <a:cs typeface="Menlo"/>
              </a:defRPr>
            </a:lvl8pPr>
            <a:lvl9pPr>
              <a:defRPr sz="1200" b="0">
                <a:solidFill>
                  <a:srgbClr val="BBBBBB"/>
                </a:solidFill>
                <a:latin typeface="Menlo"/>
                <a:ea typeface="Menlo"/>
                <a:cs typeface="Menlo"/>
              </a:defRPr>
            </a:lvl9pPr>
          </a:lstStyle>
          <a:p xmlns:a="http://schemas.openxmlformats.org/drawingml/2006/main">
            <a:pPr>
              <a:defRPr sz="1200" b="0">
                <a:solidFill>
                  <a:srgbClr val="BBBBBB"/>
                </a:solidFill>
                <a:latin typeface="Menlo"/>
                <a:ea typeface="Menlo"/>
                <a:cs typeface="Menlo"/>
              </a:defRPr>
            </a:pPr>
            <a:r>
              <a:rPr sz="1200" b="0">
                <a:solidFill>
                  <a:srgbClr val="BBBBBB"/>
                </a:solidFill>
                <a:latin typeface="Menlo"/>
                <a:ea typeface="Menlo"/>
                <a:cs typeface="Menlo"/>
              </a:rPr>
              <a:t>1 / 63</a:t>
            </a:r>
          </a:p>
        </p:txBody>
      </p:sp>
      <p:sp>
        <p:nvSpPr>
          <p:cNvPr id="3" name="heading-1">
            <a:extLst xmlns:a="http://schemas.openxmlformats.org/drawingml/2006/main">
              <a:ext uri="{FF2B5EF4-FFF2-40B4-BE49-F238E27FC236}">
                <a16:creationId xmlns:a16="http://schemas.microsoft.com/office/drawing/2014/main" id="{89123F54-0E8A-4BBF-B878-A468BDEF8A63}"/>
              </a:ext>
            </a:extLst>
          </p:cNvPr>
          <p:cNvSpPr>
            <a:spLocks xmlns:a="http://schemas.openxmlformats.org/drawingml/2006/main" noGrp="1"/>
          </p:cNvSpPr>
          <p:nvPr/>
        </p:nvSpPr>
        <p:spPr>
          <a:xfrm xmlns:a="http://schemas.openxmlformats.org/drawingml/2006/main">
            <a:off x="762000" y="2190750"/>
            <a:ext cx="10668000" cy="9022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4800" b="1">
                <a:solidFill>
                  <a:srgbClr val="FFFFFF"/>
                </a:solidFill>
                <a:latin typeface="PingFang SC"/>
                <a:ea typeface="PingFang SC"/>
                <a:cs typeface="PingFang SC"/>
              </a:defRPr>
            </a:defPPr>
            <a:lvl1pPr>
              <a:defRPr sz="4800" b="1">
                <a:solidFill>
                  <a:srgbClr val="FFFFFF"/>
                </a:solidFill>
                <a:latin typeface="PingFang SC"/>
                <a:ea typeface="PingFang SC"/>
                <a:cs typeface="PingFang SC"/>
              </a:defRPr>
            </a:lvl1pPr>
            <a:lvl2pPr>
              <a:defRPr sz="4800" b="1">
                <a:solidFill>
                  <a:srgbClr val="FFFFFF"/>
                </a:solidFill>
                <a:latin typeface="PingFang SC"/>
                <a:ea typeface="PingFang SC"/>
                <a:cs typeface="PingFang SC"/>
              </a:defRPr>
            </a:lvl2pPr>
            <a:lvl3pPr>
              <a:defRPr sz="4800" b="1">
                <a:solidFill>
                  <a:srgbClr val="FFFFFF"/>
                </a:solidFill>
                <a:latin typeface="PingFang SC"/>
                <a:ea typeface="PingFang SC"/>
                <a:cs typeface="PingFang SC"/>
              </a:defRPr>
            </a:lvl3pPr>
            <a:lvl4pPr>
              <a:defRPr sz="4800" b="1">
                <a:solidFill>
                  <a:srgbClr val="FFFFFF"/>
                </a:solidFill>
                <a:latin typeface="PingFang SC"/>
                <a:ea typeface="PingFang SC"/>
                <a:cs typeface="PingFang SC"/>
              </a:defRPr>
            </a:lvl4pPr>
            <a:lvl5pPr>
              <a:defRPr sz="4800" b="1">
                <a:solidFill>
                  <a:srgbClr val="FFFFFF"/>
                </a:solidFill>
                <a:latin typeface="PingFang SC"/>
                <a:ea typeface="PingFang SC"/>
                <a:cs typeface="PingFang SC"/>
              </a:defRPr>
            </a:lvl5pPr>
            <a:lvl6pPr>
              <a:defRPr sz="4800" b="1">
                <a:solidFill>
                  <a:srgbClr val="FFFFFF"/>
                </a:solidFill>
                <a:latin typeface="PingFang SC"/>
                <a:ea typeface="PingFang SC"/>
                <a:cs typeface="PingFang SC"/>
              </a:defRPr>
            </a:lvl6pPr>
            <a:lvl7pPr>
              <a:defRPr sz="4800" b="1">
                <a:solidFill>
                  <a:srgbClr val="FFFFFF"/>
                </a:solidFill>
                <a:latin typeface="PingFang SC"/>
                <a:ea typeface="PingFang SC"/>
                <a:cs typeface="PingFang SC"/>
              </a:defRPr>
            </a:lvl7pPr>
            <a:lvl8pPr>
              <a:defRPr sz="4800" b="1">
                <a:solidFill>
                  <a:srgbClr val="FFFFFF"/>
                </a:solidFill>
                <a:latin typeface="PingFang SC"/>
                <a:ea typeface="PingFang SC"/>
                <a:cs typeface="PingFang SC"/>
              </a:defRPr>
            </a:lvl8pPr>
            <a:lvl9pPr>
              <a:defRPr sz="4800" b="1">
                <a:solidFill>
                  <a:srgbClr val="FFFFFF"/>
                </a:solidFill>
                <a:latin typeface="PingFang SC"/>
                <a:ea typeface="PingFang SC"/>
                <a:cs typeface="PingFang SC"/>
              </a:defRPr>
            </a:lvl9pPr>
          </a:lstStyle>
          <a:p xmlns:a="http://schemas.openxmlformats.org/drawingml/2006/main">
            <a:pPr>
              <a:defRPr sz="4800" b="1">
                <a:solidFill>
                  <a:srgbClr val="FFFFFF"/>
                </a:solidFill>
                <a:latin typeface="PingFang SC"/>
                <a:ea typeface="PingFang SC"/>
                <a:cs typeface="PingFang SC"/>
              </a:defRPr>
            </a:pPr>
            <a:r>
              <a:rPr sz="4800" b="1">
                <a:solidFill>
                  <a:srgbClr val="FFFFFF"/>
                </a:solidFill>
                <a:latin typeface="PingFang SC"/>
                <a:ea typeface="PingFang SC"/>
                <a:cs typeface="PingFang SC"/>
              </a:rPr>
              <a:t>C++ Functions and Classes</a:t>
            </a:r>
          </a:p>
        </p:txBody>
      </p:sp>
      <p:sp>
        <p:nvSpPr>
          <p:cNvPr id="4" name="body-1">
            <a:extLst xmlns:a="http://schemas.openxmlformats.org/drawingml/2006/main">
              <a:ext uri="{FF2B5EF4-FFF2-40B4-BE49-F238E27FC236}">
                <a16:creationId xmlns:a16="http://schemas.microsoft.com/office/drawing/2014/main" id="{2C77025D-F516-48C2-AC24-37963097BBA5}"/>
              </a:ext>
            </a:extLst>
          </p:cNvPr>
          <p:cNvSpPr>
            <a:spLocks xmlns:a="http://schemas.openxmlformats.org/drawingml/2006/main" noGrp="1"/>
          </p:cNvSpPr>
          <p:nvPr/>
        </p:nvSpPr>
        <p:spPr>
          <a:xfrm xmlns:a="http://schemas.openxmlformats.org/drawingml/2006/main">
            <a:off x="800100" y="4953000"/>
            <a:ext cx="104775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DDDDDD"/>
                </a:solidFill>
                <a:latin typeface="PingFang SC"/>
                <a:ea typeface="PingFang SC"/>
                <a:cs typeface="PingFang SC"/>
              </a:defRPr>
            </a:defPPr>
            <a:lvl1pPr>
              <a:defRPr sz="2250" b="0">
                <a:solidFill>
                  <a:srgbClr val="DDDDDD"/>
                </a:solidFill>
                <a:latin typeface="PingFang SC"/>
                <a:ea typeface="PingFang SC"/>
                <a:cs typeface="PingFang SC"/>
              </a:defRPr>
            </a:lvl1pPr>
            <a:lvl2pPr>
              <a:defRPr sz="2250" b="0">
                <a:solidFill>
                  <a:srgbClr val="DDDDDD"/>
                </a:solidFill>
                <a:latin typeface="PingFang SC"/>
                <a:ea typeface="PingFang SC"/>
                <a:cs typeface="PingFang SC"/>
              </a:defRPr>
            </a:lvl2pPr>
            <a:lvl3pPr>
              <a:defRPr sz="2250" b="0">
                <a:solidFill>
                  <a:srgbClr val="DDDDDD"/>
                </a:solidFill>
                <a:latin typeface="PingFang SC"/>
                <a:ea typeface="PingFang SC"/>
                <a:cs typeface="PingFang SC"/>
              </a:defRPr>
            </a:lvl3pPr>
            <a:lvl4pPr>
              <a:defRPr sz="2250" b="0">
                <a:solidFill>
                  <a:srgbClr val="DDDDDD"/>
                </a:solidFill>
                <a:latin typeface="PingFang SC"/>
                <a:ea typeface="PingFang SC"/>
                <a:cs typeface="PingFang SC"/>
              </a:defRPr>
            </a:lvl4pPr>
            <a:lvl5pPr>
              <a:defRPr sz="2250" b="0">
                <a:solidFill>
                  <a:srgbClr val="DDDDDD"/>
                </a:solidFill>
                <a:latin typeface="PingFang SC"/>
                <a:ea typeface="PingFang SC"/>
                <a:cs typeface="PingFang SC"/>
              </a:defRPr>
            </a:lvl5pPr>
            <a:lvl6pPr>
              <a:defRPr sz="2250" b="0">
                <a:solidFill>
                  <a:srgbClr val="DDDDDD"/>
                </a:solidFill>
                <a:latin typeface="PingFang SC"/>
                <a:ea typeface="PingFang SC"/>
                <a:cs typeface="PingFang SC"/>
              </a:defRPr>
            </a:lvl6pPr>
            <a:lvl7pPr>
              <a:defRPr sz="2250" b="0">
                <a:solidFill>
                  <a:srgbClr val="DDDDDD"/>
                </a:solidFill>
                <a:latin typeface="PingFang SC"/>
                <a:ea typeface="PingFang SC"/>
                <a:cs typeface="PingFang SC"/>
              </a:defRPr>
            </a:lvl7pPr>
            <a:lvl8pPr>
              <a:defRPr sz="2250" b="0">
                <a:solidFill>
                  <a:srgbClr val="DDDDDD"/>
                </a:solidFill>
                <a:latin typeface="PingFang SC"/>
                <a:ea typeface="PingFang SC"/>
                <a:cs typeface="PingFang SC"/>
              </a:defRPr>
            </a:lvl8pPr>
            <a:lvl9pPr>
              <a:defRPr sz="2250" b="0">
                <a:solidFill>
                  <a:srgbClr val="DDDDDD"/>
                </a:solidFill>
                <a:latin typeface="PingFang SC"/>
                <a:ea typeface="PingFang SC"/>
                <a:cs typeface="PingFang SC"/>
              </a:defRPr>
            </a:lvl9pPr>
          </a:lstStyle>
          <a:p xmlns:a="http://schemas.openxmlformats.org/drawingml/2006/main">
            <a:pPr>
              <a:defRPr sz="2250" b="0">
                <a:solidFill>
                  <a:srgbClr val="DDDDDD"/>
                </a:solidFill>
                <a:latin typeface="PingFang SC"/>
                <a:ea typeface="PingFang SC"/>
                <a:cs typeface="PingFang SC"/>
              </a:defRPr>
            </a:pPr>
            <a:r>
              <a:rPr sz="2250" b="0">
                <a:solidFill>
                  <a:srgbClr val="DDDDDD"/>
                </a:solidFill>
                <a:latin typeface="PingFang SC"/>
                <a:ea typeface="PingFang SC"/>
                <a:cs typeface="PingFang SC"/>
              </a:rPr>
              <a:t>Lesson 2 / Parameters and collaborating objects</a:t>
            </a:r>
          </a:p>
        </p:txBody>
      </p:sp>
    </p:spTree>
    <p:extLst>
      <p:ext uri="{BB962C8B-B14F-4D97-AF65-F5344CB8AC3E}">
        <p14:creationId xmlns:p14="http://schemas.microsoft.com/office/powerpoint/2010/main" val="3541016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brand">
            <a:extLst xmlns:a="http://schemas.openxmlformats.org/drawingml/2006/main">
              <a:ext uri="{FF2B5EF4-FFF2-40B4-BE49-F238E27FC236}">
                <a16:creationId xmlns:a16="http://schemas.microsoft.com/office/drawing/2014/main" id="{55A7D07F-01FB-44CD-96D5-C6DC968E8083}"/>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82DF88C3-FC02-4E7E-AB9E-7897E5F2791F}"/>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2 / 63</a:t>
            </a:r>
          </a:p>
        </p:txBody>
      </p:sp>
      <p:sp>
        <p:nvSpPr>
          <p:cNvPr id="3" name="heading-1">
            <a:extLst xmlns:a="http://schemas.openxmlformats.org/drawingml/2006/main">
              <a:ext uri="{FF2B5EF4-FFF2-40B4-BE49-F238E27FC236}">
                <a16:creationId xmlns:a16="http://schemas.microsoft.com/office/drawing/2014/main" id="{CC837B41-2CF5-45F8-8C34-F59EE52DBAE5}"/>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What happens after a swap?</a:t>
            </a:r>
          </a:p>
        </p:txBody>
      </p:sp>
      <p:sp>
        <p:nvSpPr>
          <p:cNvPr id="4" name="code-1">
            <a:extLst xmlns:a="http://schemas.openxmlformats.org/drawingml/2006/main">
              <a:ext uri="{FF2B5EF4-FFF2-40B4-BE49-F238E27FC236}">
                <a16:creationId xmlns:a16="http://schemas.microsoft.com/office/drawing/2014/main" id="{01BB4ADD-410A-48F1-83CB-786EF2AA307E}"/>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 x </a:t>
            </a:r>
            <a:r>
              <a:rPr sz="2250">
                <a:solidFill>
                  <a:srgbClr val="222222"/>
                </a:solidFill>
                <a:latin typeface="Menlo"/>
                <a:ea typeface="Menlo"/>
                <a:cs typeface="Menlo"/>
              </a:rPr>
              <a:t>= </a:t>
            </a:r>
            <a:r>
              <a:rPr sz="2250">
                <a:solidFill>
                  <a:srgbClr val="9A4D00"/>
                </a:solidFill>
                <a:latin typeface="Menlo"/>
                <a:ea typeface="Menlo"/>
                <a:cs typeface="Menlo"/>
              </a:rPr>
              <a:t>10</a:t>
            </a:r>
            <a:r>
              <a:rPr sz="2250">
                <a:solidFill>
                  <a:srgbClr val="222222"/>
                </a:solidFill>
                <a:latin typeface="Menlo"/>
                <a:ea typeface="Menlo"/>
                <a:cs typeface="Menlo"/>
              </a:rPr>
              <a:t>, y = </a:t>
            </a:r>
            <a:r>
              <a:rPr sz="2250">
                <a:solidFill>
                  <a:srgbClr val="9A4D00"/>
                </a:solidFill>
                <a:latin typeface="Menlo"/>
                <a:ea typeface="Menlo"/>
                <a:cs typeface="Menlo"/>
              </a:rPr>
              <a:t>20</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8C350F71-4AFE-4B53-9B55-90EB5D192B21}"/>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swap1</a:t>
            </a:r>
            <a:r>
              <a:rPr sz="2250">
                <a:solidFill>
                  <a:srgbClr val="222222"/>
                </a:solidFill>
                <a:latin typeface="Menlo"/>
                <a:ea typeface="Menlo"/>
                <a:cs typeface="Menlo"/>
              </a:rPr>
              <a:t>(x, y)</a:t>
            </a:r>
            <a:r>
              <a:rPr sz="2250">
                <a:solidFill>
                  <a:srgbClr val="222222"/>
                </a:solidFill>
                <a:latin typeface="Menlo"/>
                <a:ea typeface="Menlo"/>
                <a:cs typeface="Menlo"/>
              </a:rPr>
              <a:t>;</a:t>
            </a:r>
          </a:p>
        </p:txBody>
      </p:sp>
      <p:sp>
        <p:nvSpPr>
          <p:cNvPr id="6" name="code-3">
            <a:extLst xmlns:a="http://schemas.openxmlformats.org/drawingml/2006/main">
              <a:ext uri="{FF2B5EF4-FFF2-40B4-BE49-F238E27FC236}">
                <a16:creationId xmlns:a16="http://schemas.microsoft.com/office/drawing/2014/main" id="{EB7BC218-0F07-4C06-8F61-35F49D770976}"/>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cout &lt;&lt; x &lt;&lt; </a:t>
            </a:r>
            <a:r>
              <a:rPr sz="2250">
                <a:solidFill>
                  <a:srgbClr val="0B6B3A"/>
                </a:solidFill>
                <a:latin typeface="Menlo"/>
                <a:ea typeface="Menlo"/>
                <a:cs typeface="Menlo"/>
              </a:rPr>
              <a:t>' '</a:t>
            </a:r>
            <a:r>
              <a:rPr sz="2250">
                <a:solidFill>
                  <a:srgbClr val="222222"/>
                </a:solidFill>
                <a:latin typeface="Menlo"/>
                <a:ea typeface="Menlo"/>
                <a:cs typeface="Menlo"/>
              </a:rPr>
              <a:t> &lt;&lt; y &lt;&lt; </a:t>
            </a:r>
            <a:r>
              <a:rPr sz="2250">
                <a:solidFill>
                  <a:srgbClr val="0B6B3A"/>
                </a:solidFill>
                <a:latin typeface="Menlo"/>
                <a:ea typeface="Menlo"/>
                <a:cs typeface="Menlo"/>
              </a:rPr>
              <a:t>'\n'</a:t>
            </a:r>
            <a:r>
              <a:rPr sz="2250">
                <a:solidFill>
                  <a:srgbClr val="222222"/>
                </a:solidFill>
                <a:latin typeface="Menlo"/>
                <a:ea typeface="Menlo"/>
                <a:cs typeface="Menlo"/>
              </a:rPr>
              <a:t>;</a:t>
            </a:r>
          </a:p>
        </p:txBody>
      </p:sp>
      <p:sp>
        <p:nvSpPr>
          <p:cNvPr id="7" name="cue-1">
            <a:extLst xmlns:a="http://schemas.openxmlformats.org/drawingml/2006/main">
              <a:ext uri="{FF2B5EF4-FFF2-40B4-BE49-F238E27FC236}">
                <a16:creationId xmlns:a16="http://schemas.microsoft.com/office/drawing/2014/main" id="{01EDF289-B8C5-49B3-B7A9-B54D4563AEA7}"/>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Keep your prediction. We will return to it.</a:t>
            </a:r>
          </a:p>
        </p:txBody>
      </p:sp>
    </p:spTree>
    <p:extLst>
      <p:ext uri="{BB962C8B-B14F-4D97-AF65-F5344CB8AC3E}">
        <p14:creationId xmlns:p14="http://schemas.microsoft.com/office/powerpoint/2010/main" val="1378046710"/>
      </p:ext>
    </p:extLst>
  </p:cSld>
</p:sld>
</file>

<file path=ppt/slides/slide3.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5" name="brand">
            <a:extLst xmlns:a="http://schemas.openxmlformats.org/drawingml/2006/main">
              <a:ext uri="{FF2B5EF4-FFF2-40B4-BE49-F238E27FC236}">
                <a16:creationId xmlns:a16="http://schemas.microsoft.com/office/drawing/2014/main" id="{8AAAA061-F875-47CB-AC64-AC24D8FD73C8}"/>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BBBBBB"/>
                </a:solidFill>
                <a:latin typeface="PingFang SC"/>
                <a:ea typeface="PingFang SC"/>
                <a:cs typeface="PingFang SC"/>
              </a:defRPr>
            </a:defPPr>
            <a:lvl1pPr>
              <a:defRPr sz="1125" b="1">
                <a:solidFill>
                  <a:srgbClr val="BBBBBB"/>
                </a:solidFill>
                <a:latin typeface="PingFang SC"/>
                <a:ea typeface="PingFang SC"/>
                <a:cs typeface="PingFang SC"/>
              </a:defRPr>
            </a:lvl1pPr>
            <a:lvl2pPr>
              <a:defRPr sz="1125" b="1">
                <a:solidFill>
                  <a:srgbClr val="BBBBBB"/>
                </a:solidFill>
                <a:latin typeface="PingFang SC"/>
                <a:ea typeface="PingFang SC"/>
                <a:cs typeface="PingFang SC"/>
              </a:defRPr>
            </a:lvl2pPr>
            <a:lvl3pPr>
              <a:defRPr sz="1125" b="1">
                <a:solidFill>
                  <a:srgbClr val="BBBBBB"/>
                </a:solidFill>
                <a:latin typeface="PingFang SC"/>
                <a:ea typeface="PingFang SC"/>
                <a:cs typeface="PingFang SC"/>
              </a:defRPr>
            </a:lvl3pPr>
            <a:lvl4pPr>
              <a:defRPr sz="1125" b="1">
                <a:solidFill>
                  <a:srgbClr val="BBBBBB"/>
                </a:solidFill>
                <a:latin typeface="PingFang SC"/>
                <a:ea typeface="PingFang SC"/>
                <a:cs typeface="PingFang SC"/>
              </a:defRPr>
            </a:lvl4pPr>
            <a:lvl5pPr>
              <a:defRPr sz="1125" b="1">
                <a:solidFill>
                  <a:srgbClr val="BBBBBB"/>
                </a:solidFill>
                <a:latin typeface="PingFang SC"/>
                <a:ea typeface="PingFang SC"/>
                <a:cs typeface="PingFang SC"/>
              </a:defRPr>
            </a:lvl5pPr>
            <a:lvl6pPr>
              <a:defRPr sz="1125" b="1">
                <a:solidFill>
                  <a:srgbClr val="BBBBBB"/>
                </a:solidFill>
                <a:latin typeface="PingFang SC"/>
                <a:ea typeface="PingFang SC"/>
                <a:cs typeface="PingFang SC"/>
              </a:defRPr>
            </a:lvl6pPr>
            <a:lvl7pPr>
              <a:defRPr sz="1125" b="1">
                <a:solidFill>
                  <a:srgbClr val="BBBBBB"/>
                </a:solidFill>
                <a:latin typeface="PingFang SC"/>
                <a:ea typeface="PingFang SC"/>
                <a:cs typeface="PingFang SC"/>
              </a:defRPr>
            </a:lvl7pPr>
            <a:lvl8pPr>
              <a:defRPr sz="1125" b="1">
                <a:solidFill>
                  <a:srgbClr val="BBBBBB"/>
                </a:solidFill>
                <a:latin typeface="PingFang SC"/>
                <a:ea typeface="PingFang SC"/>
                <a:cs typeface="PingFang SC"/>
              </a:defRPr>
            </a:lvl8pPr>
            <a:lvl9pPr>
              <a:defRPr sz="1125" b="1">
                <a:solidFill>
                  <a:srgbClr val="BBBBBB"/>
                </a:solidFill>
                <a:latin typeface="PingFang SC"/>
                <a:ea typeface="PingFang SC"/>
                <a:cs typeface="PingFang SC"/>
              </a:defRPr>
            </a:lvl9pPr>
          </a:lstStyle>
          <a:p xmlns:a="http://schemas.openxmlformats.org/drawingml/2006/main">
            <a:pPr>
              <a:defRPr sz="1125" b="1">
                <a:solidFill>
                  <a:srgbClr val="BBBBBB"/>
                </a:solidFill>
                <a:latin typeface="PingFang SC"/>
                <a:ea typeface="PingFang SC"/>
                <a:cs typeface="PingFang SC"/>
              </a:defRPr>
            </a:pPr>
            <a:r>
              <a:rPr sz="1125" b="1">
                <a:solidFill>
                  <a:srgbClr val="BBBBBB"/>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38239CEB-DF33-4AF8-807D-6EC17AF1E916}"/>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BBBBBB"/>
                </a:solidFill>
                <a:latin typeface="Menlo"/>
                <a:ea typeface="Menlo"/>
                <a:cs typeface="Menlo"/>
              </a:defRPr>
            </a:defPPr>
            <a:lvl1pPr>
              <a:defRPr sz="1200" b="0">
                <a:solidFill>
                  <a:srgbClr val="BBBBBB"/>
                </a:solidFill>
                <a:latin typeface="Menlo"/>
                <a:ea typeface="Menlo"/>
                <a:cs typeface="Menlo"/>
              </a:defRPr>
            </a:lvl1pPr>
            <a:lvl2pPr>
              <a:defRPr sz="1200" b="0">
                <a:solidFill>
                  <a:srgbClr val="BBBBBB"/>
                </a:solidFill>
                <a:latin typeface="Menlo"/>
                <a:ea typeface="Menlo"/>
                <a:cs typeface="Menlo"/>
              </a:defRPr>
            </a:lvl2pPr>
            <a:lvl3pPr>
              <a:defRPr sz="1200" b="0">
                <a:solidFill>
                  <a:srgbClr val="BBBBBB"/>
                </a:solidFill>
                <a:latin typeface="Menlo"/>
                <a:ea typeface="Menlo"/>
                <a:cs typeface="Menlo"/>
              </a:defRPr>
            </a:lvl3pPr>
            <a:lvl4pPr>
              <a:defRPr sz="1200" b="0">
                <a:solidFill>
                  <a:srgbClr val="BBBBBB"/>
                </a:solidFill>
                <a:latin typeface="Menlo"/>
                <a:ea typeface="Menlo"/>
                <a:cs typeface="Menlo"/>
              </a:defRPr>
            </a:lvl4pPr>
            <a:lvl5pPr>
              <a:defRPr sz="1200" b="0">
                <a:solidFill>
                  <a:srgbClr val="BBBBBB"/>
                </a:solidFill>
                <a:latin typeface="Menlo"/>
                <a:ea typeface="Menlo"/>
                <a:cs typeface="Menlo"/>
              </a:defRPr>
            </a:lvl5pPr>
            <a:lvl6pPr>
              <a:defRPr sz="1200" b="0">
                <a:solidFill>
                  <a:srgbClr val="BBBBBB"/>
                </a:solidFill>
                <a:latin typeface="Menlo"/>
                <a:ea typeface="Menlo"/>
                <a:cs typeface="Menlo"/>
              </a:defRPr>
            </a:lvl6pPr>
            <a:lvl7pPr>
              <a:defRPr sz="1200" b="0">
                <a:solidFill>
                  <a:srgbClr val="BBBBBB"/>
                </a:solidFill>
                <a:latin typeface="Menlo"/>
                <a:ea typeface="Menlo"/>
                <a:cs typeface="Menlo"/>
              </a:defRPr>
            </a:lvl7pPr>
            <a:lvl8pPr>
              <a:defRPr sz="1200" b="0">
                <a:solidFill>
                  <a:srgbClr val="BBBBBB"/>
                </a:solidFill>
                <a:latin typeface="Menlo"/>
                <a:ea typeface="Menlo"/>
                <a:cs typeface="Menlo"/>
              </a:defRPr>
            </a:lvl8pPr>
            <a:lvl9pPr>
              <a:defRPr sz="1200" b="0">
                <a:solidFill>
                  <a:srgbClr val="BBBBBB"/>
                </a:solidFill>
                <a:latin typeface="Menlo"/>
                <a:ea typeface="Menlo"/>
                <a:cs typeface="Menlo"/>
              </a:defRPr>
            </a:lvl9pPr>
          </a:lstStyle>
          <a:p xmlns:a="http://schemas.openxmlformats.org/drawingml/2006/main">
            <a:pPr>
              <a:defRPr sz="1200" b="0">
                <a:solidFill>
                  <a:srgbClr val="BBBBBB"/>
                </a:solidFill>
                <a:latin typeface="Menlo"/>
                <a:ea typeface="Menlo"/>
                <a:cs typeface="Menlo"/>
              </a:defRPr>
            </a:pPr>
            <a:r>
              <a:rPr sz="1200" b="0">
                <a:solidFill>
                  <a:srgbClr val="BBBBBB"/>
                </a:solidFill>
                <a:latin typeface="Menlo"/>
                <a:ea typeface="Menlo"/>
                <a:cs typeface="Menlo"/>
              </a:rPr>
              <a:t>3 / 63</a:t>
            </a:r>
          </a:p>
        </p:txBody>
      </p:sp>
      <p:sp>
        <p:nvSpPr>
          <p:cNvPr id="3" name="heading-1">
            <a:extLst xmlns:a="http://schemas.openxmlformats.org/drawingml/2006/main">
              <a:ext uri="{FF2B5EF4-FFF2-40B4-BE49-F238E27FC236}">
                <a16:creationId xmlns:a16="http://schemas.microsoft.com/office/drawing/2014/main" id="{63456FDD-F212-48DC-A679-9CEECB0A7293}"/>
              </a:ext>
            </a:extLst>
          </p:cNvPr>
          <p:cNvSpPr>
            <a:spLocks xmlns:a="http://schemas.openxmlformats.org/drawingml/2006/main" noGrp="1"/>
          </p:cNvSpPr>
          <p:nvPr/>
        </p:nvSpPr>
        <p:spPr>
          <a:xfrm xmlns:a="http://schemas.openxmlformats.org/drawingml/2006/main">
            <a:off x="762000" y="2190750"/>
            <a:ext cx="10668000" cy="9022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4800" b="1">
                <a:solidFill>
                  <a:srgbClr val="FFFFFF"/>
                </a:solidFill>
                <a:latin typeface="PingFang SC"/>
                <a:ea typeface="PingFang SC"/>
                <a:cs typeface="PingFang SC"/>
              </a:defRPr>
            </a:defPPr>
            <a:lvl1pPr>
              <a:defRPr sz="4800" b="1">
                <a:solidFill>
                  <a:srgbClr val="FFFFFF"/>
                </a:solidFill>
                <a:latin typeface="PingFang SC"/>
                <a:ea typeface="PingFang SC"/>
                <a:cs typeface="PingFang SC"/>
              </a:defRPr>
            </a:lvl1pPr>
            <a:lvl2pPr>
              <a:defRPr sz="4800" b="1">
                <a:solidFill>
                  <a:srgbClr val="FFFFFF"/>
                </a:solidFill>
                <a:latin typeface="PingFang SC"/>
                <a:ea typeface="PingFang SC"/>
                <a:cs typeface="PingFang SC"/>
              </a:defRPr>
            </a:lvl2pPr>
            <a:lvl3pPr>
              <a:defRPr sz="4800" b="1">
                <a:solidFill>
                  <a:srgbClr val="FFFFFF"/>
                </a:solidFill>
                <a:latin typeface="PingFang SC"/>
                <a:ea typeface="PingFang SC"/>
                <a:cs typeface="PingFang SC"/>
              </a:defRPr>
            </a:lvl3pPr>
            <a:lvl4pPr>
              <a:defRPr sz="4800" b="1">
                <a:solidFill>
                  <a:srgbClr val="FFFFFF"/>
                </a:solidFill>
                <a:latin typeface="PingFang SC"/>
                <a:ea typeface="PingFang SC"/>
                <a:cs typeface="PingFang SC"/>
              </a:defRPr>
            </a:lvl4pPr>
            <a:lvl5pPr>
              <a:defRPr sz="4800" b="1">
                <a:solidFill>
                  <a:srgbClr val="FFFFFF"/>
                </a:solidFill>
                <a:latin typeface="PingFang SC"/>
                <a:ea typeface="PingFang SC"/>
                <a:cs typeface="PingFang SC"/>
              </a:defRPr>
            </a:lvl5pPr>
            <a:lvl6pPr>
              <a:defRPr sz="4800" b="1">
                <a:solidFill>
                  <a:srgbClr val="FFFFFF"/>
                </a:solidFill>
                <a:latin typeface="PingFang SC"/>
                <a:ea typeface="PingFang SC"/>
                <a:cs typeface="PingFang SC"/>
              </a:defRPr>
            </a:lvl6pPr>
            <a:lvl7pPr>
              <a:defRPr sz="4800" b="1">
                <a:solidFill>
                  <a:srgbClr val="FFFFFF"/>
                </a:solidFill>
                <a:latin typeface="PingFang SC"/>
                <a:ea typeface="PingFang SC"/>
                <a:cs typeface="PingFang SC"/>
              </a:defRPr>
            </a:lvl7pPr>
            <a:lvl8pPr>
              <a:defRPr sz="4800" b="1">
                <a:solidFill>
                  <a:srgbClr val="FFFFFF"/>
                </a:solidFill>
                <a:latin typeface="PingFang SC"/>
                <a:ea typeface="PingFang SC"/>
                <a:cs typeface="PingFang SC"/>
              </a:defRPr>
            </a:lvl8pPr>
            <a:lvl9pPr>
              <a:defRPr sz="4800" b="1">
                <a:solidFill>
                  <a:srgbClr val="FFFFFF"/>
                </a:solidFill>
                <a:latin typeface="PingFang SC"/>
                <a:ea typeface="PingFang SC"/>
                <a:cs typeface="PingFang SC"/>
              </a:defRPr>
            </a:lvl9pPr>
          </a:lstStyle>
          <a:p xmlns:a="http://schemas.openxmlformats.org/drawingml/2006/main">
            <a:pPr>
              <a:defRPr sz="4800" b="1">
                <a:solidFill>
                  <a:srgbClr val="FFFFFF"/>
                </a:solidFill>
                <a:latin typeface="PingFang SC"/>
                <a:ea typeface="PingFang SC"/>
                <a:cs typeface="PingFang SC"/>
              </a:defRPr>
            </a:pPr>
            <a:r>
              <a:rPr sz="4800" b="1">
                <a:solidFill>
                  <a:srgbClr val="FFFFFF"/>
                </a:solidFill>
                <a:latin typeface="PingFang SC"/>
                <a:ea typeface="PingFang SC"/>
                <a:cs typeface="PingFang SC"/>
              </a:rPr>
              <a:t>Functions</a:t>
            </a:r>
          </a:p>
        </p:txBody>
      </p:sp>
      <p:sp>
        <p:nvSpPr>
          <p:cNvPr id="4" name="body-1">
            <a:extLst xmlns:a="http://schemas.openxmlformats.org/drawingml/2006/main">
              <a:ext uri="{FF2B5EF4-FFF2-40B4-BE49-F238E27FC236}">
                <a16:creationId xmlns:a16="http://schemas.microsoft.com/office/drawing/2014/main" id="{7AD4CC65-0149-40C0-A638-38F41ED411AF}"/>
              </a:ext>
            </a:extLst>
          </p:cNvPr>
          <p:cNvSpPr>
            <a:spLocks xmlns:a="http://schemas.openxmlformats.org/drawingml/2006/main" noGrp="1"/>
          </p:cNvSpPr>
          <p:nvPr/>
        </p:nvSpPr>
        <p:spPr>
          <a:xfrm xmlns:a="http://schemas.openxmlformats.org/drawingml/2006/main">
            <a:off x="800100" y="4953000"/>
            <a:ext cx="104775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DDDDDD"/>
                </a:solidFill>
                <a:latin typeface="PingFang SC"/>
                <a:ea typeface="PingFang SC"/>
                <a:cs typeface="PingFang SC"/>
              </a:defRPr>
            </a:defPPr>
            <a:lvl1pPr>
              <a:defRPr sz="2250" b="0">
                <a:solidFill>
                  <a:srgbClr val="DDDDDD"/>
                </a:solidFill>
                <a:latin typeface="PingFang SC"/>
                <a:ea typeface="PingFang SC"/>
                <a:cs typeface="PingFang SC"/>
              </a:defRPr>
            </a:lvl1pPr>
            <a:lvl2pPr>
              <a:defRPr sz="2250" b="0">
                <a:solidFill>
                  <a:srgbClr val="DDDDDD"/>
                </a:solidFill>
                <a:latin typeface="PingFang SC"/>
                <a:ea typeface="PingFang SC"/>
                <a:cs typeface="PingFang SC"/>
              </a:defRPr>
            </a:lvl2pPr>
            <a:lvl3pPr>
              <a:defRPr sz="2250" b="0">
                <a:solidFill>
                  <a:srgbClr val="DDDDDD"/>
                </a:solidFill>
                <a:latin typeface="PingFang SC"/>
                <a:ea typeface="PingFang SC"/>
                <a:cs typeface="PingFang SC"/>
              </a:defRPr>
            </a:lvl3pPr>
            <a:lvl4pPr>
              <a:defRPr sz="2250" b="0">
                <a:solidFill>
                  <a:srgbClr val="DDDDDD"/>
                </a:solidFill>
                <a:latin typeface="PingFang SC"/>
                <a:ea typeface="PingFang SC"/>
                <a:cs typeface="PingFang SC"/>
              </a:defRPr>
            </a:lvl4pPr>
            <a:lvl5pPr>
              <a:defRPr sz="2250" b="0">
                <a:solidFill>
                  <a:srgbClr val="DDDDDD"/>
                </a:solidFill>
                <a:latin typeface="PingFang SC"/>
                <a:ea typeface="PingFang SC"/>
                <a:cs typeface="PingFang SC"/>
              </a:defRPr>
            </a:lvl5pPr>
            <a:lvl6pPr>
              <a:defRPr sz="2250" b="0">
                <a:solidFill>
                  <a:srgbClr val="DDDDDD"/>
                </a:solidFill>
                <a:latin typeface="PingFang SC"/>
                <a:ea typeface="PingFang SC"/>
                <a:cs typeface="PingFang SC"/>
              </a:defRPr>
            </a:lvl6pPr>
            <a:lvl7pPr>
              <a:defRPr sz="2250" b="0">
                <a:solidFill>
                  <a:srgbClr val="DDDDDD"/>
                </a:solidFill>
                <a:latin typeface="PingFang SC"/>
                <a:ea typeface="PingFang SC"/>
                <a:cs typeface="PingFang SC"/>
              </a:defRPr>
            </a:lvl7pPr>
            <a:lvl8pPr>
              <a:defRPr sz="2250" b="0">
                <a:solidFill>
                  <a:srgbClr val="DDDDDD"/>
                </a:solidFill>
                <a:latin typeface="PingFang SC"/>
                <a:ea typeface="PingFang SC"/>
                <a:cs typeface="PingFang SC"/>
              </a:defRPr>
            </a:lvl8pPr>
            <a:lvl9pPr>
              <a:defRPr sz="2250" b="0">
                <a:solidFill>
                  <a:srgbClr val="DDDDDD"/>
                </a:solidFill>
                <a:latin typeface="PingFang SC"/>
                <a:ea typeface="PingFang SC"/>
                <a:cs typeface="PingFang SC"/>
              </a:defRPr>
            </a:lvl9pPr>
          </a:lstStyle>
          <a:p xmlns:a="http://schemas.openxmlformats.org/drawingml/2006/main">
            <a:pPr>
              <a:defRPr sz="2250" b="0">
                <a:solidFill>
                  <a:srgbClr val="DDDDDD"/>
                </a:solidFill>
                <a:latin typeface="PingFang SC"/>
                <a:ea typeface="PingFang SC"/>
                <a:cs typeface="PingFang SC"/>
              </a:defRPr>
            </a:pPr>
            <a:r>
              <a:rPr sz="2250" b="0">
                <a:solidFill>
                  <a:srgbClr val="DDDDDD"/>
                </a:solidFill>
                <a:latin typeface="PingFang SC"/>
                <a:ea typeface="PingFang SC"/>
                <a:cs typeface="PingFang SC"/>
              </a:rPr>
              <a:t>How a call expression receives a result</a:t>
            </a:r>
          </a:p>
        </p:txBody>
      </p:sp>
    </p:spTree>
    <p:extLst>
      <p:ext uri="{BB962C8B-B14F-4D97-AF65-F5344CB8AC3E}">
        <p14:creationId xmlns:p14="http://schemas.microsoft.com/office/powerpoint/2010/main" val="210405566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rand">
            <a:extLst xmlns:a="http://schemas.openxmlformats.org/drawingml/2006/main">
              <a:ext uri="{FF2B5EF4-FFF2-40B4-BE49-F238E27FC236}">
                <a16:creationId xmlns:a16="http://schemas.microsoft.com/office/drawing/2014/main" id="{09893B34-0AF8-49C8-8231-4783D28668D0}"/>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AB1C198B-4F47-4D44-BD9F-38347AA47184}"/>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4 / 63</a:t>
            </a:r>
          </a:p>
        </p:txBody>
      </p:sp>
      <p:sp>
        <p:nvSpPr>
          <p:cNvPr id="3" name="heading-1">
            <a:extLst xmlns:a="http://schemas.openxmlformats.org/drawingml/2006/main">
              <a:ext uri="{FF2B5EF4-FFF2-40B4-BE49-F238E27FC236}">
                <a16:creationId xmlns:a16="http://schemas.microsoft.com/office/drawing/2014/main" id="{A30D1D53-618B-43E9-811D-A8BB8C90B97D}"/>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The test_add interface</a:t>
            </a:r>
          </a:p>
        </p:txBody>
      </p:sp>
      <p:sp>
        <p:nvSpPr>
          <p:cNvPr id="4" name="code-1">
            <a:extLst xmlns:a="http://schemas.openxmlformats.org/drawingml/2006/main">
              <a:ext uri="{FF2B5EF4-FFF2-40B4-BE49-F238E27FC236}">
                <a16:creationId xmlns:a16="http://schemas.microsoft.com/office/drawing/2014/main" id="{9C2EA85B-BD6E-4980-AFA0-732F4987D5F9}"/>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 </a:t>
            </a:r>
            <a:r>
              <a:rPr sz="2250">
                <a:solidFill>
                  <a:srgbClr val="6F42C1"/>
                </a:solidFill>
                <a:latin typeface="Menlo"/>
                <a:ea typeface="Menlo"/>
                <a:cs typeface="Menlo"/>
              </a:rPr>
              <a:t>test_add</a:t>
            </a:r>
            <a:r>
              <a:rPr sz="2250">
                <a:solidFill>
                  <a:srgbClr val="222222"/>
                </a:solidFill>
                <a:latin typeface="Menlo"/>
                <a:ea typeface="Menlo"/>
                <a:cs typeface="Menlo"/>
              </a:rPr>
              <a:t>(</a:t>
            </a:r>
            <a:r>
              <a:rPr sz="2250">
                <a:solidFill>
                  <a:srgbClr val="6F42C1"/>
                </a:solidFill>
                <a:latin typeface="Menlo"/>
                <a:ea typeface="Menlo"/>
                <a:cs typeface="Menlo"/>
              </a:rPr>
              <a:t>int</a:t>
            </a:r>
            <a:r>
              <a:rPr sz="2250">
                <a:solidFill>
                  <a:srgbClr val="222222"/>
                </a:solidFill>
                <a:latin typeface="Menlo"/>
                <a:ea typeface="Menlo"/>
                <a:cs typeface="Menlo"/>
              </a:rPr>
              <a:t> a, </a:t>
            </a:r>
            <a:r>
              <a:rPr sz="2250">
                <a:solidFill>
                  <a:srgbClr val="6F42C1"/>
                </a:solidFill>
                <a:latin typeface="Menlo"/>
                <a:ea typeface="Menlo"/>
                <a:cs typeface="Menlo"/>
              </a:rPr>
              <a:t>int</a:t>
            </a:r>
            <a:r>
              <a:rPr sz="2250">
                <a:solidFill>
                  <a:srgbClr val="222222"/>
                </a:solidFill>
                <a:latin typeface="Menlo"/>
                <a:ea typeface="Menlo"/>
                <a:cs typeface="Menlo"/>
              </a:rPr>
              <a:t> b)</a:t>
            </a:r>
            <a:r>
              <a:rPr sz="2250">
                <a:solidFill>
                  <a:srgbClr val="222222"/>
                </a:solidFill>
                <a:latin typeface="Menlo"/>
                <a:ea typeface="Menlo"/>
                <a:cs typeface="Menlo"/>
              </a:rPr>
              <a:t> </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47D90A81-ED77-46ED-B416-666F22CD8407}"/>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6F42C1"/>
                </a:solidFill>
                <a:latin typeface="Menlo"/>
                <a:ea typeface="Menlo"/>
                <a:cs typeface="Menlo"/>
              </a:rPr>
              <a:t>int</a:t>
            </a:r>
            <a:r>
              <a:rPr sz="2250">
                <a:solidFill>
                  <a:srgbClr val="222222"/>
                </a:solidFill>
                <a:latin typeface="Menlo"/>
                <a:ea typeface="Menlo"/>
                <a:cs typeface="Menlo"/>
              </a:rPr>
              <a:t> sum </a:t>
            </a:r>
            <a:r>
              <a:rPr sz="2250">
                <a:solidFill>
                  <a:srgbClr val="222222"/>
                </a:solidFill>
                <a:latin typeface="Menlo"/>
                <a:ea typeface="Menlo"/>
                <a:cs typeface="Menlo"/>
              </a:rPr>
              <a:t>= a + b;</a:t>
            </a:r>
          </a:p>
        </p:txBody>
      </p:sp>
      <p:sp>
        <p:nvSpPr>
          <p:cNvPr id="6" name="code-3">
            <a:extLst xmlns:a="http://schemas.openxmlformats.org/drawingml/2006/main">
              <a:ext uri="{FF2B5EF4-FFF2-40B4-BE49-F238E27FC236}">
                <a16:creationId xmlns:a16="http://schemas.microsoft.com/office/drawing/2014/main" id="{C4CFA68C-F1C6-4011-BC7B-B73894F339FC}"/>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005CC5"/>
                </a:solidFill>
                <a:latin typeface="Menlo"/>
                <a:ea typeface="Menlo"/>
                <a:cs typeface="Menlo"/>
              </a:rPr>
              <a:t>return</a:t>
            </a:r>
            <a:r>
              <a:rPr sz="2250">
                <a:solidFill>
                  <a:srgbClr val="222222"/>
                </a:solidFill>
                <a:latin typeface="Menlo"/>
                <a:ea typeface="Menlo"/>
                <a:cs typeface="Menlo"/>
              </a:rPr>
              <a:t> sum;</a:t>
            </a:r>
          </a:p>
        </p:txBody>
      </p:sp>
      <p:sp>
        <p:nvSpPr>
          <p:cNvPr id="7" name="code-4">
            <a:extLst xmlns:a="http://schemas.openxmlformats.org/drawingml/2006/main">
              <a:ext uri="{FF2B5EF4-FFF2-40B4-BE49-F238E27FC236}">
                <a16:creationId xmlns:a16="http://schemas.microsoft.com/office/drawing/2014/main" id="{26124CF5-B172-42EA-9D82-807758215E68}"/>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8" name="code-5">
            <a:extLst xmlns:a="http://schemas.openxmlformats.org/drawingml/2006/main">
              <a:ext uri="{FF2B5EF4-FFF2-40B4-BE49-F238E27FC236}">
                <a16:creationId xmlns:a16="http://schemas.microsoft.com/office/drawing/2014/main" id="{F27536B2-E58E-4812-8691-2C3E9A1A2BBC}"/>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r>
              <a:t/>
            </a:r>
          </a:p>
        </p:txBody>
      </p:sp>
      <p:sp>
        <p:nvSpPr>
          <p:cNvPr id="9" name="code-6">
            <a:extLst xmlns:a="http://schemas.openxmlformats.org/drawingml/2006/main">
              <a:ext uri="{FF2B5EF4-FFF2-40B4-BE49-F238E27FC236}">
                <a16:creationId xmlns:a16="http://schemas.microsoft.com/office/drawing/2014/main" id="{66F53C22-A240-4763-8ADE-CB14AC7233A2}"/>
              </a:ext>
            </a:extLst>
          </p:cNvPr>
          <p:cNvSpPr>
            <a:spLocks xmlns:a="http://schemas.openxmlformats.org/drawingml/2006/main" noGrp="1"/>
          </p:cNvSpPr>
          <p:nvPr/>
        </p:nvSpPr>
        <p:spPr>
          <a:xfrm xmlns:a="http://schemas.openxmlformats.org/drawingml/2006/main">
            <a:off x="800100" y="36861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 result </a:t>
            </a:r>
            <a:r>
              <a:rPr sz="2250">
                <a:solidFill>
                  <a:srgbClr val="222222"/>
                </a:solidFill>
                <a:latin typeface="Menlo"/>
                <a:ea typeface="Menlo"/>
                <a:cs typeface="Menlo"/>
              </a:rPr>
              <a:t>= </a:t>
            </a:r>
            <a:r>
              <a:rPr sz="2250">
                <a:solidFill>
                  <a:srgbClr val="005CC5"/>
                </a:solidFill>
                <a:latin typeface="Menlo"/>
                <a:ea typeface="Menlo"/>
                <a:cs typeface="Menlo"/>
              </a:rPr>
              <a:t>test_add</a:t>
            </a:r>
            <a:r>
              <a:rPr sz="2250">
                <a:solidFill>
                  <a:srgbClr val="222222"/>
                </a:solidFill>
                <a:latin typeface="Menlo"/>
                <a:ea typeface="Menlo"/>
                <a:cs typeface="Menlo"/>
              </a:rPr>
              <a:t>(</a:t>
            </a:r>
            <a:r>
              <a:rPr sz="2250">
                <a:solidFill>
                  <a:srgbClr val="9A4D00"/>
                </a:solidFill>
                <a:latin typeface="Menlo"/>
                <a:ea typeface="Menlo"/>
                <a:cs typeface="Menlo"/>
              </a:rPr>
              <a:t>1</a:t>
            </a:r>
            <a:r>
              <a:rPr sz="2250">
                <a:solidFill>
                  <a:srgbClr val="222222"/>
                </a:solidFill>
                <a:latin typeface="Menlo"/>
                <a:ea typeface="Menlo"/>
                <a:cs typeface="Menlo"/>
              </a:rPr>
              <a:t>, </a:t>
            </a:r>
            <a:r>
              <a:rPr sz="2250">
                <a:solidFill>
                  <a:srgbClr val="9A4D00"/>
                </a:solidFill>
                <a:latin typeface="Menlo"/>
                <a:ea typeface="Menlo"/>
                <a:cs typeface="Menlo"/>
              </a:rPr>
              <a:t>2</a:t>
            </a:r>
            <a:r>
              <a:rPr sz="2250">
                <a:solidFill>
                  <a:srgbClr val="222222"/>
                </a:solidFill>
                <a:latin typeface="Menlo"/>
                <a:ea typeface="Menlo"/>
                <a:cs typeface="Menlo"/>
              </a:rPr>
              <a:t>)</a:t>
            </a:r>
            <a:r>
              <a:rPr sz="2250">
                <a:solidFill>
                  <a:srgbClr val="222222"/>
                </a:solidFill>
                <a:latin typeface="Menlo"/>
                <a:ea typeface="Menlo"/>
                <a:cs typeface="Menlo"/>
              </a:rPr>
              <a:t>;</a:t>
            </a:r>
          </a:p>
        </p:txBody>
      </p:sp>
      <p:sp>
        <p:nvSpPr>
          <p:cNvPr id="10" name="cue-1">
            <a:extLst xmlns:a="http://schemas.openxmlformats.org/drawingml/2006/main">
              <a:ext uri="{FF2B5EF4-FFF2-40B4-BE49-F238E27FC236}">
                <a16:creationId xmlns:a16="http://schemas.microsoft.com/office/drawing/2014/main" id="{8344D8AF-BFA6-4FBE-B1AE-E91F8BE6FC62}"/>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Parameters a and b receive 1 and 2. result receives 3.</a:t>
            </a:r>
          </a:p>
        </p:txBody>
      </p:sp>
    </p:spTree>
    <p:extLst>
      <p:ext uri="{BB962C8B-B14F-4D97-AF65-F5344CB8AC3E}">
        <p14:creationId xmlns:p14="http://schemas.microsoft.com/office/powerpoint/2010/main" val="16305381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rand">
            <a:extLst xmlns:a="http://schemas.openxmlformats.org/drawingml/2006/main">
              <a:ext uri="{FF2B5EF4-FFF2-40B4-BE49-F238E27FC236}">
                <a16:creationId xmlns:a16="http://schemas.microsoft.com/office/drawing/2014/main" id="{5E895B9D-4AF2-497F-AD96-B80476CB7EC4}"/>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83A94138-2DFC-497D-BAAD-12EA919A145D}"/>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5 / 63</a:t>
            </a:r>
          </a:p>
        </p:txBody>
      </p:sp>
      <p:sp>
        <p:nvSpPr>
          <p:cNvPr id="3" name="heading-1">
            <a:extLst xmlns:a="http://schemas.openxmlformats.org/drawingml/2006/main">
              <a:ext uri="{FF2B5EF4-FFF2-40B4-BE49-F238E27FC236}">
                <a16:creationId xmlns:a16="http://schemas.microsoft.com/office/drawing/2014/main" id="{DEC0C760-81F6-4DF2-8D48-1E354EB4647B}"/>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Local state during one call</a:t>
            </a:r>
          </a:p>
        </p:txBody>
      </p:sp>
      <p:sp>
        <p:nvSpPr>
          <p:cNvPr id="4" name="code-1">
            <a:extLst xmlns:a="http://schemas.openxmlformats.org/drawingml/2006/main">
              <a:ext uri="{FF2B5EF4-FFF2-40B4-BE49-F238E27FC236}">
                <a16:creationId xmlns:a16="http://schemas.microsoft.com/office/drawing/2014/main" id="{289C1998-B7C6-420D-8BFD-2A83C8F34C88}"/>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call                a    b    sum</a:t>
            </a:r>
          </a:p>
        </p:txBody>
      </p:sp>
      <p:sp>
        <p:nvSpPr>
          <p:cNvPr id="5" name="code-2">
            <a:extLst xmlns:a="http://schemas.openxmlformats.org/drawingml/2006/main">
              <a:ext uri="{FF2B5EF4-FFF2-40B4-BE49-F238E27FC236}">
                <a16:creationId xmlns:a16="http://schemas.microsoft.com/office/drawing/2014/main" id="{1EAE2812-096E-40D5-953A-812BB3C3BD13}"/>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test_add(1, 2)      1    2      3</a:t>
            </a:r>
          </a:p>
        </p:txBody>
      </p:sp>
      <p:sp>
        <p:nvSpPr>
          <p:cNvPr id="6" name="code-3">
            <a:extLst xmlns:a="http://schemas.openxmlformats.org/drawingml/2006/main">
              <a:ext uri="{FF2B5EF4-FFF2-40B4-BE49-F238E27FC236}">
                <a16:creationId xmlns:a16="http://schemas.microsoft.com/office/drawing/2014/main" id="{EA292174-9120-475F-92CE-48FE91318386}"/>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return 3           local objects end</a:t>
            </a:r>
          </a:p>
        </p:txBody>
      </p:sp>
      <p:sp>
        <p:nvSpPr>
          <p:cNvPr id="7" name="code-4">
            <a:extLst xmlns:a="http://schemas.openxmlformats.org/drawingml/2006/main">
              <a:ext uri="{FF2B5EF4-FFF2-40B4-BE49-F238E27FC236}">
                <a16:creationId xmlns:a16="http://schemas.microsoft.com/office/drawing/2014/main" id="{91EB5DBA-7EB1-43B8-99ED-792EFF16D978}"/>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caller             result = 3</a:t>
            </a:r>
          </a:p>
        </p:txBody>
      </p:sp>
      <p:sp>
        <p:nvSpPr>
          <p:cNvPr id="8" name="cue-1">
            <a:extLst xmlns:a="http://schemas.openxmlformats.org/drawingml/2006/main">
              <a:ext uri="{FF2B5EF4-FFF2-40B4-BE49-F238E27FC236}">
                <a16:creationId xmlns:a16="http://schemas.microsoft.com/office/drawing/2014/main" id="{FF80F2A9-20BD-4757-9AF9-1C92CD0FB6D3}"/>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The result value returns. Local variables do not become globals.</a:t>
            </a:r>
          </a:p>
        </p:txBody>
      </p:sp>
    </p:spTree>
    <p:extLst>
      <p:ext uri="{BB962C8B-B14F-4D97-AF65-F5344CB8AC3E}">
        <p14:creationId xmlns:p14="http://schemas.microsoft.com/office/powerpoint/2010/main" val="199264328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rand">
            <a:extLst xmlns:a="http://schemas.openxmlformats.org/drawingml/2006/main">
              <a:ext uri="{FF2B5EF4-FFF2-40B4-BE49-F238E27FC236}">
                <a16:creationId xmlns:a16="http://schemas.microsoft.com/office/drawing/2014/main" id="{A113902A-37BA-40B4-B923-09E6A15A90E7}"/>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648D6086-CE03-4CC8-A336-7BA5FA536B2E}"/>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6 / 63</a:t>
            </a:r>
          </a:p>
        </p:txBody>
      </p:sp>
      <p:sp>
        <p:nvSpPr>
          <p:cNvPr id="3" name="heading-1">
            <a:extLst xmlns:a="http://schemas.openxmlformats.org/drawingml/2006/main">
              <a:ext uri="{FF2B5EF4-FFF2-40B4-BE49-F238E27FC236}">
                <a16:creationId xmlns:a16="http://schemas.microsoft.com/office/drawing/2014/main" id="{E0B4CC0E-746F-4954-B77F-55B8D5DB423E}"/>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Output and return values</a:t>
            </a:r>
          </a:p>
        </p:txBody>
      </p:sp>
      <p:sp>
        <p:nvSpPr>
          <p:cNvPr id="4" name="code-1">
            <a:extLst xmlns:a="http://schemas.openxmlformats.org/drawingml/2006/main">
              <a:ext uri="{FF2B5EF4-FFF2-40B4-BE49-F238E27FC236}">
                <a16:creationId xmlns:a16="http://schemas.microsoft.com/office/drawing/2014/main" id="{91D9E3AD-FE18-41D8-B9C1-2FAF1E808973}"/>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 </a:t>
            </a:r>
            <a:r>
              <a:rPr sz="2250">
                <a:solidFill>
                  <a:srgbClr val="6F42C1"/>
                </a:solidFill>
                <a:latin typeface="Menlo"/>
                <a:ea typeface="Menlo"/>
                <a:cs typeface="Menlo"/>
              </a:rPr>
              <a:t>test_add</a:t>
            </a:r>
            <a:r>
              <a:rPr sz="2250">
                <a:solidFill>
                  <a:srgbClr val="222222"/>
                </a:solidFill>
                <a:latin typeface="Menlo"/>
                <a:ea typeface="Menlo"/>
                <a:cs typeface="Menlo"/>
              </a:rPr>
              <a:t>(</a:t>
            </a:r>
            <a:r>
              <a:rPr sz="2250">
                <a:solidFill>
                  <a:srgbClr val="6F42C1"/>
                </a:solidFill>
                <a:latin typeface="Menlo"/>
                <a:ea typeface="Menlo"/>
                <a:cs typeface="Menlo"/>
              </a:rPr>
              <a:t>int</a:t>
            </a:r>
            <a:r>
              <a:rPr sz="2250">
                <a:solidFill>
                  <a:srgbClr val="222222"/>
                </a:solidFill>
                <a:latin typeface="Menlo"/>
                <a:ea typeface="Menlo"/>
                <a:cs typeface="Menlo"/>
              </a:rPr>
              <a:t> a, </a:t>
            </a:r>
            <a:r>
              <a:rPr sz="2250">
                <a:solidFill>
                  <a:srgbClr val="6F42C1"/>
                </a:solidFill>
                <a:latin typeface="Menlo"/>
                <a:ea typeface="Menlo"/>
                <a:cs typeface="Menlo"/>
              </a:rPr>
              <a:t>int</a:t>
            </a:r>
            <a:r>
              <a:rPr sz="2250">
                <a:solidFill>
                  <a:srgbClr val="222222"/>
                </a:solidFill>
                <a:latin typeface="Menlo"/>
                <a:ea typeface="Menlo"/>
                <a:cs typeface="Menlo"/>
              </a:rPr>
              <a:t> b)</a:t>
            </a:r>
            <a:r>
              <a:rPr sz="2250">
                <a:solidFill>
                  <a:srgbClr val="222222"/>
                </a:solidFill>
                <a:latin typeface="Menlo"/>
                <a:ea typeface="Menlo"/>
                <a:cs typeface="Menlo"/>
              </a:rPr>
              <a:t> </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F232ED34-FC87-4DAC-BBF8-F02DA01DD9CC}"/>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222222"/>
                </a:solidFill>
                <a:latin typeface="Menlo"/>
                <a:ea typeface="Menlo"/>
                <a:cs typeface="Menlo"/>
              </a:rPr>
              <a:t>std::</a:t>
            </a:r>
            <a:r>
              <a:rPr sz="2250">
                <a:solidFill>
                  <a:srgbClr val="222222"/>
                </a:solidFill>
                <a:latin typeface="Menlo"/>
                <a:ea typeface="Menlo"/>
                <a:cs typeface="Menlo"/>
              </a:rPr>
              <a:t>cout &lt;&lt; </a:t>
            </a:r>
            <a:r>
              <a:rPr sz="2250">
                <a:solidFill>
                  <a:srgbClr val="0B6B3A"/>
                </a:solidFill>
                <a:latin typeface="Menlo"/>
                <a:ea typeface="Menlo"/>
                <a:cs typeface="Menlo"/>
              </a:rPr>
              <a:t>"adding</a:t>
            </a:r>
            <a:r>
              <a:rPr sz="2250">
                <a:solidFill>
                  <a:srgbClr val="0B6B3A"/>
                </a:solidFill>
                <a:latin typeface="Menlo"/>
                <a:ea typeface="Menlo"/>
                <a:cs typeface="Menlo"/>
              </a:rPr>
              <a:t>\n</a:t>
            </a:r>
            <a:r>
              <a:rPr sz="2250">
                <a:solidFill>
                  <a:srgbClr val="0B6B3A"/>
                </a:solidFill>
                <a:latin typeface="Menlo"/>
                <a:ea typeface="Menlo"/>
                <a:cs typeface="Menlo"/>
              </a:rPr>
              <a:t>"</a:t>
            </a:r>
            <a:r>
              <a:rPr sz="2250">
                <a:solidFill>
                  <a:srgbClr val="222222"/>
                </a:solidFill>
                <a:latin typeface="Menlo"/>
                <a:ea typeface="Menlo"/>
                <a:cs typeface="Menlo"/>
              </a:rPr>
              <a:t>;</a:t>
            </a:r>
          </a:p>
        </p:txBody>
      </p:sp>
      <p:sp>
        <p:nvSpPr>
          <p:cNvPr id="6" name="code-3">
            <a:extLst xmlns:a="http://schemas.openxmlformats.org/drawingml/2006/main">
              <a:ext uri="{FF2B5EF4-FFF2-40B4-BE49-F238E27FC236}">
                <a16:creationId xmlns:a16="http://schemas.microsoft.com/office/drawing/2014/main" id="{D109A27E-3A7D-4C9B-969F-AF8B543AB411}"/>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005CC5"/>
                </a:solidFill>
                <a:latin typeface="Menlo"/>
                <a:ea typeface="Menlo"/>
                <a:cs typeface="Menlo"/>
              </a:rPr>
              <a:t>return</a:t>
            </a:r>
            <a:r>
              <a:rPr sz="2250">
                <a:solidFill>
                  <a:srgbClr val="222222"/>
                </a:solidFill>
                <a:latin typeface="Menlo"/>
                <a:ea typeface="Menlo"/>
                <a:cs typeface="Menlo"/>
              </a:rPr>
              <a:t> a + b;</a:t>
            </a:r>
          </a:p>
        </p:txBody>
      </p:sp>
      <p:sp>
        <p:nvSpPr>
          <p:cNvPr id="7" name="code-4">
            <a:extLst xmlns:a="http://schemas.openxmlformats.org/drawingml/2006/main">
              <a:ext uri="{FF2B5EF4-FFF2-40B4-BE49-F238E27FC236}">
                <a16:creationId xmlns:a16="http://schemas.microsoft.com/office/drawing/2014/main" id="{89512BF9-4F95-4D37-9799-93B1DFA0FED2}"/>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8" name="code-5">
            <a:extLst xmlns:a="http://schemas.openxmlformats.org/drawingml/2006/main">
              <a:ext uri="{FF2B5EF4-FFF2-40B4-BE49-F238E27FC236}">
                <a16:creationId xmlns:a16="http://schemas.microsoft.com/office/drawing/2014/main" id="{8A36E51C-BAA5-4CB3-8013-6F47C12B155D}"/>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r>
              <a:t/>
            </a:r>
          </a:p>
        </p:txBody>
      </p:sp>
      <p:sp>
        <p:nvSpPr>
          <p:cNvPr id="9" name="code-6">
            <a:extLst xmlns:a="http://schemas.openxmlformats.org/drawingml/2006/main">
              <a:ext uri="{FF2B5EF4-FFF2-40B4-BE49-F238E27FC236}">
                <a16:creationId xmlns:a16="http://schemas.microsoft.com/office/drawing/2014/main" id="{54B52BFA-E77E-45BE-83CF-3D2A24A088D7}"/>
              </a:ext>
            </a:extLst>
          </p:cNvPr>
          <p:cNvSpPr>
            <a:spLocks xmlns:a="http://schemas.openxmlformats.org/drawingml/2006/main" noGrp="1"/>
          </p:cNvSpPr>
          <p:nvPr/>
        </p:nvSpPr>
        <p:spPr>
          <a:xfrm xmlns:a="http://schemas.openxmlformats.org/drawingml/2006/main">
            <a:off x="800100" y="36861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 result </a:t>
            </a:r>
            <a:r>
              <a:rPr sz="2250">
                <a:solidFill>
                  <a:srgbClr val="222222"/>
                </a:solidFill>
                <a:latin typeface="Menlo"/>
                <a:ea typeface="Menlo"/>
                <a:cs typeface="Menlo"/>
              </a:rPr>
              <a:t>= </a:t>
            </a:r>
            <a:r>
              <a:rPr sz="2250">
                <a:solidFill>
                  <a:srgbClr val="005CC5"/>
                </a:solidFill>
                <a:latin typeface="Menlo"/>
                <a:ea typeface="Menlo"/>
                <a:cs typeface="Menlo"/>
              </a:rPr>
              <a:t>test_add</a:t>
            </a:r>
            <a:r>
              <a:rPr sz="2250">
                <a:solidFill>
                  <a:srgbClr val="222222"/>
                </a:solidFill>
                <a:latin typeface="Menlo"/>
                <a:ea typeface="Menlo"/>
                <a:cs typeface="Menlo"/>
              </a:rPr>
              <a:t>(</a:t>
            </a:r>
            <a:r>
              <a:rPr sz="2250">
                <a:solidFill>
                  <a:srgbClr val="9A4D00"/>
                </a:solidFill>
                <a:latin typeface="Menlo"/>
                <a:ea typeface="Menlo"/>
                <a:cs typeface="Menlo"/>
              </a:rPr>
              <a:t>2</a:t>
            </a:r>
            <a:r>
              <a:rPr sz="2250">
                <a:solidFill>
                  <a:srgbClr val="222222"/>
                </a:solidFill>
                <a:latin typeface="Menlo"/>
                <a:ea typeface="Menlo"/>
                <a:cs typeface="Menlo"/>
              </a:rPr>
              <a:t>, </a:t>
            </a:r>
            <a:r>
              <a:rPr sz="2250">
                <a:solidFill>
                  <a:srgbClr val="9A4D00"/>
                </a:solidFill>
                <a:latin typeface="Menlo"/>
                <a:ea typeface="Menlo"/>
                <a:cs typeface="Menlo"/>
              </a:rPr>
              <a:t>3</a:t>
            </a:r>
            <a:r>
              <a:rPr sz="2250">
                <a:solidFill>
                  <a:srgbClr val="222222"/>
                </a:solidFill>
                <a:latin typeface="Menlo"/>
                <a:ea typeface="Menlo"/>
                <a:cs typeface="Menlo"/>
              </a:rPr>
              <a:t>)</a:t>
            </a:r>
            <a:r>
              <a:rPr sz="2250">
                <a:solidFill>
                  <a:srgbClr val="222222"/>
                </a:solidFill>
                <a:latin typeface="Menlo"/>
                <a:ea typeface="Menlo"/>
                <a:cs typeface="Menlo"/>
              </a:rPr>
              <a:t>;</a:t>
            </a:r>
          </a:p>
        </p:txBody>
      </p:sp>
      <p:sp>
        <p:nvSpPr>
          <p:cNvPr id="10" name="cue-1">
            <a:extLst xmlns:a="http://schemas.openxmlformats.org/drawingml/2006/main">
              <a:ext uri="{FF2B5EF4-FFF2-40B4-BE49-F238E27FC236}">
                <a16:creationId xmlns:a16="http://schemas.microsoft.com/office/drawing/2014/main" id="{E0B40603-3F7D-45CC-8E82-00A56E92D39B}"/>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The screen shows adding. result receives 5.</a:t>
            </a:r>
          </a:p>
        </p:txBody>
      </p:sp>
    </p:spTree>
    <p:extLst>
      <p:ext uri="{BB962C8B-B14F-4D97-AF65-F5344CB8AC3E}">
        <p14:creationId xmlns:p14="http://schemas.microsoft.com/office/powerpoint/2010/main" val="162994814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brand">
            <a:extLst xmlns:a="http://schemas.openxmlformats.org/drawingml/2006/main">
              <a:ext uri="{FF2B5EF4-FFF2-40B4-BE49-F238E27FC236}">
                <a16:creationId xmlns:a16="http://schemas.microsoft.com/office/drawing/2014/main" id="{0DFB05B7-044F-4211-B45A-2FCD66C86898}"/>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ED47D1A4-84B5-4C19-B2D3-54EBEBFF56C5}"/>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7 / 63</a:t>
            </a:r>
          </a:p>
        </p:txBody>
      </p:sp>
      <p:sp>
        <p:nvSpPr>
          <p:cNvPr id="3" name="heading-1">
            <a:extLst xmlns:a="http://schemas.openxmlformats.org/drawingml/2006/main">
              <a:ext uri="{FF2B5EF4-FFF2-40B4-BE49-F238E27FC236}">
                <a16:creationId xmlns:a16="http://schemas.microsoft.com/office/drawing/2014/main" id="{8BF23116-2CE0-477B-8712-5AFB7E348355}"/>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A return value can join another expression</a:t>
            </a:r>
          </a:p>
        </p:txBody>
      </p:sp>
      <p:sp>
        <p:nvSpPr>
          <p:cNvPr id="4" name="code-1">
            <a:extLst xmlns:a="http://schemas.openxmlformats.org/drawingml/2006/main">
              <a:ext uri="{FF2B5EF4-FFF2-40B4-BE49-F238E27FC236}">
                <a16:creationId xmlns:a16="http://schemas.microsoft.com/office/drawing/2014/main" id="{E728C4D6-834D-4A7E-941D-FC1B701E6E9B}"/>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 total </a:t>
            </a:r>
            <a:r>
              <a:rPr sz="2250">
                <a:solidFill>
                  <a:srgbClr val="222222"/>
                </a:solidFill>
                <a:latin typeface="Menlo"/>
                <a:ea typeface="Menlo"/>
                <a:cs typeface="Menlo"/>
              </a:rPr>
              <a:t>= </a:t>
            </a:r>
            <a:r>
              <a:rPr sz="2250">
                <a:solidFill>
                  <a:srgbClr val="005CC5"/>
                </a:solidFill>
                <a:latin typeface="Menlo"/>
                <a:ea typeface="Menlo"/>
                <a:cs typeface="Menlo"/>
              </a:rPr>
              <a:t>test_add</a:t>
            </a:r>
            <a:r>
              <a:rPr sz="2250">
                <a:solidFill>
                  <a:srgbClr val="222222"/>
                </a:solidFill>
                <a:latin typeface="Menlo"/>
                <a:ea typeface="Menlo"/>
                <a:cs typeface="Menlo"/>
              </a:rPr>
              <a:t>(</a:t>
            </a:r>
            <a:r>
              <a:rPr sz="2250">
                <a:solidFill>
                  <a:srgbClr val="9A4D00"/>
                </a:solidFill>
                <a:latin typeface="Menlo"/>
                <a:ea typeface="Menlo"/>
                <a:cs typeface="Menlo"/>
              </a:rPr>
              <a:t>2</a:t>
            </a:r>
            <a:r>
              <a:rPr sz="2250">
                <a:solidFill>
                  <a:srgbClr val="222222"/>
                </a:solidFill>
                <a:latin typeface="Menlo"/>
                <a:ea typeface="Menlo"/>
                <a:cs typeface="Menlo"/>
              </a:rPr>
              <a:t>, </a:t>
            </a:r>
            <a:r>
              <a:rPr sz="2250">
                <a:solidFill>
                  <a:srgbClr val="9A4D00"/>
                </a:solidFill>
                <a:latin typeface="Menlo"/>
                <a:ea typeface="Menlo"/>
                <a:cs typeface="Menlo"/>
              </a:rPr>
              <a:t>3</a:t>
            </a:r>
            <a:r>
              <a:rPr sz="2250">
                <a:solidFill>
                  <a:srgbClr val="222222"/>
                </a:solidFill>
                <a:latin typeface="Menlo"/>
                <a:ea typeface="Menlo"/>
                <a:cs typeface="Menlo"/>
              </a:rPr>
              <a:t>)</a:t>
            </a:r>
            <a:r>
              <a:rPr sz="2250">
                <a:solidFill>
                  <a:srgbClr val="222222"/>
                </a:solidFill>
                <a:latin typeface="Menlo"/>
                <a:ea typeface="Menlo"/>
                <a:cs typeface="Menlo"/>
              </a:rPr>
              <a:t> * </a:t>
            </a:r>
            <a:r>
              <a:rPr sz="2250">
                <a:solidFill>
                  <a:srgbClr val="9A4D00"/>
                </a:solidFill>
                <a:latin typeface="Menlo"/>
                <a:ea typeface="Menlo"/>
                <a:cs typeface="Menlo"/>
              </a:rPr>
              <a:t>10</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BAD543BC-955D-40F2-BBB8-82587A5FD6D1}"/>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cout &lt;&lt; total &lt;&lt; </a:t>
            </a:r>
            <a:r>
              <a:rPr sz="2250">
                <a:solidFill>
                  <a:srgbClr val="0B6B3A"/>
                </a:solidFill>
                <a:latin typeface="Menlo"/>
                <a:ea typeface="Menlo"/>
                <a:cs typeface="Menlo"/>
              </a:rPr>
              <a:t>'\n'</a:t>
            </a:r>
            <a:r>
              <a:rPr sz="2250">
                <a:solidFill>
                  <a:srgbClr val="222222"/>
                </a:solidFill>
                <a:latin typeface="Menlo"/>
                <a:ea typeface="Menlo"/>
                <a:cs typeface="Menlo"/>
              </a:rPr>
              <a:t>;</a:t>
            </a:r>
          </a:p>
        </p:txBody>
      </p:sp>
      <p:sp>
        <p:nvSpPr>
          <p:cNvPr id="6" name="cue-1">
            <a:extLst xmlns:a="http://schemas.openxmlformats.org/drawingml/2006/main">
              <a:ext uri="{FF2B5EF4-FFF2-40B4-BE49-F238E27FC236}">
                <a16:creationId xmlns:a16="http://schemas.microsoft.com/office/drawing/2014/main" id="{868A03AF-846B-4D87-BF76-3E79928A1304}"/>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Receive 5, multiply by 10, then print 50.</a:t>
            </a:r>
          </a:p>
        </p:txBody>
      </p:sp>
    </p:spTree>
    <p:extLst>
      <p:ext uri="{BB962C8B-B14F-4D97-AF65-F5344CB8AC3E}">
        <p14:creationId xmlns:p14="http://schemas.microsoft.com/office/powerpoint/2010/main" val="179575167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rand">
            <a:extLst xmlns:a="http://schemas.openxmlformats.org/drawingml/2006/main">
              <a:ext uri="{FF2B5EF4-FFF2-40B4-BE49-F238E27FC236}">
                <a16:creationId xmlns:a16="http://schemas.microsoft.com/office/drawing/2014/main" id="{CAE02CC5-43D3-459E-BD94-63589BD53247}"/>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A1B26450-AE8C-480D-BF66-DE58F4796A25}"/>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8 / 63</a:t>
            </a:r>
          </a:p>
        </p:txBody>
      </p:sp>
      <p:sp>
        <p:nvSpPr>
          <p:cNvPr id="3" name="heading-1">
            <a:extLst xmlns:a="http://schemas.openxmlformats.org/drawingml/2006/main">
              <a:ext uri="{FF2B5EF4-FFF2-40B4-BE49-F238E27FC236}">
                <a16:creationId xmlns:a16="http://schemas.microsoft.com/office/drawing/2014/main" id="{80B59797-6564-416A-812F-940508C427B9}"/>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Declarations, definitions, and void</a:t>
            </a:r>
          </a:p>
        </p:txBody>
      </p:sp>
      <p:sp>
        <p:nvSpPr>
          <p:cNvPr id="4" name="code-1">
            <a:extLst xmlns:a="http://schemas.openxmlformats.org/drawingml/2006/main">
              <a:ext uri="{FF2B5EF4-FFF2-40B4-BE49-F238E27FC236}">
                <a16:creationId xmlns:a16="http://schemas.microsoft.com/office/drawing/2014/main" id="{49D21419-6BCF-463B-B18A-4A30EC784562}"/>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 </a:t>
            </a:r>
            <a:r>
              <a:rPr sz="2250">
                <a:solidFill>
                  <a:srgbClr val="6F42C1"/>
                </a:solidFill>
                <a:latin typeface="Menlo"/>
                <a:ea typeface="Menlo"/>
                <a:cs typeface="Menlo"/>
              </a:rPr>
              <a:t>test_add</a:t>
            </a:r>
            <a:r>
              <a:rPr sz="2250">
                <a:solidFill>
                  <a:srgbClr val="222222"/>
                </a:solidFill>
                <a:latin typeface="Menlo"/>
                <a:ea typeface="Menlo"/>
                <a:cs typeface="Menlo"/>
              </a:rPr>
              <a:t>(</a:t>
            </a:r>
            <a:r>
              <a:rPr sz="2250">
                <a:solidFill>
                  <a:srgbClr val="6F42C1"/>
                </a:solidFill>
                <a:latin typeface="Menlo"/>
                <a:ea typeface="Menlo"/>
                <a:cs typeface="Menlo"/>
              </a:rPr>
              <a:t>int</a:t>
            </a:r>
            <a:r>
              <a:rPr sz="2250">
                <a:solidFill>
                  <a:srgbClr val="222222"/>
                </a:solidFill>
                <a:latin typeface="Menlo"/>
                <a:ea typeface="Menlo"/>
                <a:cs typeface="Menlo"/>
              </a:rPr>
              <a:t> a, </a:t>
            </a:r>
            <a:r>
              <a:rPr sz="2250">
                <a:solidFill>
                  <a:srgbClr val="6F42C1"/>
                </a:solidFill>
                <a:latin typeface="Menlo"/>
                <a:ea typeface="Menlo"/>
                <a:cs typeface="Menlo"/>
              </a:rPr>
              <a:t>int</a:t>
            </a:r>
            <a:r>
              <a:rPr sz="2250">
                <a:solidFill>
                  <a:srgbClr val="222222"/>
                </a:solidFill>
                <a:latin typeface="Menlo"/>
                <a:ea typeface="Menlo"/>
                <a:cs typeface="Menlo"/>
              </a:rPr>
              <a:t> b)</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6B708555-620D-4CE1-9E93-ED37ABB08860}"/>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r>
              <a:t/>
            </a:r>
          </a:p>
        </p:txBody>
      </p:sp>
      <p:sp>
        <p:nvSpPr>
          <p:cNvPr id="6" name="code-3">
            <a:extLst xmlns:a="http://schemas.openxmlformats.org/drawingml/2006/main">
              <a:ext uri="{FF2B5EF4-FFF2-40B4-BE49-F238E27FC236}">
                <a16:creationId xmlns:a16="http://schemas.microsoft.com/office/drawing/2014/main" id="{3BF1A08C-810F-4898-AA0A-940BB8C5815E}"/>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void</a:t>
            </a:r>
            <a:r>
              <a:rPr sz="2250">
                <a:solidFill>
                  <a:srgbClr val="222222"/>
                </a:solidFill>
                <a:latin typeface="Menlo"/>
                <a:ea typeface="Menlo"/>
                <a:cs typeface="Menlo"/>
              </a:rPr>
              <a:t> </a:t>
            </a:r>
            <a:r>
              <a:rPr sz="2250">
                <a:solidFill>
                  <a:srgbClr val="6F42C1"/>
                </a:solidFill>
                <a:latin typeface="Menlo"/>
                <a:ea typeface="Menlo"/>
                <a:cs typeface="Menlo"/>
              </a:rPr>
              <a:t>hello</a:t>
            </a:r>
            <a:r>
              <a:rPr sz="2250">
                <a:solidFill>
                  <a:srgbClr val="222222"/>
                </a:solidFill>
                <a:latin typeface="Menlo"/>
                <a:ea typeface="Menlo"/>
                <a:cs typeface="Menlo"/>
              </a:rPr>
              <a:t>()</a:t>
            </a:r>
            <a:r>
              <a:rPr sz="2250">
                <a:solidFill>
                  <a:srgbClr val="222222"/>
                </a:solidFill>
                <a:latin typeface="Menlo"/>
                <a:ea typeface="Menlo"/>
                <a:cs typeface="Menlo"/>
              </a:rPr>
              <a:t> </a:t>
            </a:r>
            <a:r>
              <a:rPr sz="2250">
                <a:solidFill>
                  <a:srgbClr val="222222"/>
                </a:solidFill>
                <a:latin typeface="Menlo"/>
                <a:ea typeface="Menlo"/>
                <a:cs typeface="Menlo"/>
              </a:rPr>
              <a:t>{</a:t>
            </a:r>
          </a:p>
        </p:txBody>
      </p:sp>
      <p:sp>
        <p:nvSpPr>
          <p:cNvPr id="7" name="code-4">
            <a:extLst xmlns:a="http://schemas.openxmlformats.org/drawingml/2006/main">
              <a:ext uri="{FF2B5EF4-FFF2-40B4-BE49-F238E27FC236}">
                <a16:creationId xmlns:a16="http://schemas.microsoft.com/office/drawing/2014/main" id="{E1307EAC-4A2D-4512-9870-20D2652CF505}"/>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222222"/>
                </a:solidFill>
                <a:latin typeface="Menlo"/>
                <a:ea typeface="Menlo"/>
                <a:cs typeface="Menlo"/>
              </a:rPr>
              <a:t>std::</a:t>
            </a:r>
            <a:r>
              <a:rPr sz="2250">
                <a:solidFill>
                  <a:srgbClr val="222222"/>
                </a:solidFill>
                <a:latin typeface="Menlo"/>
                <a:ea typeface="Menlo"/>
                <a:cs typeface="Menlo"/>
              </a:rPr>
              <a:t>cout &lt;&lt; </a:t>
            </a:r>
            <a:r>
              <a:rPr sz="2250">
                <a:solidFill>
                  <a:srgbClr val="0B6B3A"/>
                </a:solidFill>
                <a:latin typeface="Menlo"/>
                <a:ea typeface="Menlo"/>
                <a:cs typeface="Menlo"/>
              </a:rPr>
              <a:t>"Hello</a:t>
            </a:r>
            <a:r>
              <a:rPr sz="2250">
                <a:solidFill>
                  <a:srgbClr val="0B6B3A"/>
                </a:solidFill>
                <a:latin typeface="Menlo"/>
                <a:ea typeface="Menlo"/>
                <a:cs typeface="Menlo"/>
              </a:rPr>
              <a:t>\n</a:t>
            </a:r>
            <a:r>
              <a:rPr sz="2250">
                <a:solidFill>
                  <a:srgbClr val="0B6B3A"/>
                </a:solidFill>
                <a:latin typeface="Menlo"/>
                <a:ea typeface="Menlo"/>
                <a:cs typeface="Menlo"/>
              </a:rPr>
              <a:t>"</a:t>
            </a:r>
            <a:r>
              <a:rPr sz="2250">
                <a:solidFill>
                  <a:srgbClr val="222222"/>
                </a:solidFill>
                <a:latin typeface="Menlo"/>
                <a:ea typeface="Menlo"/>
                <a:cs typeface="Menlo"/>
              </a:rPr>
              <a:t>;</a:t>
            </a:r>
          </a:p>
        </p:txBody>
      </p:sp>
      <p:sp>
        <p:nvSpPr>
          <p:cNvPr id="8" name="code-5">
            <a:extLst xmlns:a="http://schemas.openxmlformats.org/drawingml/2006/main">
              <a:ext uri="{FF2B5EF4-FFF2-40B4-BE49-F238E27FC236}">
                <a16:creationId xmlns:a16="http://schemas.microsoft.com/office/drawing/2014/main" id="{F64C924D-2DDE-45E5-9EAF-BAE78F87886C}"/>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9" name="cue-1">
            <a:extLst xmlns:a="http://schemas.openxmlformats.org/drawingml/2006/main">
              <a:ext uri="{FF2B5EF4-FFF2-40B4-BE49-F238E27FC236}">
                <a16:creationId xmlns:a16="http://schemas.microsoft.com/office/drawing/2014/main" id="{15E095C6-302C-4E36-93B6-1A4ED7D7AD71}"/>
              </a:ext>
            </a:extLst>
          </p:cNvPr>
          <p:cNvSpPr>
            <a:spLocks xmlns:a="http://schemas.openxmlformats.org/drawingml/2006/main" noGrp="1"/>
          </p:cNvSpPr>
          <p:nvPr/>
        </p:nvSpPr>
        <p:spPr>
          <a:xfrm xmlns:a="http://schemas.openxmlformats.org/drawingml/2006/main">
            <a:off x="800100" y="5467350"/>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A declaration gives the interface. A definition supplies the body.</a:t>
            </a:r>
          </a:p>
        </p:txBody>
      </p:sp>
      <p:sp>
        <p:nvSpPr>
          <p:cNvPr id="10" name="cue-2">
            <a:extLst xmlns:a="http://schemas.openxmlformats.org/drawingml/2006/main">
              <a:ext uri="{FF2B5EF4-FFF2-40B4-BE49-F238E27FC236}">
                <a16:creationId xmlns:a16="http://schemas.microsoft.com/office/drawing/2014/main" id="{33B24A6F-FA2D-4AD8-9A9A-64CCEB37BDC7}"/>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void means no return value.</a:t>
            </a:r>
          </a:p>
        </p:txBody>
      </p:sp>
    </p:spTree>
    <p:extLst>
      <p:ext uri="{BB962C8B-B14F-4D97-AF65-F5344CB8AC3E}">
        <p14:creationId xmlns:p14="http://schemas.microsoft.com/office/powerpoint/2010/main" val="197870335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rand">
            <a:extLst xmlns:a="http://schemas.openxmlformats.org/drawingml/2006/main">
              <a:ext uri="{FF2B5EF4-FFF2-40B4-BE49-F238E27FC236}">
                <a16:creationId xmlns:a16="http://schemas.microsoft.com/office/drawing/2014/main" id="{93F123CE-4D67-41FB-B0CC-169C56F07F0D}"/>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D79C7B7C-B70D-4DF4-9F7D-466D21CC5D5C}"/>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9 / 63</a:t>
            </a:r>
          </a:p>
        </p:txBody>
      </p:sp>
      <p:sp>
        <p:nvSpPr>
          <p:cNvPr id="3" name="heading-1">
            <a:extLst xmlns:a="http://schemas.openxmlformats.org/drawingml/2006/main">
              <a:ext uri="{FF2B5EF4-FFF2-40B4-BE49-F238E27FC236}">
                <a16:creationId xmlns:a16="http://schemas.microsoft.com/office/drawing/2014/main" id="{264E6A3A-5653-4A89-BA91-05067FC21A24}"/>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Local names do not share storage</a:t>
            </a:r>
          </a:p>
        </p:txBody>
      </p:sp>
      <p:sp>
        <p:nvSpPr>
          <p:cNvPr id="4" name="code-1">
            <a:extLst xmlns:a="http://schemas.openxmlformats.org/drawingml/2006/main">
              <a:ext uri="{FF2B5EF4-FFF2-40B4-BE49-F238E27FC236}">
                <a16:creationId xmlns:a16="http://schemas.microsoft.com/office/drawing/2014/main" id="{09BAFBD7-D7EE-4543-92D7-E787DBFAD871}"/>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void</a:t>
            </a:r>
            <a:r>
              <a:rPr sz="2250">
                <a:solidFill>
                  <a:srgbClr val="222222"/>
                </a:solidFill>
                <a:latin typeface="Menlo"/>
                <a:ea typeface="Menlo"/>
                <a:cs typeface="Menlo"/>
              </a:rPr>
              <a:t> </a:t>
            </a:r>
            <a:r>
              <a:rPr sz="2250">
                <a:solidFill>
                  <a:srgbClr val="6F42C1"/>
                </a:solidFill>
                <a:latin typeface="Menlo"/>
                <a:ea typeface="Menlo"/>
                <a:cs typeface="Menlo"/>
              </a:rPr>
              <a:t>change</a:t>
            </a:r>
            <a:r>
              <a:rPr sz="2250">
                <a:solidFill>
                  <a:srgbClr val="222222"/>
                </a:solidFill>
                <a:latin typeface="Menlo"/>
                <a:ea typeface="Menlo"/>
                <a:cs typeface="Menlo"/>
              </a:rPr>
              <a:t>(</a:t>
            </a:r>
            <a:r>
              <a:rPr sz="2250">
                <a:solidFill>
                  <a:srgbClr val="6F42C1"/>
                </a:solidFill>
                <a:latin typeface="Menlo"/>
                <a:ea typeface="Menlo"/>
                <a:cs typeface="Menlo"/>
              </a:rPr>
              <a:t>int</a:t>
            </a:r>
            <a:r>
              <a:rPr sz="2250">
                <a:solidFill>
                  <a:srgbClr val="222222"/>
                </a:solidFill>
                <a:latin typeface="Menlo"/>
                <a:ea typeface="Menlo"/>
                <a:cs typeface="Menlo"/>
              </a:rPr>
              <a:t> value)</a:t>
            </a:r>
            <a:r>
              <a:rPr sz="2250">
                <a:solidFill>
                  <a:srgbClr val="222222"/>
                </a:solidFill>
                <a:latin typeface="Menlo"/>
                <a:ea typeface="Menlo"/>
                <a:cs typeface="Menlo"/>
              </a:rPr>
              <a:t> </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F7B5344A-7FAE-4849-B311-19E15D1CA9A1}"/>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value </a:t>
            </a:r>
            <a:r>
              <a:rPr sz="2250">
                <a:solidFill>
                  <a:srgbClr val="222222"/>
                </a:solidFill>
                <a:latin typeface="Menlo"/>
                <a:ea typeface="Menlo"/>
                <a:cs typeface="Menlo"/>
              </a:rPr>
              <a:t>= </a:t>
            </a:r>
            <a:r>
              <a:rPr sz="2250">
                <a:solidFill>
                  <a:srgbClr val="9A4D00"/>
                </a:solidFill>
                <a:latin typeface="Menlo"/>
                <a:ea typeface="Menlo"/>
                <a:cs typeface="Menlo"/>
              </a:rPr>
              <a:t>99</a:t>
            </a:r>
            <a:r>
              <a:rPr sz="2250">
                <a:solidFill>
                  <a:srgbClr val="222222"/>
                </a:solidFill>
                <a:latin typeface="Menlo"/>
                <a:ea typeface="Menlo"/>
                <a:cs typeface="Menlo"/>
              </a:rPr>
              <a:t>;</a:t>
            </a:r>
          </a:p>
        </p:txBody>
      </p:sp>
      <p:sp>
        <p:nvSpPr>
          <p:cNvPr id="6" name="code-3">
            <a:extLst xmlns:a="http://schemas.openxmlformats.org/drawingml/2006/main">
              <a:ext uri="{FF2B5EF4-FFF2-40B4-BE49-F238E27FC236}">
                <a16:creationId xmlns:a16="http://schemas.microsoft.com/office/drawing/2014/main" id="{F34C6197-B728-42E7-8577-D8E7332D41D4}"/>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7" name="code-4">
            <a:extLst xmlns:a="http://schemas.openxmlformats.org/drawingml/2006/main">
              <a:ext uri="{FF2B5EF4-FFF2-40B4-BE49-F238E27FC236}">
                <a16:creationId xmlns:a16="http://schemas.microsoft.com/office/drawing/2014/main" id="{D36F515B-2432-46FC-AA9F-F96CBDD3E8B1}"/>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r>
              <a:t/>
            </a:r>
          </a:p>
        </p:txBody>
      </p:sp>
      <p:sp>
        <p:nvSpPr>
          <p:cNvPr id="8" name="code-5">
            <a:extLst xmlns:a="http://schemas.openxmlformats.org/drawingml/2006/main">
              <a:ext uri="{FF2B5EF4-FFF2-40B4-BE49-F238E27FC236}">
                <a16:creationId xmlns:a16="http://schemas.microsoft.com/office/drawing/2014/main" id="{F1A602D1-91F3-4CF6-BCEB-18D6F0E37313}"/>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 value </a:t>
            </a:r>
            <a:r>
              <a:rPr sz="2250">
                <a:solidFill>
                  <a:srgbClr val="222222"/>
                </a:solidFill>
                <a:latin typeface="Menlo"/>
                <a:ea typeface="Menlo"/>
                <a:cs typeface="Menlo"/>
              </a:rPr>
              <a:t>= </a:t>
            </a:r>
            <a:r>
              <a:rPr sz="2250">
                <a:solidFill>
                  <a:srgbClr val="9A4D00"/>
                </a:solidFill>
                <a:latin typeface="Menlo"/>
                <a:ea typeface="Menlo"/>
                <a:cs typeface="Menlo"/>
              </a:rPr>
              <a:t>10</a:t>
            </a:r>
            <a:r>
              <a:rPr sz="2250">
                <a:solidFill>
                  <a:srgbClr val="222222"/>
                </a:solidFill>
                <a:latin typeface="Menlo"/>
                <a:ea typeface="Menlo"/>
                <a:cs typeface="Menlo"/>
              </a:rPr>
              <a:t>;</a:t>
            </a:r>
          </a:p>
        </p:txBody>
      </p:sp>
      <p:sp>
        <p:nvSpPr>
          <p:cNvPr id="9" name="code-6">
            <a:extLst xmlns:a="http://schemas.openxmlformats.org/drawingml/2006/main">
              <a:ext uri="{FF2B5EF4-FFF2-40B4-BE49-F238E27FC236}">
                <a16:creationId xmlns:a16="http://schemas.microsoft.com/office/drawing/2014/main" id="{6F45CA86-E33A-4F2B-951C-E93D2724EAEB}"/>
              </a:ext>
            </a:extLst>
          </p:cNvPr>
          <p:cNvSpPr>
            <a:spLocks xmlns:a="http://schemas.openxmlformats.org/drawingml/2006/main" noGrp="1"/>
          </p:cNvSpPr>
          <p:nvPr/>
        </p:nvSpPr>
        <p:spPr>
          <a:xfrm xmlns:a="http://schemas.openxmlformats.org/drawingml/2006/main">
            <a:off x="800100" y="36861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change</a:t>
            </a:r>
            <a:r>
              <a:rPr sz="2250">
                <a:solidFill>
                  <a:srgbClr val="222222"/>
                </a:solidFill>
                <a:latin typeface="Menlo"/>
                <a:ea typeface="Menlo"/>
                <a:cs typeface="Menlo"/>
              </a:rPr>
              <a:t>(value)</a:t>
            </a:r>
            <a:r>
              <a:rPr sz="2250">
                <a:solidFill>
                  <a:srgbClr val="222222"/>
                </a:solidFill>
                <a:latin typeface="Menlo"/>
                <a:ea typeface="Menlo"/>
                <a:cs typeface="Menlo"/>
              </a:rPr>
              <a:t>;</a:t>
            </a:r>
          </a:p>
        </p:txBody>
      </p:sp>
      <p:sp>
        <p:nvSpPr>
          <p:cNvPr id="10" name="cue-1">
            <a:extLst xmlns:a="http://schemas.openxmlformats.org/drawingml/2006/main">
              <a:ext uri="{FF2B5EF4-FFF2-40B4-BE49-F238E27FC236}">
                <a16:creationId xmlns:a16="http://schemas.microsoft.com/office/drawing/2014/main" id="{B7BAF0DC-8C9C-41CD-80D3-1376253B5301}"/>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The same name in separate scopes still names separate objects.</a:t>
            </a:r>
          </a:p>
        </p:txBody>
      </p:sp>
    </p:spTree>
    <p:extLst>
      <p:ext uri="{BB962C8B-B14F-4D97-AF65-F5344CB8AC3E}">
        <p14:creationId xmlns:p14="http://schemas.microsoft.com/office/powerpoint/2010/main" val="1909426141"/>
      </p:ext>
    </p:extLst>
  </p:cSld>
</p:sld>
</file>

<file path=ppt/slides/slide10.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5" name="brand">
            <a:extLst xmlns:a="http://schemas.openxmlformats.org/drawingml/2006/main">
              <a:ext uri="{FF2B5EF4-FFF2-40B4-BE49-F238E27FC236}">
                <a16:creationId xmlns:a16="http://schemas.microsoft.com/office/drawing/2014/main" id="{C349CFEF-F82E-4503-BEF7-AB04DE8F33DE}"/>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BBBBBB"/>
                </a:solidFill>
                <a:latin typeface="PingFang SC"/>
                <a:ea typeface="PingFang SC"/>
                <a:cs typeface="PingFang SC"/>
              </a:defRPr>
            </a:defPPr>
            <a:lvl1pPr>
              <a:defRPr sz="1125" b="1">
                <a:solidFill>
                  <a:srgbClr val="BBBBBB"/>
                </a:solidFill>
                <a:latin typeface="PingFang SC"/>
                <a:ea typeface="PingFang SC"/>
                <a:cs typeface="PingFang SC"/>
              </a:defRPr>
            </a:lvl1pPr>
            <a:lvl2pPr>
              <a:defRPr sz="1125" b="1">
                <a:solidFill>
                  <a:srgbClr val="BBBBBB"/>
                </a:solidFill>
                <a:latin typeface="PingFang SC"/>
                <a:ea typeface="PingFang SC"/>
                <a:cs typeface="PingFang SC"/>
              </a:defRPr>
            </a:lvl2pPr>
            <a:lvl3pPr>
              <a:defRPr sz="1125" b="1">
                <a:solidFill>
                  <a:srgbClr val="BBBBBB"/>
                </a:solidFill>
                <a:latin typeface="PingFang SC"/>
                <a:ea typeface="PingFang SC"/>
                <a:cs typeface="PingFang SC"/>
              </a:defRPr>
            </a:lvl3pPr>
            <a:lvl4pPr>
              <a:defRPr sz="1125" b="1">
                <a:solidFill>
                  <a:srgbClr val="BBBBBB"/>
                </a:solidFill>
                <a:latin typeface="PingFang SC"/>
                <a:ea typeface="PingFang SC"/>
                <a:cs typeface="PingFang SC"/>
              </a:defRPr>
            </a:lvl4pPr>
            <a:lvl5pPr>
              <a:defRPr sz="1125" b="1">
                <a:solidFill>
                  <a:srgbClr val="BBBBBB"/>
                </a:solidFill>
                <a:latin typeface="PingFang SC"/>
                <a:ea typeface="PingFang SC"/>
                <a:cs typeface="PingFang SC"/>
              </a:defRPr>
            </a:lvl5pPr>
            <a:lvl6pPr>
              <a:defRPr sz="1125" b="1">
                <a:solidFill>
                  <a:srgbClr val="BBBBBB"/>
                </a:solidFill>
                <a:latin typeface="PingFang SC"/>
                <a:ea typeface="PingFang SC"/>
                <a:cs typeface="PingFang SC"/>
              </a:defRPr>
            </a:lvl6pPr>
            <a:lvl7pPr>
              <a:defRPr sz="1125" b="1">
                <a:solidFill>
                  <a:srgbClr val="BBBBBB"/>
                </a:solidFill>
                <a:latin typeface="PingFang SC"/>
                <a:ea typeface="PingFang SC"/>
                <a:cs typeface="PingFang SC"/>
              </a:defRPr>
            </a:lvl7pPr>
            <a:lvl8pPr>
              <a:defRPr sz="1125" b="1">
                <a:solidFill>
                  <a:srgbClr val="BBBBBB"/>
                </a:solidFill>
                <a:latin typeface="PingFang SC"/>
                <a:ea typeface="PingFang SC"/>
                <a:cs typeface="PingFang SC"/>
              </a:defRPr>
            </a:lvl8pPr>
            <a:lvl9pPr>
              <a:defRPr sz="1125" b="1">
                <a:solidFill>
                  <a:srgbClr val="BBBBBB"/>
                </a:solidFill>
                <a:latin typeface="PingFang SC"/>
                <a:ea typeface="PingFang SC"/>
                <a:cs typeface="PingFang SC"/>
              </a:defRPr>
            </a:lvl9pPr>
          </a:lstStyle>
          <a:p xmlns:a="http://schemas.openxmlformats.org/drawingml/2006/main">
            <a:pPr>
              <a:defRPr sz="1125" b="1">
                <a:solidFill>
                  <a:srgbClr val="BBBBBB"/>
                </a:solidFill>
                <a:latin typeface="PingFang SC"/>
                <a:ea typeface="PingFang SC"/>
                <a:cs typeface="PingFang SC"/>
              </a:defRPr>
            </a:pPr>
            <a:r>
              <a:rPr sz="1125" b="1">
                <a:solidFill>
                  <a:srgbClr val="BBBBBB"/>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D8B29263-0676-4350-B199-64BADCDFEC76}"/>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BBBBBB"/>
                </a:solidFill>
                <a:latin typeface="Menlo"/>
                <a:ea typeface="Menlo"/>
                <a:cs typeface="Menlo"/>
              </a:defRPr>
            </a:defPPr>
            <a:lvl1pPr>
              <a:defRPr sz="1200" b="0">
                <a:solidFill>
                  <a:srgbClr val="BBBBBB"/>
                </a:solidFill>
                <a:latin typeface="Menlo"/>
                <a:ea typeface="Menlo"/>
                <a:cs typeface="Menlo"/>
              </a:defRPr>
            </a:lvl1pPr>
            <a:lvl2pPr>
              <a:defRPr sz="1200" b="0">
                <a:solidFill>
                  <a:srgbClr val="BBBBBB"/>
                </a:solidFill>
                <a:latin typeface="Menlo"/>
                <a:ea typeface="Menlo"/>
                <a:cs typeface="Menlo"/>
              </a:defRPr>
            </a:lvl2pPr>
            <a:lvl3pPr>
              <a:defRPr sz="1200" b="0">
                <a:solidFill>
                  <a:srgbClr val="BBBBBB"/>
                </a:solidFill>
                <a:latin typeface="Menlo"/>
                <a:ea typeface="Menlo"/>
                <a:cs typeface="Menlo"/>
              </a:defRPr>
            </a:lvl3pPr>
            <a:lvl4pPr>
              <a:defRPr sz="1200" b="0">
                <a:solidFill>
                  <a:srgbClr val="BBBBBB"/>
                </a:solidFill>
                <a:latin typeface="Menlo"/>
                <a:ea typeface="Menlo"/>
                <a:cs typeface="Menlo"/>
              </a:defRPr>
            </a:lvl4pPr>
            <a:lvl5pPr>
              <a:defRPr sz="1200" b="0">
                <a:solidFill>
                  <a:srgbClr val="BBBBBB"/>
                </a:solidFill>
                <a:latin typeface="Menlo"/>
                <a:ea typeface="Menlo"/>
                <a:cs typeface="Menlo"/>
              </a:defRPr>
            </a:lvl5pPr>
            <a:lvl6pPr>
              <a:defRPr sz="1200" b="0">
                <a:solidFill>
                  <a:srgbClr val="BBBBBB"/>
                </a:solidFill>
                <a:latin typeface="Menlo"/>
                <a:ea typeface="Menlo"/>
                <a:cs typeface="Menlo"/>
              </a:defRPr>
            </a:lvl6pPr>
            <a:lvl7pPr>
              <a:defRPr sz="1200" b="0">
                <a:solidFill>
                  <a:srgbClr val="BBBBBB"/>
                </a:solidFill>
                <a:latin typeface="Menlo"/>
                <a:ea typeface="Menlo"/>
                <a:cs typeface="Menlo"/>
              </a:defRPr>
            </a:lvl7pPr>
            <a:lvl8pPr>
              <a:defRPr sz="1200" b="0">
                <a:solidFill>
                  <a:srgbClr val="BBBBBB"/>
                </a:solidFill>
                <a:latin typeface="Menlo"/>
                <a:ea typeface="Menlo"/>
                <a:cs typeface="Menlo"/>
              </a:defRPr>
            </a:lvl8pPr>
            <a:lvl9pPr>
              <a:defRPr sz="1200" b="0">
                <a:solidFill>
                  <a:srgbClr val="BBBBBB"/>
                </a:solidFill>
                <a:latin typeface="Menlo"/>
                <a:ea typeface="Menlo"/>
                <a:cs typeface="Menlo"/>
              </a:defRPr>
            </a:lvl9pPr>
          </a:lstStyle>
          <a:p xmlns:a="http://schemas.openxmlformats.org/drawingml/2006/main">
            <a:pPr>
              <a:defRPr sz="1200" b="0">
                <a:solidFill>
                  <a:srgbClr val="BBBBBB"/>
                </a:solidFill>
                <a:latin typeface="Menlo"/>
                <a:ea typeface="Menlo"/>
                <a:cs typeface="Menlo"/>
              </a:defRPr>
            </a:pPr>
            <a:r>
              <a:rPr sz="1200" b="0">
                <a:solidFill>
                  <a:srgbClr val="BBBBBB"/>
                </a:solidFill>
                <a:latin typeface="Menlo"/>
                <a:ea typeface="Menlo"/>
                <a:cs typeface="Menlo"/>
              </a:rPr>
              <a:t>10 / 63</a:t>
            </a:r>
          </a:p>
        </p:txBody>
      </p:sp>
      <p:sp>
        <p:nvSpPr>
          <p:cNvPr id="3" name="heading-1">
            <a:extLst xmlns:a="http://schemas.openxmlformats.org/drawingml/2006/main">
              <a:ext uri="{FF2B5EF4-FFF2-40B4-BE49-F238E27FC236}">
                <a16:creationId xmlns:a16="http://schemas.microsoft.com/office/drawing/2014/main" id="{FFD7CF99-7F62-4B67-8D06-C7C0ACBDEAFA}"/>
              </a:ext>
            </a:extLst>
          </p:cNvPr>
          <p:cNvSpPr>
            <a:spLocks xmlns:a="http://schemas.openxmlformats.org/drawingml/2006/main" noGrp="1"/>
          </p:cNvSpPr>
          <p:nvPr/>
        </p:nvSpPr>
        <p:spPr>
          <a:xfrm xmlns:a="http://schemas.openxmlformats.org/drawingml/2006/main">
            <a:off x="762000" y="2190750"/>
            <a:ext cx="10668000" cy="9022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4800" b="1">
                <a:solidFill>
                  <a:srgbClr val="FFFFFF"/>
                </a:solidFill>
                <a:latin typeface="PingFang SC"/>
                <a:ea typeface="PingFang SC"/>
                <a:cs typeface="PingFang SC"/>
              </a:defRPr>
            </a:defPPr>
            <a:lvl1pPr>
              <a:defRPr sz="4800" b="1">
                <a:solidFill>
                  <a:srgbClr val="FFFFFF"/>
                </a:solidFill>
                <a:latin typeface="PingFang SC"/>
                <a:ea typeface="PingFang SC"/>
                <a:cs typeface="PingFang SC"/>
              </a:defRPr>
            </a:lvl1pPr>
            <a:lvl2pPr>
              <a:defRPr sz="4800" b="1">
                <a:solidFill>
                  <a:srgbClr val="FFFFFF"/>
                </a:solidFill>
                <a:latin typeface="PingFang SC"/>
                <a:ea typeface="PingFang SC"/>
                <a:cs typeface="PingFang SC"/>
              </a:defRPr>
            </a:lvl2pPr>
            <a:lvl3pPr>
              <a:defRPr sz="4800" b="1">
                <a:solidFill>
                  <a:srgbClr val="FFFFFF"/>
                </a:solidFill>
                <a:latin typeface="PingFang SC"/>
                <a:ea typeface="PingFang SC"/>
                <a:cs typeface="PingFang SC"/>
              </a:defRPr>
            </a:lvl3pPr>
            <a:lvl4pPr>
              <a:defRPr sz="4800" b="1">
                <a:solidFill>
                  <a:srgbClr val="FFFFFF"/>
                </a:solidFill>
                <a:latin typeface="PingFang SC"/>
                <a:ea typeface="PingFang SC"/>
                <a:cs typeface="PingFang SC"/>
              </a:defRPr>
            </a:lvl4pPr>
            <a:lvl5pPr>
              <a:defRPr sz="4800" b="1">
                <a:solidFill>
                  <a:srgbClr val="FFFFFF"/>
                </a:solidFill>
                <a:latin typeface="PingFang SC"/>
                <a:ea typeface="PingFang SC"/>
                <a:cs typeface="PingFang SC"/>
              </a:defRPr>
            </a:lvl5pPr>
            <a:lvl6pPr>
              <a:defRPr sz="4800" b="1">
                <a:solidFill>
                  <a:srgbClr val="FFFFFF"/>
                </a:solidFill>
                <a:latin typeface="PingFang SC"/>
                <a:ea typeface="PingFang SC"/>
                <a:cs typeface="PingFang SC"/>
              </a:defRPr>
            </a:lvl6pPr>
            <a:lvl7pPr>
              <a:defRPr sz="4800" b="1">
                <a:solidFill>
                  <a:srgbClr val="FFFFFF"/>
                </a:solidFill>
                <a:latin typeface="PingFang SC"/>
                <a:ea typeface="PingFang SC"/>
                <a:cs typeface="PingFang SC"/>
              </a:defRPr>
            </a:lvl7pPr>
            <a:lvl8pPr>
              <a:defRPr sz="4800" b="1">
                <a:solidFill>
                  <a:srgbClr val="FFFFFF"/>
                </a:solidFill>
                <a:latin typeface="PingFang SC"/>
                <a:ea typeface="PingFang SC"/>
                <a:cs typeface="PingFang SC"/>
              </a:defRPr>
            </a:lvl8pPr>
            <a:lvl9pPr>
              <a:defRPr sz="4800" b="1">
                <a:solidFill>
                  <a:srgbClr val="FFFFFF"/>
                </a:solidFill>
                <a:latin typeface="PingFang SC"/>
                <a:ea typeface="PingFang SC"/>
                <a:cs typeface="PingFang SC"/>
              </a:defRPr>
            </a:lvl9pPr>
          </a:lstStyle>
          <a:p xmlns:a="http://schemas.openxmlformats.org/drawingml/2006/main">
            <a:pPr>
              <a:defRPr sz="4800" b="1">
                <a:solidFill>
                  <a:srgbClr val="FFFFFF"/>
                </a:solidFill>
                <a:latin typeface="PingFang SC"/>
                <a:ea typeface="PingFang SC"/>
                <a:cs typeface="PingFang SC"/>
              </a:defRPr>
            </a:pPr>
            <a:r>
              <a:rPr sz="4800" b="1">
                <a:solidFill>
                  <a:srgbClr val="FFFFFF"/>
                </a:solidFill>
                <a:latin typeface="PingFang SC"/>
                <a:ea typeface="PingFang SC"/>
                <a:cs typeface="PingFang SC"/>
              </a:rPr>
              <a:t>References and pointers</a:t>
            </a:r>
          </a:p>
        </p:txBody>
      </p:sp>
      <p:sp>
        <p:nvSpPr>
          <p:cNvPr id="4" name="body-1">
            <a:extLst xmlns:a="http://schemas.openxmlformats.org/drawingml/2006/main">
              <a:ext uri="{FF2B5EF4-FFF2-40B4-BE49-F238E27FC236}">
                <a16:creationId xmlns:a16="http://schemas.microsoft.com/office/drawing/2014/main" id="{72246C2A-67D2-49AB-8A61-4D2D17234BEA}"/>
              </a:ext>
            </a:extLst>
          </p:cNvPr>
          <p:cNvSpPr>
            <a:spLocks xmlns:a="http://schemas.openxmlformats.org/drawingml/2006/main" noGrp="1"/>
          </p:cNvSpPr>
          <p:nvPr/>
        </p:nvSpPr>
        <p:spPr>
          <a:xfrm xmlns:a="http://schemas.openxmlformats.org/drawingml/2006/main">
            <a:off x="800100" y="4953000"/>
            <a:ext cx="104775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DDDDDD"/>
                </a:solidFill>
                <a:latin typeface="PingFang SC"/>
                <a:ea typeface="PingFang SC"/>
                <a:cs typeface="PingFang SC"/>
              </a:defRPr>
            </a:defPPr>
            <a:lvl1pPr>
              <a:defRPr sz="2250" b="0">
                <a:solidFill>
                  <a:srgbClr val="DDDDDD"/>
                </a:solidFill>
                <a:latin typeface="PingFang SC"/>
                <a:ea typeface="PingFang SC"/>
                <a:cs typeface="PingFang SC"/>
              </a:defRPr>
            </a:lvl1pPr>
            <a:lvl2pPr>
              <a:defRPr sz="2250" b="0">
                <a:solidFill>
                  <a:srgbClr val="DDDDDD"/>
                </a:solidFill>
                <a:latin typeface="PingFang SC"/>
                <a:ea typeface="PingFang SC"/>
                <a:cs typeface="PingFang SC"/>
              </a:defRPr>
            </a:lvl2pPr>
            <a:lvl3pPr>
              <a:defRPr sz="2250" b="0">
                <a:solidFill>
                  <a:srgbClr val="DDDDDD"/>
                </a:solidFill>
                <a:latin typeface="PingFang SC"/>
                <a:ea typeface="PingFang SC"/>
                <a:cs typeface="PingFang SC"/>
              </a:defRPr>
            </a:lvl3pPr>
            <a:lvl4pPr>
              <a:defRPr sz="2250" b="0">
                <a:solidFill>
                  <a:srgbClr val="DDDDDD"/>
                </a:solidFill>
                <a:latin typeface="PingFang SC"/>
                <a:ea typeface="PingFang SC"/>
                <a:cs typeface="PingFang SC"/>
              </a:defRPr>
            </a:lvl4pPr>
            <a:lvl5pPr>
              <a:defRPr sz="2250" b="0">
                <a:solidFill>
                  <a:srgbClr val="DDDDDD"/>
                </a:solidFill>
                <a:latin typeface="PingFang SC"/>
                <a:ea typeface="PingFang SC"/>
                <a:cs typeface="PingFang SC"/>
              </a:defRPr>
            </a:lvl5pPr>
            <a:lvl6pPr>
              <a:defRPr sz="2250" b="0">
                <a:solidFill>
                  <a:srgbClr val="DDDDDD"/>
                </a:solidFill>
                <a:latin typeface="PingFang SC"/>
                <a:ea typeface="PingFang SC"/>
                <a:cs typeface="PingFang SC"/>
              </a:defRPr>
            </a:lvl6pPr>
            <a:lvl7pPr>
              <a:defRPr sz="2250" b="0">
                <a:solidFill>
                  <a:srgbClr val="DDDDDD"/>
                </a:solidFill>
                <a:latin typeface="PingFang SC"/>
                <a:ea typeface="PingFang SC"/>
                <a:cs typeface="PingFang SC"/>
              </a:defRPr>
            </a:lvl7pPr>
            <a:lvl8pPr>
              <a:defRPr sz="2250" b="0">
                <a:solidFill>
                  <a:srgbClr val="DDDDDD"/>
                </a:solidFill>
                <a:latin typeface="PingFang SC"/>
                <a:ea typeface="PingFang SC"/>
                <a:cs typeface="PingFang SC"/>
              </a:defRPr>
            </a:lvl8pPr>
            <a:lvl9pPr>
              <a:defRPr sz="2250" b="0">
                <a:solidFill>
                  <a:srgbClr val="DDDDDD"/>
                </a:solidFill>
                <a:latin typeface="PingFang SC"/>
                <a:ea typeface="PingFang SC"/>
                <a:cs typeface="PingFang SC"/>
              </a:defRPr>
            </a:lvl9pPr>
          </a:lstStyle>
          <a:p xmlns:a="http://schemas.openxmlformats.org/drawingml/2006/main">
            <a:pPr>
              <a:defRPr sz="2250" b="0">
                <a:solidFill>
                  <a:srgbClr val="DDDDDD"/>
                </a:solidFill>
                <a:latin typeface="PingFang SC"/>
                <a:ea typeface="PingFang SC"/>
                <a:cs typeface="PingFang SC"/>
              </a:defRPr>
            </a:pPr>
            <a:r>
              <a:rPr sz="2250" b="0">
                <a:solidFill>
                  <a:srgbClr val="DDDDDD"/>
                </a:solidFill>
                <a:latin typeface="PingFang SC"/>
                <a:ea typeface="PingFang SC"/>
                <a:cs typeface="PingFang SC"/>
              </a:rPr>
              <a:t>Names, addresses, and the objects at those addresses</a:t>
            </a:r>
          </a:p>
        </p:txBody>
      </p:sp>
    </p:spTree>
    <p:extLst>
      <p:ext uri="{BB962C8B-B14F-4D97-AF65-F5344CB8AC3E}">
        <p14:creationId xmlns:p14="http://schemas.microsoft.com/office/powerpoint/2010/main" val="4696602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brand">
            <a:extLst xmlns:a="http://schemas.openxmlformats.org/drawingml/2006/main">
              <a:ext uri="{FF2B5EF4-FFF2-40B4-BE49-F238E27FC236}">
                <a16:creationId xmlns:a16="http://schemas.microsoft.com/office/drawing/2014/main" id="{E38E64E0-6AB7-41A8-8860-8419A78A5944}"/>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87F5E730-C791-4F17-88FF-7FC0F847CC43}"/>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11 / 63</a:t>
            </a:r>
          </a:p>
        </p:txBody>
      </p:sp>
      <p:sp>
        <p:nvSpPr>
          <p:cNvPr id="3" name="heading-1">
            <a:extLst xmlns:a="http://schemas.openxmlformats.org/drawingml/2006/main">
              <a:ext uri="{FF2B5EF4-FFF2-40B4-BE49-F238E27FC236}">
                <a16:creationId xmlns:a16="http://schemas.microsoft.com/office/drawing/2014/main" id="{3909FFD3-A9A0-47D5-811D-AA6C329D044D}"/>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A reference aliases an object</a:t>
            </a:r>
          </a:p>
        </p:txBody>
      </p:sp>
      <p:sp>
        <p:nvSpPr>
          <p:cNvPr id="4" name="code-1">
            <a:extLst xmlns:a="http://schemas.openxmlformats.org/drawingml/2006/main">
              <a:ext uri="{FF2B5EF4-FFF2-40B4-BE49-F238E27FC236}">
                <a16:creationId xmlns:a16="http://schemas.microsoft.com/office/drawing/2014/main" id="{94210DD3-5185-44AC-AA8A-5C8A30256444}"/>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a:t>
            </a:r>
            <a:r>
              <a:rPr sz="2250">
                <a:solidFill>
                  <a:srgbClr val="222222"/>
                </a:solidFill>
                <a:latin typeface="Menlo"/>
                <a:ea typeface="Menlo"/>
                <a:cs typeface="Menlo"/>
              </a:rPr>
              <a:t>string </a:t>
            </a:r>
            <a:r>
              <a:rPr sz="2250">
                <a:solidFill>
                  <a:srgbClr val="6F42C1"/>
                </a:solidFill>
                <a:latin typeface="Menlo"/>
                <a:ea typeface="Menlo"/>
                <a:cs typeface="Menlo"/>
              </a:rPr>
              <a:t>band1</a:t>
            </a:r>
            <a:r>
              <a:rPr sz="2250">
                <a:solidFill>
                  <a:srgbClr val="222222"/>
                </a:solidFill>
                <a:latin typeface="Menlo"/>
                <a:ea typeface="Menlo"/>
                <a:cs typeface="Menlo"/>
              </a:rPr>
              <a:t>(</a:t>
            </a:r>
            <a:r>
              <a:rPr sz="2250">
                <a:solidFill>
                  <a:srgbClr val="0B6B3A"/>
                </a:solidFill>
                <a:latin typeface="Menlo"/>
                <a:ea typeface="Menlo"/>
                <a:cs typeface="Menlo"/>
              </a:rPr>
              <a:t>"poppin party"</a:t>
            </a:r>
            <a:r>
              <a:rPr sz="2250">
                <a:solidFill>
                  <a:srgbClr val="222222"/>
                </a:solidFill>
                <a:latin typeface="Menlo"/>
                <a:ea typeface="Menlo"/>
                <a:cs typeface="Menlo"/>
              </a:rPr>
              <a:t>)</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06EDCE94-69C3-4887-9704-399FADD77FB4}"/>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string&amp; live1 </a:t>
            </a:r>
            <a:r>
              <a:rPr sz="2250">
                <a:solidFill>
                  <a:srgbClr val="222222"/>
                </a:solidFill>
                <a:latin typeface="Menlo"/>
                <a:ea typeface="Menlo"/>
                <a:cs typeface="Menlo"/>
              </a:rPr>
              <a:t>= band1;</a:t>
            </a:r>
          </a:p>
        </p:txBody>
      </p:sp>
      <p:sp>
        <p:nvSpPr>
          <p:cNvPr id="6" name="code-3">
            <a:extLst xmlns:a="http://schemas.openxmlformats.org/drawingml/2006/main">
              <a:ext uri="{FF2B5EF4-FFF2-40B4-BE49-F238E27FC236}">
                <a16:creationId xmlns:a16="http://schemas.microsoft.com/office/drawing/2014/main" id="{8DF8C663-E3A6-4448-88B4-6A89EDD81646}"/>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live1 </a:t>
            </a:r>
            <a:r>
              <a:rPr sz="2250">
                <a:solidFill>
                  <a:srgbClr val="222222"/>
                </a:solidFill>
                <a:latin typeface="Menlo"/>
                <a:ea typeface="Menlo"/>
                <a:cs typeface="Menlo"/>
              </a:rPr>
              <a:t>= </a:t>
            </a:r>
            <a:r>
              <a:rPr sz="2250">
                <a:solidFill>
                  <a:srgbClr val="0B6B3A"/>
                </a:solidFill>
                <a:latin typeface="Menlo"/>
                <a:ea typeface="Menlo"/>
                <a:cs typeface="Menlo"/>
              </a:rPr>
              <a:t>"afterglow"</a:t>
            </a:r>
            <a:r>
              <a:rPr sz="2250">
                <a:solidFill>
                  <a:srgbClr val="222222"/>
                </a:solidFill>
                <a:latin typeface="Menlo"/>
                <a:ea typeface="Menlo"/>
                <a:cs typeface="Menlo"/>
              </a:rPr>
              <a:t>;</a:t>
            </a:r>
          </a:p>
        </p:txBody>
      </p:sp>
      <p:sp>
        <p:nvSpPr>
          <p:cNvPr id="7" name="cue-1">
            <a:extLst xmlns:a="http://schemas.openxmlformats.org/drawingml/2006/main">
              <a:ext uri="{FF2B5EF4-FFF2-40B4-BE49-F238E27FC236}">
                <a16:creationId xmlns:a16="http://schemas.microsoft.com/office/drawing/2014/main" id="{F4E2A582-4471-4DA5-AB28-3FF4F279BF13}"/>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What does band1 contain now?</a:t>
            </a:r>
          </a:p>
        </p:txBody>
      </p:sp>
    </p:spTree>
    <p:extLst>
      <p:ext uri="{BB962C8B-B14F-4D97-AF65-F5344CB8AC3E}">
        <p14:creationId xmlns:p14="http://schemas.microsoft.com/office/powerpoint/2010/main" val="38588768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rand">
            <a:extLst xmlns:a="http://schemas.openxmlformats.org/drawingml/2006/main">
              <a:ext uri="{FF2B5EF4-FFF2-40B4-BE49-F238E27FC236}">
                <a16:creationId xmlns:a16="http://schemas.microsoft.com/office/drawing/2014/main" id="{B8B861D0-3469-4105-9F16-B6A9F93C2AF5}"/>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740D97CA-C19F-4F78-827B-868736CEB2B6}"/>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12 / 63</a:t>
            </a:r>
          </a:p>
        </p:txBody>
      </p:sp>
      <p:sp>
        <p:nvSpPr>
          <p:cNvPr id="3" name="heading-1">
            <a:extLst xmlns:a="http://schemas.openxmlformats.org/drawingml/2006/main">
              <a:ext uri="{FF2B5EF4-FFF2-40B4-BE49-F238E27FC236}">
                <a16:creationId xmlns:a16="http://schemas.microsoft.com/office/drawing/2014/main" id="{04636F60-A210-4223-960F-DA8832E27BA7}"/>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Assignment through a reference does not rebind it</a:t>
            </a:r>
          </a:p>
        </p:txBody>
      </p:sp>
      <p:sp>
        <p:nvSpPr>
          <p:cNvPr id="4" name="code-1">
            <a:extLst xmlns:a="http://schemas.openxmlformats.org/drawingml/2006/main">
              <a:ext uri="{FF2B5EF4-FFF2-40B4-BE49-F238E27FC236}">
                <a16:creationId xmlns:a16="http://schemas.microsoft.com/office/drawing/2014/main" id="{A010D10C-B510-48A2-B8E7-8B265C75151B}"/>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 a </a:t>
            </a:r>
            <a:r>
              <a:rPr sz="2250">
                <a:solidFill>
                  <a:srgbClr val="222222"/>
                </a:solidFill>
                <a:latin typeface="Menlo"/>
                <a:ea typeface="Menlo"/>
                <a:cs typeface="Menlo"/>
              </a:rPr>
              <a:t>= </a:t>
            </a:r>
            <a:r>
              <a:rPr sz="2250">
                <a:solidFill>
                  <a:srgbClr val="9A4D00"/>
                </a:solidFill>
                <a:latin typeface="Menlo"/>
                <a:ea typeface="Menlo"/>
                <a:cs typeface="Menlo"/>
              </a:rPr>
              <a:t>10</a:t>
            </a:r>
            <a:r>
              <a:rPr sz="2250">
                <a:solidFill>
                  <a:srgbClr val="222222"/>
                </a:solidFill>
                <a:latin typeface="Menlo"/>
                <a:ea typeface="Menlo"/>
                <a:cs typeface="Menlo"/>
              </a:rPr>
              <a:t>, b = </a:t>
            </a:r>
            <a:r>
              <a:rPr sz="2250">
                <a:solidFill>
                  <a:srgbClr val="9A4D00"/>
                </a:solidFill>
                <a:latin typeface="Menlo"/>
                <a:ea typeface="Menlo"/>
                <a:cs typeface="Menlo"/>
              </a:rPr>
              <a:t>20</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3C3BB6B8-64AE-4C84-BAA8-4E53F0B8B4F5}"/>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&amp; r </a:t>
            </a:r>
            <a:r>
              <a:rPr sz="2250">
                <a:solidFill>
                  <a:srgbClr val="222222"/>
                </a:solidFill>
                <a:latin typeface="Menlo"/>
                <a:ea typeface="Menlo"/>
                <a:cs typeface="Menlo"/>
              </a:rPr>
              <a:t>= a;</a:t>
            </a:r>
          </a:p>
        </p:txBody>
      </p:sp>
      <p:sp>
        <p:nvSpPr>
          <p:cNvPr id="6" name="code-3">
            <a:extLst xmlns:a="http://schemas.openxmlformats.org/drawingml/2006/main">
              <a:ext uri="{FF2B5EF4-FFF2-40B4-BE49-F238E27FC236}">
                <a16:creationId xmlns:a16="http://schemas.microsoft.com/office/drawing/2014/main" id="{F3DCCDDB-8F2B-43B2-8BAB-4239AD5BCE3F}"/>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r </a:t>
            </a:r>
            <a:r>
              <a:rPr sz="2250">
                <a:solidFill>
                  <a:srgbClr val="222222"/>
                </a:solidFill>
                <a:latin typeface="Menlo"/>
                <a:ea typeface="Menlo"/>
                <a:cs typeface="Menlo"/>
              </a:rPr>
              <a:t>= b;</a:t>
            </a:r>
          </a:p>
        </p:txBody>
      </p:sp>
      <p:sp>
        <p:nvSpPr>
          <p:cNvPr id="7" name="code-4">
            <a:extLst xmlns:a="http://schemas.openxmlformats.org/drawingml/2006/main">
              <a:ext uri="{FF2B5EF4-FFF2-40B4-BE49-F238E27FC236}">
                <a16:creationId xmlns:a16="http://schemas.microsoft.com/office/drawing/2014/main" id="{883CD34A-222A-4A59-B87D-D71DDED4DD32}"/>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b </a:t>
            </a:r>
            <a:r>
              <a:rPr sz="2250">
                <a:solidFill>
                  <a:srgbClr val="222222"/>
                </a:solidFill>
                <a:latin typeface="Menlo"/>
                <a:ea typeface="Menlo"/>
                <a:cs typeface="Menlo"/>
              </a:rPr>
              <a:t>= </a:t>
            </a:r>
            <a:r>
              <a:rPr sz="2250">
                <a:solidFill>
                  <a:srgbClr val="9A4D00"/>
                </a:solidFill>
                <a:latin typeface="Menlo"/>
                <a:ea typeface="Menlo"/>
                <a:cs typeface="Menlo"/>
              </a:rPr>
              <a:t>30</a:t>
            </a:r>
            <a:r>
              <a:rPr sz="2250">
                <a:solidFill>
                  <a:srgbClr val="222222"/>
                </a:solidFill>
                <a:latin typeface="Menlo"/>
                <a:ea typeface="Menlo"/>
                <a:cs typeface="Menlo"/>
              </a:rPr>
              <a:t>;</a:t>
            </a:r>
          </a:p>
        </p:txBody>
      </p:sp>
      <p:sp>
        <p:nvSpPr>
          <p:cNvPr id="8" name="cue-1">
            <a:extLst xmlns:a="http://schemas.openxmlformats.org/drawingml/2006/main">
              <a:ext uri="{FF2B5EF4-FFF2-40B4-BE49-F238E27FC236}">
                <a16:creationId xmlns:a16="http://schemas.microsoft.com/office/drawing/2014/main" id="{BC6452A7-D38F-4BED-958B-52E360E61C07}"/>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Finally a=20, b=30, r=20.</a:t>
            </a:r>
          </a:p>
        </p:txBody>
      </p:sp>
    </p:spTree>
    <p:extLst>
      <p:ext uri="{BB962C8B-B14F-4D97-AF65-F5344CB8AC3E}">
        <p14:creationId xmlns:p14="http://schemas.microsoft.com/office/powerpoint/2010/main" val="128777566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rand">
            <a:extLst xmlns:a="http://schemas.openxmlformats.org/drawingml/2006/main">
              <a:ext uri="{FF2B5EF4-FFF2-40B4-BE49-F238E27FC236}">
                <a16:creationId xmlns:a16="http://schemas.microsoft.com/office/drawing/2014/main" id="{9D140749-05EE-4F18-86A0-5070530D0FCE}"/>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46D6F3B5-484C-41C3-8F22-D91B183634B5}"/>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13 / 63</a:t>
            </a:r>
          </a:p>
        </p:txBody>
      </p:sp>
      <p:sp>
        <p:nvSpPr>
          <p:cNvPr id="3" name="heading-1">
            <a:extLst xmlns:a="http://schemas.openxmlformats.org/drawingml/2006/main">
              <a:ext uri="{FF2B5EF4-FFF2-40B4-BE49-F238E27FC236}">
                <a16:creationId xmlns:a16="http://schemas.microsoft.com/office/drawing/2014/main" id="{28CAD378-8B55-4B80-89E7-372DF5736F3A}"/>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A pointer stores an address</a:t>
            </a:r>
          </a:p>
        </p:txBody>
      </p:sp>
      <p:sp>
        <p:nvSpPr>
          <p:cNvPr id="4" name="code-1">
            <a:extLst xmlns:a="http://schemas.openxmlformats.org/drawingml/2006/main">
              <a:ext uri="{FF2B5EF4-FFF2-40B4-BE49-F238E27FC236}">
                <a16:creationId xmlns:a16="http://schemas.microsoft.com/office/drawing/2014/main" id="{C9DEAF32-A81D-4E17-823B-7BFA746E6689}"/>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string* anime1 </a:t>
            </a:r>
            <a:r>
              <a:rPr sz="2250">
                <a:solidFill>
                  <a:srgbClr val="222222"/>
                </a:solidFill>
                <a:latin typeface="Menlo"/>
                <a:ea typeface="Menlo"/>
                <a:cs typeface="Menlo"/>
              </a:rPr>
              <a:t>= &amp;band1;</a:t>
            </a:r>
          </a:p>
        </p:txBody>
      </p:sp>
      <p:sp>
        <p:nvSpPr>
          <p:cNvPr id="5" name="code-2">
            <a:extLst xmlns:a="http://schemas.openxmlformats.org/drawingml/2006/main">
              <a:ext uri="{FF2B5EF4-FFF2-40B4-BE49-F238E27FC236}">
                <a16:creationId xmlns:a16="http://schemas.microsoft.com/office/drawing/2014/main" id="{D02A9A15-10E6-4FDA-A99A-F3D389A96653}"/>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r>
              <a:t/>
            </a:r>
          </a:p>
        </p:txBody>
      </p:sp>
      <p:sp>
        <p:nvSpPr>
          <p:cNvPr id="6" name="code-3">
            <a:extLst xmlns:a="http://schemas.openxmlformats.org/drawingml/2006/main">
              <a:ext uri="{FF2B5EF4-FFF2-40B4-BE49-F238E27FC236}">
                <a16:creationId xmlns:a16="http://schemas.microsoft.com/office/drawing/2014/main" id="{B9D9FD07-BAA9-4D2E-8A0E-189249879FC1}"/>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cout &lt;&lt; *anime1 &lt;&lt; </a:t>
            </a:r>
            <a:r>
              <a:rPr sz="2250">
                <a:solidFill>
                  <a:srgbClr val="0B6B3A"/>
                </a:solidFill>
                <a:latin typeface="Menlo"/>
                <a:ea typeface="Menlo"/>
                <a:cs typeface="Menlo"/>
              </a:rPr>
              <a:t>'\n'</a:t>
            </a:r>
            <a:r>
              <a:rPr sz="2250">
                <a:solidFill>
                  <a:srgbClr val="222222"/>
                </a:solidFill>
                <a:latin typeface="Menlo"/>
                <a:ea typeface="Menlo"/>
                <a:cs typeface="Menlo"/>
              </a:rPr>
              <a:t>;</a:t>
            </a:r>
          </a:p>
        </p:txBody>
      </p:sp>
      <p:sp>
        <p:nvSpPr>
          <p:cNvPr id="7" name="code-4">
            <a:extLst xmlns:a="http://schemas.openxmlformats.org/drawingml/2006/main">
              <a:ext uri="{FF2B5EF4-FFF2-40B4-BE49-F238E27FC236}">
                <a16:creationId xmlns:a16="http://schemas.microsoft.com/office/drawing/2014/main" id="{F3639CC4-75B3-4051-9CE0-AC496E7CE82D}"/>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*anime1 </a:t>
            </a:r>
            <a:r>
              <a:rPr sz="2250">
                <a:solidFill>
                  <a:srgbClr val="222222"/>
                </a:solidFill>
                <a:latin typeface="Menlo"/>
                <a:ea typeface="Menlo"/>
                <a:cs typeface="Menlo"/>
              </a:rPr>
              <a:t>= </a:t>
            </a:r>
            <a:r>
              <a:rPr sz="2250">
                <a:solidFill>
                  <a:srgbClr val="0B6B3A"/>
                </a:solidFill>
                <a:latin typeface="Menlo"/>
                <a:ea typeface="Menlo"/>
                <a:cs typeface="Menlo"/>
              </a:rPr>
              <a:t>"roselia"</a:t>
            </a:r>
            <a:r>
              <a:rPr sz="2250">
                <a:solidFill>
                  <a:srgbClr val="222222"/>
                </a:solidFill>
                <a:latin typeface="Menlo"/>
                <a:ea typeface="Menlo"/>
                <a:cs typeface="Menlo"/>
              </a:rPr>
              <a:t>;</a:t>
            </a:r>
          </a:p>
        </p:txBody>
      </p:sp>
      <p:sp>
        <p:nvSpPr>
          <p:cNvPr id="8" name="cue-1">
            <a:extLst xmlns:a="http://schemas.openxmlformats.org/drawingml/2006/main">
              <a:ext uri="{FF2B5EF4-FFF2-40B4-BE49-F238E27FC236}">
                <a16:creationId xmlns:a16="http://schemas.microsoft.com/office/drawing/2014/main" id="{132C9993-D0E2-498E-9D85-A454F0FEBDE7}"/>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&amp;band1 takes an address. *anime1 accesses the target object.</a:t>
            </a:r>
          </a:p>
        </p:txBody>
      </p:sp>
    </p:spTree>
    <p:extLst>
      <p:ext uri="{BB962C8B-B14F-4D97-AF65-F5344CB8AC3E}">
        <p14:creationId xmlns:p14="http://schemas.microsoft.com/office/powerpoint/2010/main" val="202440147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rand">
            <a:extLst xmlns:a="http://schemas.openxmlformats.org/drawingml/2006/main">
              <a:ext uri="{FF2B5EF4-FFF2-40B4-BE49-F238E27FC236}">
                <a16:creationId xmlns:a16="http://schemas.microsoft.com/office/drawing/2014/main" id="{67AB939B-288E-4310-A9BE-A51061AF3823}"/>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0D19C09E-1299-49D9-83E9-51C886F7A620}"/>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14 / 63</a:t>
            </a:r>
          </a:p>
        </p:txBody>
      </p:sp>
      <p:sp>
        <p:nvSpPr>
          <p:cNvPr id="3" name="heading-1">
            <a:extLst xmlns:a="http://schemas.openxmlformats.org/drawingml/2006/main">
              <a:ext uri="{FF2B5EF4-FFF2-40B4-BE49-F238E27FC236}">
                <a16:creationId xmlns:a16="http://schemas.microsoft.com/office/drawing/2014/main" id="{1E9E6E44-FA65-4361-93D9-CE04F05BD231}"/>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Declaration, address-of, and dereference</a:t>
            </a:r>
          </a:p>
        </p:txBody>
      </p:sp>
      <p:sp>
        <p:nvSpPr>
          <p:cNvPr id="4" name="code-1">
            <a:extLst xmlns:a="http://schemas.openxmlformats.org/drawingml/2006/main">
              <a:ext uri="{FF2B5EF4-FFF2-40B4-BE49-F238E27FC236}">
                <a16:creationId xmlns:a16="http://schemas.microsoft.com/office/drawing/2014/main" id="{1320E380-31A6-4963-B217-BDF181A36C64}"/>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 value </a:t>
            </a:r>
            <a:r>
              <a:rPr sz="2250">
                <a:solidFill>
                  <a:srgbClr val="222222"/>
                </a:solidFill>
                <a:latin typeface="Menlo"/>
                <a:ea typeface="Menlo"/>
                <a:cs typeface="Menlo"/>
              </a:rPr>
              <a:t>= </a:t>
            </a:r>
            <a:r>
              <a:rPr sz="2250">
                <a:solidFill>
                  <a:srgbClr val="9A4D00"/>
                </a:solidFill>
                <a:latin typeface="Menlo"/>
                <a:ea typeface="Menlo"/>
                <a:cs typeface="Menlo"/>
              </a:rPr>
              <a:t>10</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055235AC-EF23-4428-9F1D-5F7E3AA1AB95}"/>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 p </a:t>
            </a:r>
            <a:r>
              <a:rPr sz="2250">
                <a:solidFill>
                  <a:srgbClr val="222222"/>
                </a:solidFill>
                <a:latin typeface="Menlo"/>
                <a:ea typeface="Menlo"/>
                <a:cs typeface="Menlo"/>
              </a:rPr>
              <a:t>= &amp;value;</a:t>
            </a:r>
          </a:p>
        </p:txBody>
      </p:sp>
      <p:sp>
        <p:nvSpPr>
          <p:cNvPr id="6" name="code-3">
            <a:extLst xmlns:a="http://schemas.openxmlformats.org/drawingml/2006/main">
              <a:ext uri="{FF2B5EF4-FFF2-40B4-BE49-F238E27FC236}">
                <a16:creationId xmlns:a16="http://schemas.microsoft.com/office/drawing/2014/main" id="{3DF28801-36A6-40FD-BD36-97061D913284}"/>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r>
              <a:t/>
            </a:r>
          </a:p>
        </p:txBody>
      </p:sp>
      <p:sp>
        <p:nvSpPr>
          <p:cNvPr id="7" name="code-4">
            <a:extLst xmlns:a="http://schemas.openxmlformats.org/drawingml/2006/main">
              <a:ext uri="{FF2B5EF4-FFF2-40B4-BE49-F238E27FC236}">
                <a16:creationId xmlns:a16="http://schemas.microsoft.com/office/drawing/2014/main" id="{597FDFA9-24D4-4A6D-B4E9-68402943801C}"/>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59636E"/>
                </a:solidFill>
                <a:latin typeface="Menlo"/>
                <a:ea typeface="Menlo"/>
                <a:cs typeface="Menlo"/>
              </a:rPr>
              <a:t>// int*    : type of p</a:t>
            </a:r>
          </a:p>
        </p:txBody>
      </p:sp>
      <p:sp>
        <p:nvSpPr>
          <p:cNvPr id="8" name="code-5">
            <a:extLst xmlns:a="http://schemas.openxmlformats.org/drawingml/2006/main">
              <a:ext uri="{FF2B5EF4-FFF2-40B4-BE49-F238E27FC236}">
                <a16:creationId xmlns:a16="http://schemas.microsoft.com/office/drawing/2014/main" id="{3B9263B7-E3CF-4C0C-A218-4410FE398F92}"/>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59636E"/>
                </a:solidFill>
                <a:latin typeface="Menlo"/>
                <a:ea typeface="Menlo"/>
                <a:cs typeface="Menlo"/>
              </a:rPr>
              <a:t>// &amp;value  : address of value</a:t>
            </a:r>
          </a:p>
        </p:txBody>
      </p:sp>
      <p:sp>
        <p:nvSpPr>
          <p:cNvPr id="9" name="code-6">
            <a:extLst xmlns:a="http://schemas.openxmlformats.org/drawingml/2006/main">
              <a:ext uri="{FF2B5EF4-FFF2-40B4-BE49-F238E27FC236}">
                <a16:creationId xmlns:a16="http://schemas.microsoft.com/office/drawing/2014/main" id="{EF2297E8-BC25-4CEF-8570-D1171A55B8BE}"/>
              </a:ext>
            </a:extLst>
          </p:cNvPr>
          <p:cNvSpPr>
            <a:spLocks xmlns:a="http://schemas.openxmlformats.org/drawingml/2006/main" noGrp="1"/>
          </p:cNvSpPr>
          <p:nvPr/>
        </p:nvSpPr>
        <p:spPr>
          <a:xfrm xmlns:a="http://schemas.openxmlformats.org/drawingml/2006/main">
            <a:off x="800100" y="36861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59636E"/>
                </a:solidFill>
                <a:latin typeface="Menlo"/>
                <a:ea typeface="Menlo"/>
                <a:cs typeface="Menlo"/>
              </a:rPr>
              <a:t>// *p      :</a:t>
            </a:r>
            <a:r>
              <a:rPr sz="2250">
                <a:solidFill>
                  <a:srgbClr val="59636E"/>
                </a:solidFill>
                <a:latin typeface="Menlo"/>
                <a:ea typeface="Menlo"/>
                <a:cs typeface="Menlo"/>
              </a:rPr>
              <a:t> object at that </a:t>
            </a:r>
            <a:r>
              <a:rPr sz="2250">
                <a:solidFill>
                  <a:srgbClr val="59636E"/>
                </a:solidFill>
                <a:latin typeface="Menlo"/>
                <a:ea typeface="Menlo"/>
                <a:cs typeface="Menlo"/>
              </a:rPr>
              <a:t>address</a:t>
            </a:r>
          </a:p>
        </p:txBody>
      </p:sp>
      <p:sp>
        <p:nvSpPr>
          <p:cNvPr id="10" name="cue-1">
            <a:extLst xmlns:a="http://schemas.openxmlformats.org/drawingml/2006/main">
              <a:ext uri="{FF2B5EF4-FFF2-40B4-BE49-F238E27FC236}">
                <a16:creationId xmlns:a16="http://schemas.microsoft.com/office/drawing/2014/main" id="{AA0C238F-E504-494F-A445-C8A3A8703BEA}"/>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Read the syntax context before interpreting the symbol.</a:t>
            </a:r>
          </a:p>
        </p:txBody>
      </p:sp>
    </p:spTree>
    <p:extLst>
      <p:ext uri="{BB962C8B-B14F-4D97-AF65-F5344CB8AC3E}">
        <p14:creationId xmlns:p14="http://schemas.microsoft.com/office/powerpoint/2010/main" val="26024127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brand">
            <a:extLst xmlns:a="http://schemas.openxmlformats.org/drawingml/2006/main">
              <a:ext uri="{FF2B5EF4-FFF2-40B4-BE49-F238E27FC236}">
                <a16:creationId xmlns:a16="http://schemas.microsoft.com/office/drawing/2014/main" id="{01CFEBE8-4532-4AA5-9C9C-AE43CFF8758C}"/>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B8E1C3A1-018B-43A7-B42F-0FEEEC612EF1}"/>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15 / 63</a:t>
            </a:r>
          </a:p>
        </p:txBody>
      </p:sp>
      <p:sp>
        <p:nvSpPr>
          <p:cNvPr id="3" name="heading-1">
            <a:extLst xmlns:a="http://schemas.openxmlformats.org/drawingml/2006/main">
              <a:ext uri="{FF2B5EF4-FFF2-40B4-BE49-F238E27FC236}">
                <a16:creationId xmlns:a16="http://schemas.microsoft.com/office/drawing/2014/main" id="{EDBD809D-5600-4C18-B6E4-4F3A258E403B}"/>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Changing a pointer or its target</a:t>
            </a:r>
          </a:p>
        </p:txBody>
      </p:sp>
      <p:sp>
        <p:nvSpPr>
          <p:cNvPr id="4" name="code-1">
            <a:extLst xmlns:a="http://schemas.openxmlformats.org/drawingml/2006/main">
              <a:ext uri="{FF2B5EF4-FFF2-40B4-BE49-F238E27FC236}">
                <a16:creationId xmlns:a16="http://schemas.microsoft.com/office/drawing/2014/main" id="{2AD57450-145A-42E7-BF80-6D619022FFAA}"/>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a:t>
            </a:r>
            <a:r>
              <a:rPr sz="2250">
                <a:solidFill>
                  <a:srgbClr val="222222"/>
                </a:solidFill>
                <a:latin typeface="Menlo"/>
                <a:ea typeface="Menlo"/>
                <a:cs typeface="Menlo"/>
              </a:rPr>
              <a:t>string </a:t>
            </a:r>
            <a:r>
              <a:rPr sz="2250">
                <a:solidFill>
                  <a:srgbClr val="6F42C1"/>
                </a:solidFill>
                <a:latin typeface="Menlo"/>
                <a:ea typeface="Menlo"/>
                <a:cs typeface="Menlo"/>
              </a:rPr>
              <a:t>a</a:t>
            </a:r>
            <a:r>
              <a:rPr sz="2250">
                <a:solidFill>
                  <a:srgbClr val="222222"/>
                </a:solidFill>
                <a:latin typeface="Menlo"/>
                <a:ea typeface="Menlo"/>
                <a:cs typeface="Menlo"/>
              </a:rPr>
              <a:t>(</a:t>
            </a:r>
            <a:r>
              <a:rPr sz="2250">
                <a:solidFill>
                  <a:srgbClr val="0B6B3A"/>
                </a:solidFill>
                <a:latin typeface="Menlo"/>
                <a:ea typeface="Menlo"/>
                <a:cs typeface="Menlo"/>
              </a:rPr>
              <a:t>"A"</a:t>
            </a:r>
            <a:r>
              <a:rPr sz="2250">
                <a:solidFill>
                  <a:srgbClr val="222222"/>
                </a:solidFill>
                <a:latin typeface="Menlo"/>
                <a:ea typeface="Menlo"/>
                <a:cs typeface="Menlo"/>
              </a:rPr>
              <a:t>)</a:t>
            </a:r>
            <a:r>
              <a:rPr sz="2250">
                <a:solidFill>
                  <a:srgbClr val="222222"/>
                </a:solidFill>
                <a:latin typeface="Menlo"/>
                <a:ea typeface="Menlo"/>
                <a:cs typeface="Menlo"/>
              </a:rPr>
              <a:t>,</a:t>
            </a:r>
            <a:r>
              <a:rPr sz="2250">
                <a:solidFill>
                  <a:srgbClr val="222222"/>
                </a:solidFill>
                <a:latin typeface="Menlo"/>
                <a:ea typeface="Menlo"/>
                <a:cs typeface="Menlo"/>
              </a:rPr>
              <a:t> b</a:t>
            </a:r>
            <a:r>
              <a:rPr sz="2250">
                <a:solidFill>
                  <a:srgbClr val="222222"/>
                </a:solidFill>
                <a:latin typeface="Menlo"/>
                <a:ea typeface="Menlo"/>
                <a:cs typeface="Menlo"/>
              </a:rPr>
              <a:t>{</a:t>
            </a:r>
            <a:r>
              <a:rPr sz="2250">
                <a:solidFill>
                  <a:srgbClr val="0B6B3A"/>
                </a:solidFill>
                <a:latin typeface="Menlo"/>
                <a:ea typeface="Menlo"/>
                <a:cs typeface="Menlo"/>
              </a:rPr>
              <a:t>"B"</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5DF31365-95AB-4F3A-B40A-9C865DCCE893}"/>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string* p </a:t>
            </a:r>
            <a:r>
              <a:rPr sz="2250">
                <a:solidFill>
                  <a:srgbClr val="222222"/>
                </a:solidFill>
                <a:latin typeface="Menlo"/>
                <a:ea typeface="Menlo"/>
                <a:cs typeface="Menlo"/>
              </a:rPr>
              <a:t>= &amp;a;</a:t>
            </a:r>
          </a:p>
        </p:txBody>
      </p:sp>
      <p:sp>
        <p:nvSpPr>
          <p:cNvPr id="6" name="code-3">
            <a:extLst xmlns:a="http://schemas.openxmlformats.org/drawingml/2006/main">
              <a:ext uri="{FF2B5EF4-FFF2-40B4-BE49-F238E27FC236}">
                <a16:creationId xmlns:a16="http://schemas.microsoft.com/office/drawing/2014/main" id="{64AE3763-749E-4CD2-AA4F-F1A5F589DB69}"/>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p </a:t>
            </a:r>
            <a:r>
              <a:rPr sz="2250">
                <a:solidFill>
                  <a:srgbClr val="222222"/>
                </a:solidFill>
                <a:latin typeface="Menlo"/>
                <a:ea typeface="Menlo"/>
                <a:cs typeface="Menlo"/>
              </a:rPr>
              <a:t>= &amp;b;</a:t>
            </a:r>
          </a:p>
        </p:txBody>
      </p:sp>
      <p:sp>
        <p:nvSpPr>
          <p:cNvPr id="7" name="code-4">
            <a:extLst xmlns:a="http://schemas.openxmlformats.org/drawingml/2006/main">
              <a:ext uri="{FF2B5EF4-FFF2-40B4-BE49-F238E27FC236}">
                <a16:creationId xmlns:a16="http://schemas.microsoft.com/office/drawing/2014/main" id="{463DAD88-BFF9-4E07-AC7C-5AD6A426E9C4}"/>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*p </a:t>
            </a:r>
            <a:r>
              <a:rPr sz="2250">
                <a:solidFill>
                  <a:srgbClr val="222222"/>
                </a:solidFill>
                <a:latin typeface="Menlo"/>
                <a:ea typeface="Menlo"/>
                <a:cs typeface="Menlo"/>
              </a:rPr>
              <a:t>= </a:t>
            </a:r>
            <a:r>
              <a:rPr sz="2250">
                <a:solidFill>
                  <a:srgbClr val="0B6B3A"/>
                </a:solidFill>
                <a:latin typeface="Menlo"/>
                <a:ea typeface="Menlo"/>
                <a:cs typeface="Menlo"/>
              </a:rPr>
              <a:t>"X"</a:t>
            </a:r>
            <a:r>
              <a:rPr sz="2250">
                <a:solidFill>
                  <a:srgbClr val="222222"/>
                </a:solidFill>
                <a:latin typeface="Menlo"/>
                <a:ea typeface="Menlo"/>
                <a:cs typeface="Menlo"/>
              </a:rPr>
              <a:t>;</a:t>
            </a:r>
          </a:p>
        </p:txBody>
      </p:sp>
      <p:sp>
        <p:nvSpPr>
          <p:cNvPr id="8" name="cue-1">
            <a:extLst xmlns:a="http://schemas.openxmlformats.org/drawingml/2006/main">
              <a:ext uri="{FF2B5EF4-FFF2-40B4-BE49-F238E27FC236}">
                <a16:creationId xmlns:a16="http://schemas.microsoft.com/office/drawing/2014/main" id="{21D3184A-1AF2-4B48-B551-925B83CEB6E5}"/>
              </a:ext>
            </a:extLst>
          </p:cNvPr>
          <p:cNvSpPr>
            <a:spLocks xmlns:a="http://schemas.openxmlformats.org/drawingml/2006/main" noGrp="1"/>
          </p:cNvSpPr>
          <p:nvPr/>
        </p:nvSpPr>
        <p:spPr>
          <a:xfrm xmlns:a="http://schemas.openxmlformats.org/drawingml/2006/main">
            <a:off x="800100" y="5467350"/>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a is A. b is X.</a:t>
            </a:r>
          </a:p>
        </p:txBody>
      </p:sp>
      <p:sp>
        <p:nvSpPr>
          <p:cNvPr id="9" name="cue-2">
            <a:extLst xmlns:a="http://schemas.openxmlformats.org/drawingml/2006/main">
              <a:ext uri="{FF2B5EF4-FFF2-40B4-BE49-F238E27FC236}">
                <a16:creationId xmlns:a16="http://schemas.microsoft.com/office/drawing/2014/main" id="{A8C07ECD-045A-45F3-A5D9-5629C582E34D}"/>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p changes its stored address, then writes to the new target.</a:t>
            </a:r>
          </a:p>
        </p:txBody>
      </p:sp>
    </p:spTree>
    <p:extLst>
      <p:ext uri="{BB962C8B-B14F-4D97-AF65-F5344CB8AC3E}">
        <p14:creationId xmlns:p14="http://schemas.microsoft.com/office/powerpoint/2010/main" val="23823896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rand">
            <a:extLst xmlns:a="http://schemas.openxmlformats.org/drawingml/2006/main">
              <a:ext uri="{FF2B5EF4-FFF2-40B4-BE49-F238E27FC236}">
                <a16:creationId xmlns:a16="http://schemas.microsoft.com/office/drawing/2014/main" id="{3B7E7C38-A7B3-4628-882E-2BFD2E3FD88E}"/>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5E2FB968-F914-4218-AB74-423288A4C78D}"/>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16 / 63</a:t>
            </a:r>
          </a:p>
        </p:txBody>
      </p:sp>
      <p:sp>
        <p:nvSpPr>
          <p:cNvPr id="3" name="heading-1">
            <a:extLst xmlns:a="http://schemas.openxmlformats.org/drawingml/2006/main">
              <a:ext uri="{FF2B5EF4-FFF2-40B4-BE49-F238E27FC236}">
                <a16:creationId xmlns:a16="http://schemas.microsoft.com/office/drawing/2014/main" id="{747B8A3C-A50D-4369-BADC-C15C14645268}"/>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Null pointers and lifetimes</a:t>
            </a:r>
          </a:p>
        </p:txBody>
      </p:sp>
      <p:sp>
        <p:nvSpPr>
          <p:cNvPr id="4" name="code-1">
            <a:extLst xmlns:a="http://schemas.openxmlformats.org/drawingml/2006/main">
              <a:ext uri="{FF2B5EF4-FFF2-40B4-BE49-F238E27FC236}">
                <a16:creationId xmlns:a16="http://schemas.microsoft.com/office/drawing/2014/main" id="{1FAE2918-8A92-4942-9D8E-D135645E9CE7}"/>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string* p </a:t>
            </a:r>
            <a:r>
              <a:rPr sz="2250">
                <a:solidFill>
                  <a:srgbClr val="222222"/>
                </a:solidFill>
                <a:latin typeface="Menlo"/>
                <a:ea typeface="Menlo"/>
                <a:cs typeface="Menlo"/>
              </a:rPr>
              <a:t>= </a:t>
            </a:r>
            <a:r>
              <a:rPr sz="2250">
                <a:solidFill>
                  <a:srgbClr val="005CC5"/>
                </a:solidFill>
                <a:latin typeface="Menlo"/>
                <a:ea typeface="Menlo"/>
                <a:cs typeface="Menlo"/>
              </a:rPr>
              <a:t>nullptr</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D8038801-BDC3-4004-A886-A79243D7A42D}"/>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if</a:t>
            </a:r>
            <a:r>
              <a:rPr sz="2250">
                <a:solidFill>
                  <a:srgbClr val="222222"/>
                </a:solidFill>
                <a:latin typeface="Menlo"/>
                <a:ea typeface="Menlo"/>
                <a:cs typeface="Menlo"/>
              </a:rPr>
              <a:t> </a:t>
            </a:r>
            <a:r>
              <a:rPr sz="2250">
                <a:solidFill>
                  <a:srgbClr val="222222"/>
                </a:solidFill>
                <a:latin typeface="Menlo"/>
                <a:ea typeface="Menlo"/>
                <a:cs typeface="Menlo"/>
              </a:rPr>
              <a:t>(p != </a:t>
            </a:r>
            <a:r>
              <a:rPr sz="2250">
                <a:solidFill>
                  <a:srgbClr val="005CC5"/>
                </a:solidFill>
                <a:latin typeface="Menlo"/>
                <a:ea typeface="Menlo"/>
                <a:cs typeface="Menlo"/>
              </a:rPr>
              <a:t>nullptr</a:t>
            </a:r>
            <a:r>
              <a:rPr sz="2250">
                <a:solidFill>
                  <a:srgbClr val="222222"/>
                </a:solidFill>
                <a:latin typeface="Menlo"/>
                <a:ea typeface="Menlo"/>
                <a:cs typeface="Menlo"/>
              </a:rPr>
              <a:t>)</a:t>
            </a:r>
            <a:r>
              <a:rPr sz="2250">
                <a:solidFill>
                  <a:srgbClr val="222222"/>
                </a:solidFill>
                <a:latin typeface="Menlo"/>
                <a:ea typeface="Menlo"/>
                <a:cs typeface="Menlo"/>
              </a:rPr>
              <a:t> {</a:t>
            </a:r>
          </a:p>
        </p:txBody>
      </p:sp>
      <p:sp>
        <p:nvSpPr>
          <p:cNvPr id="6" name="code-3">
            <a:extLst xmlns:a="http://schemas.openxmlformats.org/drawingml/2006/main">
              <a:ext uri="{FF2B5EF4-FFF2-40B4-BE49-F238E27FC236}">
                <a16:creationId xmlns:a16="http://schemas.microsoft.com/office/drawing/2014/main" id="{DEA27D5D-6C2D-4EB6-AD9D-EC7F3C05B8D5}"/>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222222"/>
                </a:solidFill>
                <a:latin typeface="Menlo"/>
                <a:ea typeface="Menlo"/>
                <a:cs typeface="Menlo"/>
              </a:rPr>
              <a:t>std::</a:t>
            </a:r>
            <a:r>
              <a:rPr sz="2250">
                <a:solidFill>
                  <a:srgbClr val="222222"/>
                </a:solidFill>
                <a:latin typeface="Menlo"/>
                <a:ea typeface="Menlo"/>
                <a:cs typeface="Menlo"/>
              </a:rPr>
              <a:t>cout &lt;&lt; *p &lt;&lt; </a:t>
            </a:r>
            <a:r>
              <a:rPr sz="2250">
                <a:solidFill>
                  <a:srgbClr val="0B6B3A"/>
                </a:solidFill>
                <a:latin typeface="Menlo"/>
                <a:ea typeface="Menlo"/>
                <a:cs typeface="Menlo"/>
              </a:rPr>
              <a:t>'\n'</a:t>
            </a:r>
            <a:r>
              <a:rPr sz="2250">
                <a:solidFill>
                  <a:srgbClr val="222222"/>
                </a:solidFill>
                <a:latin typeface="Menlo"/>
                <a:ea typeface="Menlo"/>
                <a:cs typeface="Menlo"/>
              </a:rPr>
              <a:t>;</a:t>
            </a:r>
          </a:p>
        </p:txBody>
      </p:sp>
      <p:sp>
        <p:nvSpPr>
          <p:cNvPr id="7" name="code-4">
            <a:extLst xmlns:a="http://schemas.openxmlformats.org/drawingml/2006/main">
              <a:ext uri="{FF2B5EF4-FFF2-40B4-BE49-F238E27FC236}">
                <a16:creationId xmlns:a16="http://schemas.microsoft.com/office/drawing/2014/main" id="{DEFB129F-3EFF-4DC7-8A32-CC876AF80241}"/>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8" name="cue-1">
            <a:extLst xmlns:a="http://schemas.openxmlformats.org/drawingml/2006/main">
              <a:ext uri="{FF2B5EF4-FFF2-40B4-BE49-F238E27FC236}">
                <a16:creationId xmlns:a16="http://schemas.microsoft.com/office/drawing/2014/main" id="{7F5C7EC9-B2EA-499A-8E89-2E4B68F0BA73}"/>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Check for a target before dereferencing.</a:t>
            </a:r>
          </a:p>
        </p:txBody>
      </p:sp>
    </p:spTree>
    <p:extLst>
      <p:ext uri="{BB962C8B-B14F-4D97-AF65-F5344CB8AC3E}">
        <p14:creationId xmlns:p14="http://schemas.microsoft.com/office/powerpoint/2010/main" val="131664374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rand">
            <a:extLst xmlns:a="http://schemas.openxmlformats.org/drawingml/2006/main">
              <a:ext uri="{FF2B5EF4-FFF2-40B4-BE49-F238E27FC236}">
                <a16:creationId xmlns:a16="http://schemas.microsoft.com/office/drawing/2014/main" id="{20820357-7109-4F3A-BE22-C2DE41B1FD63}"/>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DECFE8CA-4E80-450D-8199-2E06179412BD}"/>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17 / 63</a:t>
            </a:r>
          </a:p>
        </p:txBody>
      </p:sp>
      <p:sp>
        <p:nvSpPr>
          <p:cNvPr id="3" name="heading-1">
            <a:extLst xmlns:a="http://schemas.openxmlformats.org/drawingml/2006/main">
              <a:ext uri="{FF2B5EF4-FFF2-40B4-BE49-F238E27FC236}">
                <a16:creationId xmlns:a16="http://schemas.microsoft.com/office/drawing/2014/main" id="{6503EDBE-F50D-4E86-9679-62F08B0318B1}"/>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Read-only borrowing and lifetime</a:t>
            </a:r>
          </a:p>
        </p:txBody>
      </p:sp>
      <p:sp>
        <p:nvSpPr>
          <p:cNvPr id="4" name="code-1">
            <a:extLst xmlns:a="http://schemas.openxmlformats.org/drawingml/2006/main">
              <a:ext uri="{FF2B5EF4-FFF2-40B4-BE49-F238E27FC236}">
                <a16:creationId xmlns:a16="http://schemas.microsoft.com/office/drawing/2014/main" id="{E4BC05D6-B854-4E3D-8BE7-CD59F8911D1E}"/>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const</a:t>
            </a:r>
            <a:r>
              <a:rPr sz="2250">
                <a:solidFill>
                  <a:srgbClr val="222222"/>
                </a:solidFill>
                <a:latin typeface="Menlo"/>
                <a:ea typeface="Menlo"/>
                <a:cs typeface="Menlo"/>
              </a:rPr>
              <a:t> </a:t>
            </a:r>
            <a:r>
              <a:rPr sz="2250">
                <a:solidFill>
                  <a:srgbClr val="222222"/>
                </a:solidFill>
                <a:latin typeface="Menlo"/>
                <a:ea typeface="Menlo"/>
                <a:cs typeface="Menlo"/>
              </a:rPr>
              <a:t>std::</a:t>
            </a:r>
            <a:r>
              <a:rPr sz="2250">
                <a:solidFill>
                  <a:srgbClr val="222222"/>
                </a:solidFill>
                <a:latin typeface="Menlo"/>
                <a:ea typeface="Menlo"/>
                <a:cs typeface="Menlo"/>
              </a:rPr>
              <a:t>string&amp; view </a:t>
            </a:r>
            <a:r>
              <a:rPr sz="2250">
                <a:solidFill>
                  <a:srgbClr val="222222"/>
                </a:solidFill>
                <a:latin typeface="Menlo"/>
                <a:ea typeface="Menlo"/>
                <a:cs typeface="Menlo"/>
              </a:rPr>
              <a:t>= band1;</a:t>
            </a:r>
          </a:p>
        </p:txBody>
      </p:sp>
      <p:sp>
        <p:nvSpPr>
          <p:cNvPr id="5" name="code-2">
            <a:extLst xmlns:a="http://schemas.openxmlformats.org/drawingml/2006/main">
              <a:ext uri="{FF2B5EF4-FFF2-40B4-BE49-F238E27FC236}">
                <a16:creationId xmlns:a16="http://schemas.microsoft.com/office/drawing/2014/main" id="{50287D0B-7E39-485E-AA74-9179CC7B690F}"/>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const</a:t>
            </a:r>
            <a:r>
              <a:rPr sz="2250">
                <a:solidFill>
                  <a:srgbClr val="222222"/>
                </a:solidFill>
                <a:latin typeface="Menlo"/>
                <a:ea typeface="Menlo"/>
                <a:cs typeface="Menlo"/>
              </a:rPr>
              <a:t> </a:t>
            </a:r>
            <a:r>
              <a:rPr sz="2250">
                <a:solidFill>
                  <a:srgbClr val="222222"/>
                </a:solidFill>
                <a:latin typeface="Menlo"/>
                <a:ea typeface="Menlo"/>
                <a:cs typeface="Menlo"/>
              </a:rPr>
              <a:t>std::</a:t>
            </a:r>
            <a:r>
              <a:rPr sz="2250">
                <a:solidFill>
                  <a:srgbClr val="222222"/>
                </a:solidFill>
                <a:latin typeface="Menlo"/>
                <a:ea typeface="Menlo"/>
                <a:cs typeface="Menlo"/>
              </a:rPr>
              <a:t>string* ptr </a:t>
            </a:r>
            <a:r>
              <a:rPr sz="2250">
                <a:solidFill>
                  <a:srgbClr val="222222"/>
                </a:solidFill>
                <a:latin typeface="Menlo"/>
                <a:ea typeface="Menlo"/>
                <a:cs typeface="Menlo"/>
              </a:rPr>
              <a:t>= &amp;band1;</a:t>
            </a:r>
          </a:p>
        </p:txBody>
      </p:sp>
      <p:sp>
        <p:nvSpPr>
          <p:cNvPr id="6" name="code-3">
            <a:extLst xmlns:a="http://schemas.openxmlformats.org/drawingml/2006/main">
              <a:ext uri="{FF2B5EF4-FFF2-40B4-BE49-F238E27FC236}">
                <a16:creationId xmlns:a16="http://schemas.microsoft.com/office/drawing/2014/main" id="{6A1F9C13-10E8-49EA-8265-33FE596E887D}"/>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r>
              <a:t/>
            </a:r>
          </a:p>
        </p:txBody>
      </p:sp>
      <p:sp>
        <p:nvSpPr>
          <p:cNvPr id="7" name="code-4">
            <a:extLst xmlns:a="http://schemas.openxmlformats.org/drawingml/2006/main">
              <a:ext uri="{FF2B5EF4-FFF2-40B4-BE49-F238E27FC236}">
                <a16:creationId xmlns:a16="http://schemas.microsoft.com/office/drawing/2014/main" id="{8613EA60-F29A-47CE-B03C-EFC069B7ED61}"/>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59636E"/>
                </a:solidFill>
                <a:latin typeface="Menlo"/>
                <a:ea typeface="Menlo"/>
                <a:cs typeface="Menlo"/>
              </a:rPr>
              <a:t>// view = "X"; // not allowed</a:t>
            </a:r>
          </a:p>
        </p:txBody>
      </p:sp>
      <p:sp>
        <p:nvSpPr>
          <p:cNvPr id="8" name="code-5">
            <a:extLst xmlns:a="http://schemas.openxmlformats.org/drawingml/2006/main">
              <a:ext uri="{FF2B5EF4-FFF2-40B4-BE49-F238E27FC236}">
                <a16:creationId xmlns:a16="http://schemas.microsoft.com/office/drawing/2014/main" id="{F63A49F5-B6A3-425F-9126-6D7A6BEF249A}"/>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59636E"/>
                </a:solidFill>
                <a:latin typeface="Menlo"/>
                <a:ea typeface="Menlo"/>
                <a:cs typeface="Menlo"/>
              </a:rPr>
              <a:t>// *ptr = "X"; // not allowed</a:t>
            </a:r>
          </a:p>
        </p:txBody>
      </p:sp>
      <p:sp>
        <p:nvSpPr>
          <p:cNvPr id="9" name="cue-1">
            <a:extLst xmlns:a="http://schemas.openxmlformats.org/drawingml/2006/main">
              <a:ext uri="{FF2B5EF4-FFF2-40B4-BE49-F238E27FC236}">
                <a16:creationId xmlns:a16="http://schemas.microsoft.com/office/drawing/2014/main" id="{4CAE55BC-4594-4E7C-BA83-6E55C64185C3}"/>
              </a:ext>
            </a:extLst>
          </p:cNvPr>
          <p:cNvSpPr>
            <a:spLocks xmlns:a="http://schemas.openxmlformats.org/drawingml/2006/main" noGrp="1"/>
          </p:cNvSpPr>
          <p:nvPr/>
        </p:nvSpPr>
        <p:spPr>
          <a:xfrm xmlns:a="http://schemas.openxmlformats.org/drawingml/2006/main">
            <a:off x="800100" y="5467350"/>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const restricts mutation through this access path.</a:t>
            </a:r>
          </a:p>
        </p:txBody>
      </p:sp>
      <p:sp>
        <p:nvSpPr>
          <p:cNvPr id="10" name="cue-2">
            <a:extLst xmlns:a="http://schemas.openxmlformats.org/drawingml/2006/main">
              <a:ext uri="{FF2B5EF4-FFF2-40B4-BE49-F238E27FC236}">
                <a16:creationId xmlns:a16="http://schemas.microsoft.com/office/drawing/2014/main" id="{8F1875AA-536C-4462-94CD-8C9971D4CDC1}"/>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The original object must remain alive while borrowed.</a:t>
            </a:r>
          </a:p>
        </p:txBody>
      </p:sp>
    </p:spTree>
    <p:extLst>
      <p:ext uri="{BB962C8B-B14F-4D97-AF65-F5344CB8AC3E}">
        <p14:creationId xmlns:p14="http://schemas.microsoft.com/office/powerpoint/2010/main" val="1310185244"/>
      </p:ext>
    </p:extLst>
  </p:cSld>
</p:sld>
</file>

<file path=ppt/slides/slide18.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1" name="brand">
            <a:extLst xmlns:a="http://schemas.openxmlformats.org/drawingml/2006/main">
              <a:ext uri="{FF2B5EF4-FFF2-40B4-BE49-F238E27FC236}">
                <a16:creationId xmlns:a16="http://schemas.microsoft.com/office/drawing/2014/main" id="{4CC33459-83DB-4F2E-8C60-2133F5692BA4}"/>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BBBBBB"/>
                </a:solidFill>
                <a:latin typeface="PingFang SC"/>
                <a:ea typeface="PingFang SC"/>
                <a:cs typeface="PingFang SC"/>
              </a:defRPr>
            </a:defPPr>
            <a:lvl1pPr>
              <a:defRPr sz="1125" b="1">
                <a:solidFill>
                  <a:srgbClr val="BBBBBB"/>
                </a:solidFill>
                <a:latin typeface="PingFang SC"/>
                <a:ea typeface="PingFang SC"/>
                <a:cs typeface="PingFang SC"/>
              </a:defRPr>
            </a:lvl1pPr>
            <a:lvl2pPr>
              <a:defRPr sz="1125" b="1">
                <a:solidFill>
                  <a:srgbClr val="BBBBBB"/>
                </a:solidFill>
                <a:latin typeface="PingFang SC"/>
                <a:ea typeface="PingFang SC"/>
                <a:cs typeface="PingFang SC"/>
              </a:defRPr>
            </a:lvl2pPr>
            <a:lvl3pPr>
              <a:defRPr sz="1125" b="1">
                <a:solidFill>
                  <a:srgbClr val="BBBBBB"/>
                </a:solidFill>
                <a:latin typeface="PingFang SC"/>
                <a:ea typeface="PingFang SC"/>
                <a:cs typeface="PingFang SC"/>
              </a:defRPr>
            </a:lvl3pPr>
            <a:lvl4pPr>
              <a:defRPr sz="1125" b="1">
                <a:solidFill>
                  <a:srgbClr val="BBBBBB"/>
                </a:solidFill>
                <a:latin typeface="PingFang SC"/>
                <a:ea typeface="PingFang SC"/>
                <a:cs typeface="PingFang SC"/>
              </a:defRPr>
            </a:lvl4pPr>
            <a:lvl5pPr>
              <a:defRPr sz="1125" b="1">
                <a:solidFill>
                  <a:srgbClr val="BBBBBB"/>
                </a:solidFill>
                <a:latin typeface="PingFang SC"/>
                <a:ea typeface="PingFang SC"/>
                <a:cs typeface="PingFang SC"/>
              </a:defRPr>
            </a:lvl5pPr>
            <a:lvl6pPr>
              <a:defRPr sz="1125" b="1">
                <a:solidFill>
                  <a:srgbClr val="BBBBBB"/>
                </a:solidFill>
                <a:latin typeface="PingFang SC"/>
                <a:ea typeface="PingFang SC"/>
                <a:cs typeface="PingFang SC"/>
              </a:defRPr>
            </a:lvl6pPr>
            <a:lvl7pPr>
              <a:defRPr sz="1125" b="1">
                <a:solidFill>
                  <a:srgbClr val="BBBBBB"/>
                </a:solidFill>
                <a:latin typeface="PingFang SC"/>
                <a:ea typeface="PingFang SC"/>
                <a:cs typeface="PingFang SC"/>
              </a:defRPr>
            </a:lvl7pPr>
            <a:lvl8pPr>
              <a:defRPr sz="1125" b="1">
                <a:solidFill>
                  <a:srgbClr val="BBBBBB"/>
                </a:solidFill>
                <a:latin typeface="PingFang SC"/>
                <a:ea typeface="PingFang SC"/>
                <a:cs typeface="PingFang SC"/>
              </a:defRPr>
            </a:lvl8pPr>
            <a:lvl9pPr>
              <a:defRPr sz="1125" b="1">
                <a:solidFill>
                  <a:srgbClr val="BBBBBB"/>
                </a:solidFill>
                <a:latin typeface="PingFang SC"/>
                <a:ea typeface="PingFang SC"/>
                <a:cs typeface="PingFang SC"/>
              </a:defRPr>
            </a:lvl9pPr>
          </a:lstStyle>
          <a:p xmlns:a="http://schemas.openxmlformats.org/drawingml/2006/main">
            <a:pPr>
              <a:defRPr sz="1125" b="1">
                <a:solidFill>
                  <a:srgbClr val="BBBBBB"/>
                </a:solidFill>
                <a:latin typeface="PingFang SC"/>
                <a:ea typeface="PingFang SC"/>
                <a:cs typeface="PingFang SC"/>
              </a:defRPr>
            </a:pPr>
            <a:r>
              <a:rPr sz="1125" b="1">
                <a:solidFill>
                  <a:srgbClr val="BBBBBB"/>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28787B33-9B4A-4CAB-814A-05882F46862D}"/>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BBBBBB"/>
                </a:solidFill>
                <a:latin typeface="Menlo"/>
                <a:ea typeface="Menlo"/>
                <a:cs typeface="Menlo"/>
              </a:defRPr>
            </a:defPPr>
            <a:lvl1pPr>
              <a:defRPr sz="1200" b="0">
                <a:solidFill>
                  <a:srgbClr val="BBBBBB"/>
                </a:solidFill>
                <a:latin typeface="Menlo"/>
                <a:ea typeface="Menlo"/>
                <a:cs typeface="Menlo"/>
              </a:defRPr>
            </a:lvl1pPr>
            <a:lvl2pPr>
              <a:defRPr sz="1200" b="0">
                <a:solidFill>
                  <a:srgbClr val="BBBBBB"/>
                </a:solidFill>
                <a:latin typeface="Menlo"/>
                <a:ea typeface="Menlo"/>
                <a:cs typeface="Menlo"/>
              </a:defRPr>
            </a:lvl2pPr>
            <a:lvl3pPr>
              <a:defRPr sz="1200" b="0">
                <a:solidFill>
                  <a:srgbClr val="BBBBBB"/>
                </a:solidFill>
                <a:latin typeface="Menlo"/>
                <a:ea typeface="Menlo"/>
                <a:cs typeface="Menlo"/>
              </a:defRPr>
            </a:lvl3pPr>
            <a:lvl4pPr>
              <a:defRPr sz="1200" b="0">
                <a:solidFill>
                  <a:srgbClr val="BBBBBB"/>
                </a:solidFill>
                <a:latin typeface="Menlo"/>
                <a:ea typeface="Menlo"/>
                <a:cs typeface="Menlo"/>
              </a:defRPr>
            </a:lvl4pPr>
            <a:lvl5pPr>
              <a:defRPr sz="1200" b="0">
                <a:solidFill>
                  <a:srgbClr val="BBBBBB"/>
                </a:solidFill>
                <a:latin typeface="Menlo"/>
                <a:ea typeface="Menlo"/>
                <a:cs typeface="Menlo"/>
              </a:defRPr>
            </a:lvl5pPr>
            <a:lvl6pPr>
              <a:defRPr sz="1200" b="0">
                <a:solidFill>
                  <a:srgbClr val="BBBBBB"/>
                </a:solidFill>
                <a:latin typeface="Menlo"/>
                <a:ea typeface="Menlo"/>
                <a:cs typeface="Menlo"/>
              </a:defRPr>
            </a:lvl6pPr>
            <a:lvl7pPr>
              <a:defRPr sz="1200" b="0">
                <a:solidFill>
                  <a:srgbClr val="BBBBBB"/>
                </a:solidFill>
                <a:latin typeface="Menlo"/>
                <a:ea typeface="Menlo"/>
                <a:cs typeface="Menlo"/>
              </a:defRPr>
            </a:lvl7pPr>
            <a:lvl8pPr>
              <a:defRPr sz="1200" b="0">
                <a:solidFill>
                  <a:srgbClr val="BBBBBB"/>
                </a:solidFill>
                <a:latin typeface="Menlo"/>
                <a:ea typeface="Menlo"/>
                <a:cs typeface="Menlo"/>
              </a:defRPr>
            </a:lvl8pPr>
            <a:lvl9pPr>
              <a:defRPr sz="1200" b="0">
                <a:solidFill>
                  <a:srgbClr val="BBBBBB"/>
                </a:solidFill>
                <a:latin typeface="Menlo"/>
                <a:ea typeface="Menlo"/>
                <a:cs typeface="Menlo"/>
              </a:defRPr>
            </a:lvl9pPr>
          </a:lstStyle>
          <a:p xmlns:a="http://schemas.openxmlformats.org/drawingml/2006/main">
            <a:pPr>
              <a:defRPr sz="1200" b="0">
                <a:solidFill>
                  <a:srgbClr val="BBBBBB"/>
                </a:solidFill>
                <a:latin typeface="Menlo"/>
                <a:ea typeface="Menlo"/>
                <a:cs typeface="Menlo"/>
              </a:defRPr>
            </a:pPr>
            <a:r>
              <a:rPr sz="1200" b="0">
                <a:solidFill>
                  <a:srgbClr val="BBBBBB"/>
                </a:solidFill>
                <a:latin typeface="Menlo"/>
                <a:ea typeface="Menlo"/>
                <a:cs typeface="Menlo"/>
              </a:rPr>
              <a:t>18 / 63</a:t>
            </a:r>
          </a:p>
        </p:txBody>
      </p:sp>
      <p:sp>
        <p:nvSpPr>
          <p:cNvPr id="3" name="heading-1">
            <a:extLst xmlns:a="http://schemas.openxmlformats.org/drawingml/2006/main">
              <a:ext uri="{FF2B5EF4-FFF2-40B4-BE49-F238E27FC236}">
                <a16:creationId xmlns:a16="http://schemas.microsoft.com/office/drawing/2014/main" id="{F1D50340-0BB0-4989-B814-857FB0FEA035}"/>
              </a:ext>
            </a:extLst>
          </p:cNvPr>
          <p:cNvSpPr>
            <a:spLocks xmlns:a="http://schemas.openxmlformats.org/drawingml/2006/main" noGrp="1"/>
          </p:cNvSpPr>
          <p:nvPr/>
        </p:nvSpPr>
        <p:spPr>
          <a:xfrm xmlns:a="http://schemas.openxmlformats.org/drawingml/2006/main">
            <a:off x="762000" y="9144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FFFFFF"/>
                </a:solidFill>
                <a:latin typeface="PingFang SC"/>
                <a:ea typeface="PingFang SC"/>
                <a:cs typeface="PingFang SC"/>
              </a:defRPr>
            </a:defPPr>
            <a:lvl1pPr>
              <a:defRPr sz="3300" b="1">
                <a:solidFill>
                  <a:srgbClr val="FFFFFF"/>
                </a:solidFill>
                <a:latin typeface="PingFang SC"/>
                <a:ea typeface="PingFang SC"/>
                <a:cs typeface="PingFang SC"/>
              </a:defRPr>
            </a:lvl1pPr>
            <a:lvl2pPr>
              <a:defRPr sz="3300" b="1">
                <a:solidFill>
                  <a:srgbClr val="FFFFFF"/>
                </a:solidFill>
                <a:latin typeface="PingFang SC"/>
                <a:ea typeface="PingFang SC"/>
                <a:cs typeface="PingFang SC"/>
              </a:defRPr>
            </a:lvl2pPr>
            <a:lvl3pPr>
              <a:defRPr sz="3300" b="1">
                <a:solidFill>
                  <a:srgbClr val="FFFFFF"/>
                </a:solidFill>
                <a:latin typeface="PingFang SC"/>
                <a:ea typeface="PingFang SC"/>
                <a:cs typeface="PingFang SC"/>
              </a:defRPr>
            </a:lvl3pPr>
            <a:lvl4pPr>
              <a:defRPr sz="3300" b="1">
                <a:solidFill>
                  <a:srgbClr val="FFFFFF"/>
                </a:solidFill>
                <a:latin typeface="PingFang SC"/>
                <a:ea typeface="PingFang SC"/>
                <a:cs typeface="PingFang SC"/>
              </a:defRPr>
            </a:lvl4pPr>
            <a:lvl5pPr>
              <a:defRPr sz="3300" b="1">
                <a:solidFill>
                  <a:srgbClr val="FFFFFF"/>
                </a:solidFill>
                <a:latin typeface="PingFang SC"/>
                <a:ea typeface="PingFang SC"/>
                <a:cs typeface="PingFang SC"/>
              </a:defRPr>
            </a:lvl5pPr>
            <a:lvl6pPr>
              <a:defRPr sz="3300" b="1">
                <a:solidFill>
                  <a:srgbClr val="FFFFFF"/>
                </a:solidFill>
                <a:latin typeface="PingFang SC"/>
                <a:ea typeface="PingFang SC"/>
                <a:cs typeface="PingFang SC"/>
              </a:defRPr>
            </a:lvl6pPr>
            <a:lvl7pPr>
              <a:defRPr sz="3300" b="1">
                <a:solidFill>
                  <a:srgbClr val="FFFFFF"/>
                </a:solidFill>
                <a:latin typeface="PingFang SC"/>
                <a:ea typeface="PingFang SC"/>
                <a:cs typeface="PingFang SC"/>
              </a:defRPr>
            </a:lvl7pPr>
            <a:lvl8pPr>
              <a:defRPr sz="3300" b="1">
                <a:solidFill>
                  <a:srgbClr val="FFFFFF"/>
                </a:solidFill>
                <a:latin typeface="PingFang SC"/>
                <a:ea typeface="PingFang SC"/>
                <a:cs typeface="PingFang SC"/>
              </a:defRPr>
            </a:lvl8pPr>
            <a:lvl9pPr>
              <a:defRPr sz="3300" b="1">
                <a:solidFill>
                  <a:srgbClr val="FFFFFF"/>
                </a:solidFill>
                <a:latin typeface="PingFang SC"/>
                <a:ea typeface="PingFang SC"/>
                <a:cs typeface="PingFang SC"/>
              </a:defRPr>
            </a:lvl9pPr>
          </a:lstStyle>
          <a:p xmlns:a="http://schemas.openxmlformats.org/drawingml/2006/main">
            <a:pPr>
              <a:defRPr sz="3300" b="1">
                <a:solidFill>
                  <a:srgbClr val="FFFFFF"/>
                </a:solidFill>
                <a:latin typeface="PingFang SC"/>
                <a:ea typeface="PingFang SC"/>
                <a:cs typeface="PingFang SC"/>
              </a:defRPr>
            </a:pPr>
            <a:r>
              <a:rPr sz="3300" b="1">
                <a:solidFill>
                  <a:srgbClr val="FFFFFF"/>
                </a:solidFill>
                <a:latin typeface="PingFang SC"/>
                <a:ea typeface="PingFang SC"/>
                <a:cs typeface="PingFang SC"/>
              </a:rPr>
              <a:t>Practice: trace the objects</a:t>
            </a:r>
          </a:p>
        </p:txBody>
      </p:sp>
      <p:sp>
        <p:nvSpPr>
          <p:cNvPr id="4" name="code-1">
            <a:extLst xmlns:a="http://schemas.openxmlformats.org/drawingml/2006/main">
              <a:ext uri="{FF2B5EF4-FFF2-40B4-BE49-F238E27FC236}">
                <a16:creationId xmlns:a16="http://schemas.microsoft.com/office/drawing/2014/main" id="{5C9679C3-51C9-411A-A03F-E8B4C3D0422E}"/>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FFFFFF"/>
                </a:solidFill>
                <a:latin typeface="Menlo"/>
                <a:ea typeface="Menlo"/>
                <a:cs typeface="Menlo"/>
              </a:defRPr>
            </a:defPPr>
            <a:lvl1pPr>
              <a:defRPr sz="2250" b="0">
                <a:solidFill>
                  <a:srgbClr val="FFFFFF"/>
                </a:solidFill>
                <a:latin typeface="Menlo"/>
                <a:ea typeface="Menlo"/>
                <a:cs typeface="Menlo"/>
              </a:defRPr>
            </a:lvl1pPr>
            <a:lvl2pPr>
              <a:defRPr sz="2250" b="0">
                <a:solidFill>
                  <a:srgbClr val="FFFFFF"/>
                </a:solidFill>
                <a:latin typeface="Menlo"/>
                <a:ea typeface="Menlo"/>
                <a:cs typeface="Menlo"/>
              </a:defRPr>
            </a:lvl2pPr>
            <a:lvl3pPr>
              <a:defRPr sz="2250" b="0">
                <a:solidFill>
                  <a:srgbClr val="FFFFFF"/>
                </a:solidFill>
                <a:latin typeface="Menlo"/>
                <a:ea typeface="Menlo"/>
                <a:cs typeface="Menlo"/>
              </a:defRPr>
            </a:lvl3pPr>
            <a:lvl4pPr>
              <a:defRPr sz="2250" b="0">
                <a:solidFill>
                  <a:srgbClr val="FFFFFF"/>
                </a:solidFill>
                <a:latin typeface="Menlo"/>
                <a:ea typeface="Menlo"/>
                <a:cs typeface="Menlo"/>
              </a:defRPr>
            </a:lvl4pPr>
            <a:lvl5pPr>
              <a:defRPr sz="2250" b="0">
                <a:solidFill>
                  <a:srgbClr val="FFFFFF"/>
                </a:solidFill>
                <a:latin typeface="Menlo"/>
                <a:ea typeface="Menlo"/>
                <a:cs typeface="Menlo"/>
              </a:defRPr>
            </a:lvl5pPr>
            <a:lvl6pPr>
              <a:defRPr sz="2250" b="0">
                <a:solidFill>
                  <a:srgbClr val="FFFFFF"/>
                </a:solidFill>
                <a:latin typeface="Menlo"/>
                <a:ea typeface="Menlo"/>
                <a:cs typeface="Menlo"/>
              </a:defRPr>
            </a:lvl6pPr>
            <a:lvl7pPr>
              <a:defRPr sz="2250" b="0">
                <a:solidFill>
                  <a:srgbClr val="FFFFFF"/>
                </a:solidFill>
                <a:latin typeface="Menlo"/>
                <a:ea typeface="Menlo"/>
                <a:cs typeface="Menlo"/>
              </a:defRPr>
            </a:lvl7pPr>
            <a:lvl8pPr>
              <a:defRPr sz="2250" b="0">
                <a:solidFill>
                  <a:srgbClr val="FFFFFF"/>
                </a:solidFill>
                <a:latin typeface="Menlo"/>
                <a:ea typeface="Menlo"/>
                <a:cs typeface="Menlo"/>
              </a:defRPr>
            </a:lvl8pPr>
            <a:lvl9pPr>
              <a:defRPr sz="2250" b="0">
                <a:solidFill>
                  <a:srgbClr val="FFFFFF"/>
                </a:solidFill>
                <a:latin typeface="Menlo"/>
                <a:ea typeface="Menlo"/>
                <a:cs typeface="Menlo"/>
              </a:defRPr>
            </a:lvl9pPr>
          </a:lstStyle>
          <a:p xmlns:a="http://schemas.openxmlformats.org/drawingml/2006/main">
            <a:pPr>
              <a:defRPr sz="2250" b="0">
                <a:solidFill>
                  <a:srgbClr val="FFFFFF"/>
                </a:solidFill>
                <a:latin typeface="Menlo"/>
                <a:ea typeface="Menlo"/>
                <a:cs typeface="Menlo"/>
              </a:defRPr>
            </a:pPr>
            <a:r>
              <a:rPr sz="2250">
                <a:solidFill>
                  <a:srgbClr val="B392F0"/>
                </a:solidFill>
                <a:latin typeface="Menlo"/>
                <a:ea typeface="Menlo"/>
                <a:cs typeface="Menlo"/>
              </a:rPr>
              <a:t>int</a:t>
            </a:r>
            <a:r>
              <a:rPr sz="2250">
                <a:solidFill>
                  <a:srgbClr val="EEEEEE"/>
                </a:solidFill>
                <a:latin typeface="Menlo"/>
                <a:ea typeface="Menlo"/>
                <a:cs typeface="Menlo"/>
              </a:rPr>
              <a:t> a </a:t>
            </a:r>
            <a:r>
              <a:rPr sz="2250">
                <a:solidFill>
                  <a:srgbClr val="EEEEEE"/>
                </a:solidFill>
                <a:latin typeface="Menlo"/>
                <a:ea typeface="Menlo"/>
                <a:cs typeface="Menlo"/>
              </a:rPr>
              <a:t>= </a:t>
            </a:r>
            <a:r>
              <a:rPr sz="2250">
                <a:solidFill>
                  <a:srgbClr val="FFAB70"/>
                </a:solidFill>
                <a:latin typeface="Menlo"/>
                <a:ea typeface="Menlo"/>
                <a:cs typeface="Menlo"/>
              </a:rPr>
              <a:t>10</a:t>
            </a:r>
            <a:r>
              <a:rPr sz="2250">
                <a:solidFill>
                  <a:srgbClr val="EEEEEE"/>
                </a:solidFill>
                <a:latin typeface="Menlo"/>
                <a:ea typeface="Menlo"/>
                <a:cs typeface="Menlo"/>
              </a:rPr>
              <a:t>, b = </a:t>
            </a:r>
            <a:r>
              <a:rPr sz="2250">
                <a:solidFill>
                  <a:srgbClr val="FFAB70"/>
                </a:solidFill>
                <a:latin typeface="Menlo"/>
                <a:ea typeface="Menlo"/>
                <a:cs typeface="Menlo"/>
              </a:rPr>
              <a:t>20</a:t>
            </a:r>
            <a:r>
              <a:rPr sz="2250">
                <a:solidFill>
                  <a:srgbClr val="EEEEEE"/>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31E16162-D464-4F9A-8544-6957335F9354}"/>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FFFFFF"/>
                </a:solidFill>
                <a:latin typeface="Menlo"/>
                <a:ea typeface="Menlo"/>
                <a:cs typeface="Menlo"/>
              </a:defRPr>
            </a:defPPr>
            <a:lvl1pPr>
              <a:defRPr sz="2250" b="0">
                <a:solidFill>
                  <a:srgbClr val="FFFFFF"/>
                </a:solidFill>
                <a:latin typeface="Menlo"/>
                <a:ea typeface="Menlo"/>
                <a:cs typeface="Menlo"/>
              </a:defRPr>
            </a:lvl1pPr>
            <a:lvl2pPr>
              <a:defRPr sz="2250" b="0">
                <a:solidFill>
                  <a:srgbClr val="FFFFFF"/>
                </a:solidFill>
                <a:latin typeface="Menlo"/>
                <a:ea typeface="Menlo"/>
                <a:cs typeface="Menlo"/>
              </a:defRPr>
            </a:lvl2pPr>
            <a:lvl3pPr>
              <a:defRPr sz="2250" b="0">
                <a:solidFill>
                  <a:srgbClr val="FFFFFF"/>
                </a:solidFill>
                <a:latin typeface="Menlo"/>
                <a:ea typeface="Menlo"/>
                <a:cs typeface="Menlo"/>
              </a:defRPr>
            </a:lvl3pPr>
            <a:lvl4pPr>
              <a:defRPr sz="2250" b="0">
                <a:solidFill>
                  <a:srgbClr val="FFFFFF"/>
                </a:solidFill>
                <a:latin typeface="Menlo"/>
                <a:ea typeface="Menlo"/>
                <a:cs typeface="Menlo"/>
              </a:defRPr>
            </a:lvl4pPr>
            <a:lvl5pPr>
              <a:defRPr sz="2250" b="0">
                <a:solidFill>
                  <a:srgbClr val="FFFFFF"/>
                </a:solidFill>
                <a:latin typeface="Menlo"/>
                <a:ea typeface="Menlo"/>
                <a:cs typeface="Menlo"/>
              </a:defRPr>
            </a:lvl5pPr>
            <a:lvl6pPr>
              <a:defRPr sz="2250" b="0">
                <a:solidFill>
                  <a:srgbClr val="FFFFFF"/>
                </a:solidFill>
                <a:latin typeface="Menlo"/>
                <a:ea typeface="Menlo"/>
                <a:cs typeface="Menlo"/>
              </a:defRPr>
            </a:lvl6pPr>
            <a:lvl7pPr>
              <a:defRPr sz="2250" b="0">
                <a:solidFill>
                  <a:srgbClr val="FFFFFF"/>
                </a:solidFill>
                <a:latin typeface="Menlo"/>
                <a:ea typeface="Menlo"/>
                <a:cs typeface="Menlo"/>
              </a:defRPr>
            </a:lvl7pPr>
            <a:lvl8pPr>
              <a:defRPr sz="2250" b="0">
                <a:solidFill>
                  <a:srgbClr val="FFFFFF"/>
                </a:solidFill>
                <a:latin typeface="Menlo"/>
                <a:ea typeface="Menlo"/>
                <a:cs typeface="Menlo"/>
              </a:defRPr>
            </a:lvl8pPr>
            <a:lvl9pPr>
              <a:defRPr sz="2250" b="0">
                <a:solidFill>
                  <a:srgbClr val="FFFFFF"/>
                </a:solidFill>
                <a:latin typeface="Menlo"/>
                <a:ea typeface="Menlo"/>
                <a:cs typeface="Menlo"/>
              </a:defRPr>
            </a:lvl9pPr>
          </a:lstStyle>
          <a:p xmlns:a="http://schemas.openxmlformats.org/drawingml/2006/main">
            <a:pPr>
              <a:defRPr sz="2250" b="0">
                <a:solidFill>
                  <a:srgbClr val="FFFFFF"/>
                </a:solidFill>
                <a:latin typeface="Menlo"/>
                <a:ea typeface="Menlo"/>
                <a:cs typeface="Menlo"/>
              </a:defRPr>
            </a:pPr>
            <a:r>
              <a:rPr sz="2250">
                <a:solidFill>
                  <a:srgbClr val="B392F0"/>
                </a:solidFill>
                <a:latin typeface="Menlo"/>
                <a:ea typeface="Menlo"/>
                <a:cs typeface="Menlo"/>
              </a:rPr>
              <a:t>int</a:t>
            </a:r>
            <a:r>
              <a:rPr sz="2250">
                <a:solidFill>
                  <a:srgbClr val="EEEEEE"/>
                </a:solidFill>
                <a:latin typeface="Menlo"/>
                <a:ea typeface="Menlo"/>
                <a:cs typeface="Menlo"/>
              </a:rPr>
              <a:t>&amp; r </a:t>
            </a:r>
            <a:r>
              <a:rPr sz="2250">
                <a:solidFill>
                  <a:srgbClr val="EEEEEE"/>
                </a:solidFill>
                <a:latin typeface="Menlo"/>
                <a:ea typeface="Menlo"/>
                <a:cs typeface="Menlo"/>
              </a:rPr>
              <a:t>= a;</a:t>
            </a:r>
          </a:p>
        </p:txBody>
      </p:sp>
      <p:sp>
        <p:nvSpPr>
          <p:cNvPr id="6" name="code-3">
            <a:extLst xmlns:a="http://schemas.openxmlformats.org/drawingml/2006/main">
              <a:ext uri="{FF2B5EF4-FFF2-40B4-BE49-F238E27FC236}">
                <a16:creationId xmlns:a16="http://schemas.microsoft.com/office/drawing/2014/main" id="{5D485BB7-EE6C-4047-BAC3-1E75B3D73167}"/>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FFFFFF"/>
                </a:solidFill>
                <a:latin typeface="Menlo"/>
                <a:ea typeface="Menlo"/>
                <a:cs typeface="Menlo"/>
              </a:defRPr>
            </a:defPPr>
            <a:lvl1pPr>
              <a:defRPr sz="2250" b="0">
                <a:solidFill>
                  <a:srgbClr val="FFFFFF"/>
                </a:solidFill>
                <a:latin typeface="Menlo"/>
                <a:ea typeface="Menlo"/>
                <a:cs typeface="Menlo"/>
              </a:defRPr>
            </a:lvl1pPr>
            <a:lvl2pPr>
              <a:defRPr sz="2250" b="0">
                <a:solidFill>
                  <a:srgbClr val="FFFFFF"/>
                </a:solidFill>
                <a:latin typeface="Menlo"/>
                <a:ea typeface="Menlo"/>
                <a:cs typeface="Menlo"/>
              </a:defRPr>
            </a:lvl2pPr>
            <a:lvl3pPr>
              <a:defRPr sz="2250" b="0">
                <a:solidFill>
                  <a:srgbClr val="FFFFFF"/>
                </a:solidFill>
                <a:latin typeface="Menlo"/>
                <a:ea typeface="Menlo"/>
                <a:cs typeface="Menlo"/>
              </a:defRPr>
            </a:lvl3pPr>
            <a:lvl4pPr>
              <a:defRPr sz="2250" b="0">
                <a:solidFill>
                  <a:srgbClr val="FFFFFF"/>
                </a:solidFill>
                <a:latin typeface="Menlo"/>
                <a:ea typeface="Menlo"/>
                <a:cs typeface="Menlo"/>
              </a:defRPr>
            </a:lvl4pPr>
            <a:lvl5pPr>
              <a:defRPr sz="2250" b="0">
                <a:solidFill>
                  <a:srgbClr val="FFFFFF"/>
                </a:solidFill>
                <a:latin typeface="Menlo"/>
                <a:ea typeface="Menlo"/>
                <a:cs typeface="Menlo"/>
              </a:defRPr>
            </a:lvl5pPr>
            <a:lvl6pPr>
              <a:defRPr sz="2250" b="0">
                <a:solidFill>
                  <a:srgbClr val="FFFFFF"/>
                </a:solidFill>
                <a:latin typeface="Menlo"/>
                <a:ea typeface="Menlo"/>
                <a:cs typeface="Menlo"/>
              </a:defRPr>
            </a:lvl6pPr>
            <a:lvl7pPr>
              <a:defRPr sz="2250" b="0">
                <a:solidFill>
                  <a:srgbClr val="FFFFFF"/>
                </a:solidFill>
                <a:latin typeface="Menlo"/>
                <a:ea typeface="Menlo"/>
                <a:cs typeface="Menlo"/>
              </a:defRPr>
            </a:lvl7pPr>
            <a:lvl8pPr>
              <a:defRPr sz="2250" b="0">
                <a:solidFill>
                  <a:srgbClr val="FFFFFF"/>
                </a:solidFill>
                <a:latin typeface="Menlo"/>
                <a:ea typeface="Menlo"/>
                <a:cs typeface="Menlo"/>
              </a:defRPr>
            </a:lvl8pPr>
            <a:lvl9pPr>
              <a:defRPr sz="2250" b="0">
                <a:solidFill>
                  <a:srgbClr val="FFFFFF"/>
                </a:solidFill>
                <a:latin typeface="Menlo"/>
                <a:ea typeface="Menlo"/>
                <a:cs typeface="Menlo"/>
              </a:defRPr>
            </a:lvl9pPr>
          </a:lstStyle>
          <a:p xmlns:a="http://schemas.openxmlformats.org/drawingml/2006/main">
            <a:pPr>
              <a:defRPr sz="2250" b="0">
                <a:solidFill>
                  <a:srgbClr val="FFFFFF"/>
                </a:solidFill>
                <a:latin typeface="Menlo"/>
                <a:ea typeface="Menlo"/>
                <a:cs typeface="Menlo"/>
              </a:defRPr>
            </a:pPr>
            <a:r>
              <a:rPr sz="2250">
                <a:solidFill>
                  <a:srgbClr val="B392F0"/>
                </a:solidFill>
                <a:latin typeface="Menlo"/>
                <a:ea typeface="Menlo"/>
                <a:cs typeface="Menlo"/>
              </a:rPr>
              <a:t>int</a:t>
            </a:r>
            <a:r>
              <a:rPr sz="2250">
                <a:solidFill>
                  <a:srgbClr val="EEEEEE"/>
                </a:solidFill>
                <a:latin typeface="Menlo"/>
                <a:ea typeface="Menlo"/>
                <a:cs typeface="Menlo"/>
              </a:rPr>
              <a:t>* p </a:t>
            </a:r>
            <a:r>
              <a:rPr sz="2250">
                <a:solidFill>
                  <a:srgbClr val="EEEEEE"/>
                </a:solidFill>
                <a:latin typeface="Menlo"/>
                <a:ea typeface="Menlo"/>
                <a:cs typeface="Menlo"/>
              </a:rPr>
              <a:t>= &amp;b;</a:t>
            </a:r>
          </a:p>
        </p:txBody>
      </p:sp>
      <p:sp>
        <p:nvSpPr>
          <p:cNvPr id="7" name="code-4">
            <a:extLst xmlns:a="http://schemas.openxmlformats.org/drawingml/2006/main">
              <a:ext uri="{FF2B5EF4-FFF2-40B4-BE49-F238E27FC236}">
                <a16:creationId xmlns:a16="http://schemas.microsoft.com/office/drawing/2014/main" id="{97882752-BE6B-4745-8859-BE3EDA3DD97D}"/>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FFFFFF"/>
                </a:solidFill>
                <a:latin typeface="Menlo"/>
                <a:ea typeface="Menlo"/>
                <a:cs typeface="Menlo"/>
              </a:defRPr>
            </a:defPPr>
            <a:lvl1pPr>
              <a:defRPr sz="2250" b="0">
                <a:solidFill>
                  <a:srgbClr val="FFFFFF"/>
                </a:solidFill>
                <a:latin typeface="Menlo"/>
                <a:ea typeface="Menlo"/>
                <a:cs typeface="Menlo"/>
              </a:defRPr>
            </a:lvl1pPr>
            <a:lvl2pPr>
              <a:defRPr sz="2250" b="0">
                <a:solidFill>
                  <a:srgbClr val="FFFFFF"/>
                </a:solidFill>
                <a:latin typeface="Menlo"/>
                <a:ea typeface="Menlo"/>
                <a:cs typeface="Menlo"/>
              </a:defRPr>
            </a:lvl2pPr>
            <a:lvl3pPr>
              <a:defRPr sz="2250" b="0">
                <a:solidFill>
                  <a:srgbClr val="FFFFFF"/>
                </a:solidFill>
                <a:latin typeface="Menlo"/>
                <a:ea typeface="Menlo"/>
                <a:cs typeface="Menlo"/>
              </a:defRPr>
            </a:lvl3pPr>
            <a:lvl4pPr>
              <a:defRPr sz="2250" b="0">
                <a:solidFill>
                  <a:srgbClr val="FFFFFF"/>
                </a:solidFill>
                <a:latin typeface="Menlo"/>
                <a:ea typeface="Menlo"/>
                <a:cs typeface="Menlo"/>
              </a:defRPr>
            </a:lvl4pPr>
            <a:lvl5pPr>
              <a:defRPr sz="2250" b="0">
                <a:solidFill>
                  <a:srgbClr val="FFFFFF"/>
                </a:solidFill>
                <a:latin typeface="Menlo"/>
                <a:ea typeface="Menlo"/>
                <a:cs typeface="Menlo"/>
              </a:defRPr>
            </a:lvl5pPr>
            <a:lvl6pPr>
              <a:defRPr sz="2250" b="0">
                <a:solidFill>
                  <a:srgbClr val="FFFFFF"/>
                </a:solidFill>
                <a:latin typeface="Menlo"/>
                <a:ea typeface="Menlo"/>
                <a:cs typeface="Menlo"/>
              </a:defRPr>
            </a:lvl6pPr>
            <a:lvl7pPr>
              <a:defRPr sz="2250" b="0">
                <a:solidFill>
                  <a:srgbClr val="FFFFFF"/>
                </a:solidFill>
                <a:latin typeface="Menlo"/>
                <a:ea typeface="Menlo"/>
                <a:cs typeface="Menlo"/>
              </a:defRPr>
            </a:lvl7pPr>
            <a:lvl8pPr>
              <a:defRPr sz="2250" b="0">
                <a:solidFill>
                  <a:srgbClr val="FFFFFF"/>
                </a:solidFill>
                <a:latin typeface="Menlo"/>
                <a:ea typeface="Menlo"/>
                <a:cs typeface="Menlo"/>
              </a:defRPr>
            </a:lvl8pPr>
            <a:lvl9pPr>
              <a:defRPr sz="2250" b="0">
                <a:solidFill>
                  <a:srgbClr val="FFFFFF"/>
                </a:solidFill>
                <a:latin typeface="Menlo"/>
                <a:ea typeface="Menlo"/>
                <a:cs typeface="Menlo"/>
              </a:defRPr>
            </a:lvl9pPr>
          </a:lstStyle>
          <a:p xmlns:a="http://schemas.openxmlformats.org/drawingml/2006/main">
            <a:pPr>
              <a:defRPr sz="2250" b="0">
                <a:solidFill>
                  <a:srgbClr val="FFFFFF"/>
                </a:solidFill>
                <a:latin typeface="Menlo"/>
                <a:ea typeface="Menlo"/>
                <a:cs typeface="Menlo"/>
              </a:defRPr>
            </a:pPr>
            <a:r>
              <a:rPr sz="2250">
                <a:solidFill>
                  <a:srgbClr val="EEEEEE"/>
                </a:solidFill>
                <a:latin typeface="Menlo"/>
                <a:ea typeface="Menlo"/>
                <a:cs typeface="Menlo"/>
              </a:rPr>
              <a:t>r </a:t>
            </a:r>
            <a:r>
              <a:rPr sz="2250">
                <a:solidFill>
                  <a:srgbClr val="EEEEEE"/>
                </a:solidFill>
                <a:latin typeface="Menlo"/>
                <a:ea typeface="Menlo"/>
                <a:cs typeface="Menlo"/>
              </a:rPr>
              <a:t>= </a:t>
            </a:r>
            <a:r>
              <a:rPr sz="2250">
                <a:solidFill>
                  <a:srgbClr val="FFAB70"/>
                </a:solidFill>
                <a:latin typeface="Menlo"/>
                <a:ea typeface="Menlo"/>
                <a:cs typeface="Menlo"/>
              </a:rPr>
              <a:t>11</a:t>
            </a:r>
            <a:r>
              <a:rPr sz="2250">
                <a:solidFill>
                  <a:srgbClr val="EEEEEE"/>
                </a:solidFill>
                <a:latin typeface="Menlo"/>
                <a:ea typeface="Menlo"/>
                <a:cs typeface="Menlo"/>
              </a:rPr>
              <a:t>;</a:t>
            </a:r>
          </a:p>
        </p:txBody>
      </p:sp>
      <p:sp>
        <p:nvSpPr>
          <p:cNvPr id="8" name="code-5">
            <a:extLst xmlns:a="http://schemas.openxmlformats.org/drawingml/2006/main">
              <a:ext uri="{FF2B5EF4-FFF2-40B4-BE49-F238E27FC236}">
                <a16:creationId xmlns:a16="http://schemas.microsoft.com/office/drawing/2014/main" id="{0261839B-A061-4B86-A524-7F5B17A7FD17}"/>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FFFFFF"/>
                </a:solidFill>
                <a:latin typeface="Menlo"/>
                <a:ea typeface="Menlo"/>
                <a:cs typeface="Menlo"/>
              </a:defRPr>
            </a:defPPr>
            <a:lvl1pPr>
              <a:defRPr sz="2250" b="0">
                <a:solidFill>
                  <a:srgbClr val="FFFFFF"/>
                </a:solidFill>
                <a:latin typeface="Menlo"/>
                <a:ea typeface="Menlo"/>
                <a:cs typeface="Menlo"/>
              </a:defRPr>
            </a:lvl1pPr>
            <a:lvl2pPr>
              <a:defRPr sz="2250" b="0">
                <a:solidFill>
                  <a:srgbClr val="FFFFFF"/>
                </a:solidFill>
                <a:latin typeface="Menlo"/>
                <a:ea typeface="Menlo"/>
                <a:cs typeface="Menlo"/>
              </a:defRPr>
            </a:lvl2pPr>
            <a:lvl3pPr>
              <a:defRPr sz="2250" b="0">
                <a:solidFill>
                  <a:srgbClr val="FFFFFF"/>
                </a:solidFill>
                <a:latin typeface="Menlo"/>
                <a:ea typeface="Menlo"/>
                <a:cs typeface="Menlo"/>
              </a:defRPr>
            </a:lvl3pPr>
            <a:lvl4pPr>
              <a:defRPr sz="2250" b="0">
                <a:solidFill>
                  <a:srgbClr val="FFFFFF"/>
                </a:solidFill>
                <a:latin typeface="Menlo"/>
                <a:ea typeface="Menlo"/>
                <a:cs typeface="Menlo"/>
              </a:defRPr>
            </a:lvl4pPr>
            <a:lvl5pPr>
              <a:defRPr sz="2250" b="0">
                <a:solidFill>
                  <a:srgbClr val="FFFFFF"/>
                </a:solidFill>
                <a:latin typeface="Menlo"/>
                <a:ea typeface="Menlo"/>
                <a:cs typeface="Menlo"/>
              </a:defRPr>
            </a:lvl5pPr>
            <a:lvl6pPr>
              <a:defRPr sz="2250" b="0">
                <a:solidFill>
                  <a:srgbClr val="FFFFFF"/>
                </a:solidFill>
                <a:latin typeface="Menlo"/>
                <a:ea typeface="Menlo"/>
                <a:cs typeface="Menlo"/>
              </a:defRPr>
            </a:lvl6pPr>
            <a:lvl7pPr>
              <a:defRPr sz="2250" b="0">
                <a:solidFill>
                  <a:srgbClr val="FFFFFF"/>
                </a:solidFill>
                <a:latin typeface="Menlo"/>
                <a:ea typeface="Menlo"/>
                <a:cs typeface="Menlo"/>
              </a:defRPr>
            </a:lvl7pPr>
            <a:lvl8pPr>
              <a:defRPr sz="2250" b="0">
                <a:solidFill>
                  <a:srgbClr val="FFFFFF"/>
                </a:solidFill>
                <a:latin typeface="Menlo"/>
                <a:ea typeface="Menlo"/>
                <a:cs typeface="Menlo"/>
              </a:defRPr>
            </a:lvl8pPr>
            <a:lvl9pPr>
              <a:defRPr sz="2250" b="0">
                <a:solidFill>
                  <a:srgbClr val="FFFFFF"/>
                </a:solidFill>
                <a:latin typeface="Menlo"/>
                <a:ea typeface="Menlo"/>
                <a:cs typeface="Menlo"/>
              </a:defRPr>
            </a:lvl9pPr>
          </a:lstStyle>
          <a:p xmlns:a="http://schemas.openxmlformats.org/drawingml/2006/main">
            <a:pPr>
              <a:defRPr sz="2250" b="0">
                <a:solidFill>
                  <a:srgbClr val="FFFFFF"/>
                </a:solidFill>
                <a:latin typeface="Menlo"/>
                <a:ea typeface="Menlo"/>
                <a:cs typeface="Menlo"/>
              </a:defRPr>
            </a:pPr>
            <a:r>
              <a:rPr sz="2250">
                <a:solidFill>
                  <a:srgbClr val="EEEEEE"/>
                </a:solidFill>
                <a:latin typeface="Menlo"/>
                <a:ea typeface="Menlo"/>
                <a:cs typeface="Menlo"/>
              </a:rPr>
              <a:t>*p </a:t>
            </a:r>
            <a:r>
              <a:rPr sz="2250">
                <a:solidFill>
                  <a:srgbClr val="EEEEEE"/>
                </a:solidFill>
                <a:latin typeface="Menlo"/>
                <a:ea typeface="Menlo"/>
                <a:cs typeface="Menlo"/>
              </a:rPr>
              <a:t>= r;</a:t>
            </a:r>
          </a:p>
        </p:txBody>
      </p:sp>
      <p:sp>
        <p:nvSpPr>
          <p:cNvPr id="9" name="code-6">
            <a:extLst xmlns:a="http://schemas.openxmlformats.org/drawingml/2006/main">
              <a:ext uri="{FF2B5EF4-FFF2-40B4-BE49-F238E27FC236}">
                <a16:creationId xmlns:a16="http://schemas.microsoft.com/office/drawing/2014/main" id="{AC5946FA-AFBD-4BA8-A447-432E46BFE8FB}"/>
              </a:ext>
            </a:extLst>
          </p:cNvPr>
          <p:cNvSpPr>
            <a:spLocks xmlns:a="http://schemas.openxmlformats.org/drawingml/2006/main" noGrp="1"/>
          </p:cNvSpPr>
          <p:nvPr/>
        </p:nvSpPr>
        <p:spPr>
          <a:xfrm xmlns:a="http://schemas.openxmlformats.org/drawingml/2006/main">
            <a:off x="800100" y="36861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FFFFFF"/>
                </a:solidFill>
                <a:latin typeface="Menlo"/>
                <a:ea typeface="Menlo"/>
                <a:cs typeface="Menlo"/>
              </a:defRPr>
            </a:defPPr>
            <a:lvl1pPr>
              <a:defRPr sz="2250" b="0">
                <a:solidFill>
                  <a:srgbClr val="FFFFFF"/>
                </a:solidFill>
                <a:latin typeface="Menlo"/>
                <a:ea typeface="Menlo"/>
                <a:cs typeface="Menlo"/>
              </a:defRPr>
            </a:lvl1pPr>
            <a:lvl2pPr>
              <a:defRPr sz="2250" b="0">
                <a:solidFill>
                  <a:srgbClr val="FFFFFF"/>
                </a:solidFill>
                <a:latin typeface="Menlo"/>
                <a:ea typeface="Menlo"/>
                <a:cs typeface="Menlo"/>
              </a:defRPr>
            </a:lvl2pPr>
            <a:lvl3pPr>
              <a:defRPr sz="2250" b="0">
                <a:solidFill>
                  <a:srgbClr val="FFFFFF"/>
                </a:solidFill>
                <a:latin typeface="Menlo"/>
                <a:ea typeface="Menlo"/>
                <a:cs typeface="Menlo"/>
              </a:defRPr>
            </a:lvl3pPr>
            <a:lvl4pPr>
              <a:defRPr sz="2250" b="0">
                <a:solidFill>
                  <a:srgbClr val="FFFFFF"/>
                </a:solidFill>
                <a:latin typeface="Menlo"/>
                <a:ea typeface="Menlo"/>
                <a:cs typeface="Menlo"/>
              </a:defRPr>
            </a:lvl4pPr>
            <a:lvl5pPr>
              <a:defRPr sz="2250" b="0">
                <a:solidFill>
                  <a:srgbClr val="FFFFFF"/>
                </a:solidFill>
                <a:latin typeface="Menlo"/>
                <a:ea typeface="Menlo"/>
                <a:cs typeface="Menlo"/>
              </a:defRPr>
            </a:lvl5pPr>
            <a:lvl6pPr>
              <a:defRPr sz="2250" b="0">
                <a:solidFill>
                  <a:srgbClr val="FFFFFF"/>
                </a:solidFill>
                <a:latin typeface="Menlo"/>
                <a:ea typeface="Menlo"/>
                <a:cs typeface="Menlo"/>
              </a:defRPr>
            </a:lvl6pPr>
            <a:lvl7pPr>
              <a:defRPr sz="2250" b="0">
                <a:solidFill>
                  <a:srgbClr val="FFFFFF"/>
                </a:solidFill>
                <a:latin typeface="Menlo"/>
                <a:ea typeface="Menlo"/>
                <a:cs typeface="Menlo"/>
              </a:defRPr>
            </a:lvl7pPr>
            <a:lvl8pPr>
              <a:defRPr sz="2250" b="0">
                <a:solidFill>
                  <a:srgbClr val="FFFFFF"/>
                </a:solidFill>
                <a:latin typeface="Menlo"/>
                <a:ea typeface="Menlo"/>
                <a:cs typeface="Menlo"/>
              </a:defRPr>
            </a:lvl8pPr>
            <a:lvl9pPr>
              <a:defRPr sz="2250" b="0">
                <a:solidFill>
                  <a:srgbClr val="FFFFFF"/>
                </a:solidFill>
                <a:latin typeface="Menlo"/>
                <a:ea typeface="Menlo"/>
                <a:cs typeface="Menlo"/>
              </a:defRPr>
            </a:lvl9pPr>
          </a:lstStyle>
          <a:p xmlns:a="http://schemas.openxmlformats.org/drawingml/2006/main">
            <a:pPr>
              <a:defRPr sz="2250" b="0">
                <a:solidFill>
                  <a:srgbClr val="FFFFFF"/>
                </a:solidFill>
                <a:latin typeface="Menlo"/>
                <a:ea typeface="Menlo"/>
                <a:cs typeface="Menlo"/>
              </a:defRPr>
            </a:pPr>
            <a:r>
              <a:rPr sz="2250">
                <a:solidFill>
                  <a:srgbClr val="EEEEEE"/>
                </a:solidFill>
                <a:latin typeface="Menlo"/>
                <a:ea typeface="Menlo"/>
                <a:cs typeface="Menlo"/>
              </a:rPr>
              <a:t>p </a:t>
            </a:r>
            <a:r>
              <a:rPr sz="2250">
                <a:solidFill>
                  <a:srgbClr val="EEEEEE"/>
                </a:solidFill>
                <a:latin typeface="Menlo"/>
                <a:ea typeface="Menlo"/>
                <a:cs typeface="Menlo"/>
              </a:rPr>
              <a:t>= &amp;a;</a:t>
            </a:r>
          </a:p>
        </p:txBody>
      </p:sp>
      <p:sp>
        <p:nvSpPr>
          <p:cNvPr id="10" name="cue-1">
            <a:extLst xmlns:a="http://schemas.openxmlformats.org/drawingml/2006/main">
              <a:ext uri="{FF2B5EF4-FFF2-40B4-BE49-F238E27FC236}">
                <a16:creationId xmlns:a16="http://schemas.microsoft.com/office/drawing/2014/main" id="{5A76AEF2-4EB2-48DA-806B-CB0CE21E01FD}"/>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FFFFFF"/>
                </a:solidFill>
                <a:latin typeface="PingFang SC"/>
                <a:ea typeface="PingFang SC"/>
                <a:cs typeface="PingFang SC"/>
              </a:defRPr>
            </a:defPPr>
            <a:lvl1pPr>
              <a:defRPr sz="2175" b="0">
                <a:solidFill>
                  <a:srgbClr val="FFFFFF"/>
                </a:solidFill>
                <a:latin typeface="PingFang SC"/>
                <a:ea typeface="PingFang SC"/>
                <a:cs typeface="PingFang SC"/>
              </a:defRPr>
            </a:lvl1pPr>
            <a:lvl2pPr>
              <a:defRPr sz="2175" b="0">
                <a:solidFill>
                  <a:srgbClr val="FFFFFF"/>
                </a:solidFill>
                <a:latin typeface="PingFang SC"/>
                <a:ea typeface="PingFang SC"/>
                <a:cs typeface="PingFang SC"/>
              </a:defRPr>
            </a:lvl2pPr>
            <a:lvl3pPr>
              <a:defRPr sz="2175" b="0">
                <a:solidFill>
                  <a:srgbClr val="FFFFFF"/>
                </a:solidFill>
                <a:latin typeface="PingFang SC"/>
                <a:ea typeface="PingFang SC"/>
                <a:cs typeface="PingFang SC"/>
              </a:defRPr>
            </a:lvl3pPr>
            <a:lvl4pPr>
              <a:defRPr sz="2175" b="0">
                <a:solidFill>
                  <a:srgbClr val="FFFFFF"/>
                </a:solidFill>
                <a:latin typeface="PingFang SC"/>
                <a:ea typeface="PingFang SC"/>
                <a:cs typeface="PingFang SC"/>
              </a:defRPr>
            </a:lvl4pPr>
            <a:lvl5pPr>
              <a:defRPr sz="2175" b="0">
                <a:solidFill>
                  <a:srgbClr val="FFFFFF"/>
                </a:solidFill>
                <a:latin typeface="PingFang SC"/>
                <a:ea typeface="PingFang SC"/>
                <a:cs typeface="PingFang SC"/>
              </a:defRPr>
            </a:lvl5pPr>
            <a:lvl6pPr>
              <a:defRPr sz="2175" b="0">
                <a:solidFill>
                  <a:srgbClr val="FFFFFF"/>
                </a:solidFill>
                <a:latin typeface="PingFang SC"/>
                <a:ea typeface="PingFang SC"/>
                <a:cs typeface="PingFang SC"/>
              </a:defRPr>
            </a:lvl6pPr>
            <a:lvl7pPr>
              <a:defRPr sz="2175" b="0">
                <a:solidFill>
                  <a:srgbClr val="FFFFFF"/>
                </a:solidFill>
                <a:latin typeface="PingFang SC"/>
                <a:ea typeface="PingFang SC"/>
                <a:cs typeface="PingFang SC"/>
              </a:defRPr>
            </a:lvl7pPr>
            <a:lvl8pPr>
              <a:defRPr sz="2175" b="0">
                <a:solidFill>
                  <a:srgbClr val="FFFFFF"/>
                </a:solidFill>
                <a:latin typeface="PingFang SC"/>
                <a:ea typeface="PingFang SC"/>
                <a:cs typeface="PingFang SC"/>
              </a:defRPr>
            </a:lvl8pPr>
            <a:lvl9pPr>
              <a:defRPr sz="2175" b="0">
                <a:solidFill>
                  <a:srgbClr val="FFFFFF"/>
                </a:solidFill>
                <a:latin typeface="PingFang SC"/>
                <a:ea typeface="PingFang SC"/>
                <a:cs typeface="PingFang SC"/>
              </a:defRPr>
            </a:lvl9pPr>
          </a:lstStyle>
          <a:p xmlns:a="http://schemas.openxmlformats.org/drawingml/2006/main">
            <a:pPr>
              <a:defRPr sz="2175" b="0">
                <a:solidFill>
                  <a:srgbClr val="FFFFFF"/>
                </a:solidFill>
                <a:latin typeface="PingFang SC"/>
                <a:ea typeface="PingFang SC"/>
                <a:cs typeface="PingFang SC"/>
              </a:defRPr>
            </a:pPr>
            <a:r>
              <a:rPr sz="2175" b="0">
                <a:solidFill>
                  <a:srgbClr val="FFFFFF"/>
                </a:solidFill>
                <a:latin typeface="PingFang SC"/>
                <a:ea typeface="PingFang SC"/>
                <a:cs typeface="PingFang SC"/>
              </a:rPr>
              <a:t>What are the final values of a, b, r, and *p?</a:t>
            </a:r>
          </a:p>
        </p:txBody>
      </p:sp>
    </p:spTree>
    <p:extLst>
      <p:ext uri="{BB962C8B-B14F-4D97-AF65-F5344CB8AC3E}">
        <p14:creationId xmlns:p14="http://schemas.microsoft.com/office/powerpoint/2010/main" val="80059785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rand">
            <a:extLst xmlns:a="http://schemas.openxmlformats.org/drawingml/2006/main">
              <a:ext uri="{FF2B5EF4-FFF2-40B4-BE49-F238E27FC236}">
                <a16:creationId xmlns:a16="http://schemas.microsoft.com/office/drawing/2014/main" id="{ACBEB5E1-3457-4F69-B916-085395643D80}"/>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8C62D816-6C0F-4594-A1C6-E2038F899CCD}"/>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19 / 63</a:t>
            </a:r>
          </a:p>
        </p:txBody>
      </p:sp>
      <p:sp>
        <p:nvSpPr>
          <p:cNvPr id="3" name="heading-1">
            <a:extLst xmlns:a="http://schemas.openxmlformats.org/drawingml/2006/main">
              <a:ext uri="{FF2B5EF4-FFF2-40B4-BE49-F238E27FC236}">
                <a16:creationId xmlns:a16="http://schemas.microsoft.com/office/drawing/2014/main" id="{6CF2A550-7F39-4565-854A-1C51668047E2}"/>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Line-by-line results of the trace</a:t>
            </a:r>
          </a:p>
        </p:txBody>
      </p:sp>
      <p:sp>
        <p:nvSpPr>
          <p:cNvPr id="4" name="code-1">
            <a:extLst xmlns:a="http://schemas.openxmlformats.org/drawingml/2006/main">
              <a:ext uri="{FF2B5EF4-FFF2-40B4-BE49-F238E27FC236}">
                <a16:creationId xmlns:a16="http://schemas.microsoft.com/office/drawing/2014/main" id="{6D6DBBC9-BADF-4D7B-A272-A395B3BF7D40}"/>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operation     a    b    r    *p</a:t>
            </a:r>
          </a:p>
        </p:txBody>
      </p:sp>
      <p:sp>
        <p:nvSpPr>
          <p:cNvPr id="5" name="code-2">
            <a:extLst xmlns:a="http://schemas.openxmlformats.org/drawingml/2006/main">
              <a:ext uri="{FF2B5EF4-FFF2-40B4-BE49-F238E27FC236}">
                <a16:creationId xmlns:a16="http://schemas.microsoft.com/office/drawing/2014/main" id="{EE7E7E47-49D7-4FDB-B1A7-7E38FBDEE00F}"/>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r = 11       11   20   11    20</a:t>
            </a:r>
          </a:p>
        </p:txBody>
      </p:sp>
      <p:sp>
        <p:nvSpPr>
          <p:cNvPr id="6" name="code-3">
            <a:extLst xmlns:a="http://schemas.openxmlformats.org/drawingml/2006/main">
              <a:ext uri="{FF2B5EF4-FFF2-40B4-BE49-F238E27FC236}">
                <a16:creationId xmlns:a16="http://schemas.microsoft.com/office/drawing/2014/main" id="{32B2FB58-4142-43F7-9DA4-F5FC63E97C6F}"/>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*p = r       11   11   11    11</a:t>
            </a:r>
          </a:p>
        </p:txBody>
      </p:sp>
      <p:sp>
        <p:nvSpPr>
          <p:cNvPr id="7" name="code-4">
            <a:extLst xmlns:a="http://schemas.openxmlformats.org/drawingml/2006/main">
              <a:ext uri="{FF2B5EF4-FFF2-40B4-BE49-F238E27FC236}">
                <a16:creationId xmlns:a16="http://schemas.microsoft.com/office/drawing/2014/main" id="{D9341957-F786-4EB5-B878-B1AD7AC0ECF8}"/>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p = &amp;a       11   11   11    11</a:t>
            </a:r>
          </a:p>
        </p:txBody>
      </p:sp>
      <p:sp>
        <p:nvSpPr>
          <p:cNvPr id="8" name="cue-1">
            <a:extLst xmlns:a="http://schemas.openxmlformats.org/drawingml/2006/main">
              <a:ext uri="{FF2B5EF4-FFF2-40B4-BE49-F238E27FC236}">
                <a16:creationId xmlns:a16="http://schemas.microsoft.com/office/drawing/2014/main" id="{7B204006-6A3B-43CB-9E39-162632696C25}"/>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The final line changes the pointer target, not a or b.</a:t>
            </a:r>
          </a:p>
        </p:txBody>
      </p:sp>
    </p:spTree>
    <p:extLst>
      <p:ext uri="{BB962C8B-B14F-4D97-AF65-F5344CB8AC3E}">
        <p14:creationId xmlns:p14="http://schemas.microsoft.com/office/powerpoint/2010/main" val="1731041292"/>
      </p:ext>
    </p:extLst>
  </p:cSld>
</p:sld>
</file>

<file path=ppt/slides/slide20.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5" name="brand">
            <a:extLst xmlns:a="http://schemas.openxmlformats.org/drawingml/2006/main">
              <a:ext uri="{FF2B5EF4-FFF2-40B4-BE49-F238E27FC236}">
                <a16:creationId xmlns:a16="http://schemas.microsoft.com/office/drawing/2014/main" id="{43295CCA-931B-4F58-9DF3-665F0AC36040}"/>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BBBBBB"/>
                </a:solidFill>
                <a:latin typeface="PingFang SC"/>
                <a:ea typeface="PingFang SC"/>
                <a:cs typeface="PingFang SC"/>
              </a:defRPr>
            </a:defPPr>
            <a:lvl1pPr>
              <a:defRPr sz="1125" b="1">
                <a:solidFill>
                  <a:srgbClr val="BBBBBB"/>
                </a:solidFill>
                <a:latin typeface="PingFang SC"/>
                <a:ea typeface="PingFang SC"/>
                <a:cs typeface="PingFang SC"/>
              </a:defRPr>
            </a:lvl1pPr>
            <a:lvl2pPr>
              <a:defRPr sz="1125" b="1">
                <a:solidFill>
                  <a:srgbClr val="BBBBBB"/>
                </a:solidFill>
                <a:latin typeface="PingFang SC"/>
                <a:ea typeface="PingFang SC"/>
                <a:cs typeface="PingFang SC"/>
              </a:defRPr>
            </a:lvl2pPr>
            <a:lvl3pPr>
              <a:defRPr sz="1125" b="1">
                <a:solidFill>
                  <a:srgbClr val="BBBBBB"/>
                </a:solidFill>
                <a:latin typeface="PingFang SC"/>
                <a:ea typeface="PingFang SC"/>
                <a:cs typeface="PingFang SC"/>
              </a:defRPr>
            </a:lvl3pPr>
            <a:lvl4pPr>
              <a:defRPr sz="1125" b="1">
                <a:solidFill>
                  <a:srgbClr val="BBBBBB"/>
                </a:solidFill>
                <a:latin typeface="PingFang SC"/>
                <a:ea typeface="PingFang SC"/>
                <a:cs typeface="PingFang SC"/>
              </a:defRPr>
            </a:lvl4pPr>
            <a:lvl5pPr>
              <a:defRPr sz="1125" b="1">
                <a:solidFill>
                  <a:srgbClr val="BBBBBB"/>
                </a:solidFill>
                <a:latin typeface="PingFang SC"/>
                <a:ea typeface="PingFang SC"/>
                <a:cs typeface="PingFang SC"/>
              </a:defRPr>
            </a:lvl5pPr>
            <a:lvl6pPr>
              <a:defRPr sz="1125" b="1">
                <a:solidFill>
                  <a:srgbClr val="BBBBBB"/>
                </a:solidFill>
                <a:latin typeface="PingFang SC"/>
                <a:ea typeface="PingFang SC"/>
                <a:cs typeface="PingFang SC"/>
              </a:defRPr>
            </a:lvl6pPr>
            <a:lvl7pPr>
              <a:defRPr sz="1125" b="1">
                <a:solidFill>
                  <a:srgbClr val="BBBBBB"/>
                </a:solidFill>
                <a:latin typeface="PingFang SC"/>
                <a:ea typeface="PingFang SC"/>
                <a:cs typeface="PingFang SC"/>
              </a:defRPr>
            </a:lvl7pPr>
            <a:lvl8pPr>
              <a:defRPr sz="1125" b="1">
                <a:solidFill>
                  <a:srgbClr val="BBBBBB"/>
                </a:solidFill>
                <a:latin typeface="PingFang SC"/>
                <a:ea typeface="PingFang SC"/>
                <a:cs typeface="PingFang SC"/>
              </a:defRPr>
            </a:lvl8pPr>
            <a:lvl9pPr>
              <a:defRPr sz="1125" b="1">
                <a:solidFill>
                  <a:srgbClr val="BBBBBB"/>
                </a:solidFill>
                <a:latin typeface="PingFang SC"/>
                <a:ea typeface="PingFang SC"/>
                <a:cs typeface="PingFang SC"/>
              </a:defRPr>
            </a:lvl9pPr>
          </a:lstStyle>
          <a:p xmlns:a="http://schemas.openxmlformats.org/drawingml/2006/main">
            <a:pPr>
              <a:defRPr sz="1125" b="1">
                <a:solidFill>
                  <a:srgbClr val="BBBBBB"/>
                </a:solidFill>
                <a:latin typeface="PingFang SC"/>
                <a:ea typeface="PingFang SC"/>
                <a:cs typeface="PingFang SC"/>
              </a:defRPr>
            </a:pPr>
            <a:r>
              <a:rPr sz="1125" b="1">
                <a:solidFill>
                  <a:srgbClr val="BBBBBB"/>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2EC99BD9-A10C-4F8C-AFB0-A06D0DD39EAA}"/>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BBBBBB"/>
                </a:solidFill>
                <a:latin typeface="Menlo"/>
                <a:ea typeface="Menlo"/>
                <a:cs typeface="Menlo"/>
              </a:defRPr>
            </a:defPPr>
            <a:lvl1pPr>
              <a:defRPr sz="1200" b="0">
                <a:solidFill>
                  <a:srgbClr val="BBBBBB"/>
                </a:solidFill>
                <a:latin typeface="Menlo"/>
                <a:ea typeface="Menlo"/>
                <a:cs typeface="Menlo"/>
              </a:defRPr>
            </a:lvl1pPr>
            <a:lvl2pPr>
              <a:defRPr sz="1200" b="0">
                <a:solidFill>
                  <a:srgbClr val="BBBBBB"/>
                </a:solidFill>
                <a:latin typeface="Menlo"/>
                <a:ea typeface="Menlo"/>
                <a:cs typeface="Menlo"/>
              </a:defRPr>
            </a:lvl2pPr>
            <a:lvl3pPr>
              <a:defRPr sz="1200" b="0">
                <a:solidFill>
                  <a:srgbClr val="BBBBBB"/>
                </a:solidFill>
                <a:latin typeface="Menlo"/>
                <a:ea typeface="Menlo"/>
                <a:cs typeface="Menlo"/>
              </a:defRPr>
            </a:lvl3pPr>
            <a:lvl4pPr>
              <a:defRPr sz="1200" b="0">
                <a:solidFill>
                  <a:srgbClr val="BBBBBB"/>
                </a:solidFill>
                <a:latin typeface="Menlo"/>
                <a:ea typeface="Menlo"/>
                <a:cs typeface="Menlo"/>
              </a:defRPr>
            </a:lvl4pPr>
            <a:lvl5pPr>
              <a:defRPr sz="1200" b="0">
                <a:solidFill>
                  <a:srgbClr val="BBBBBB"/>
                </a:solidFill>
                <a:latin typeface="Menlo"/>
                <a:ea typeface="Menlo"/>
                <a:cs typeface="Menlo"/>
              </a:defRPr>
            </a:lvl5pPr>
            <a:lvl6pPr>
              <a:defRPr sz="1200" b="0">
                <a:solidFill>
                  <a:srgbClr val="BBBBBB"/>
                </a:solidFill>
                <a:latin typeface="Menlo"/>
                <a:ea typeface="Menlo"/>
                <a:cs typeface="Menlo"/>
              </a:defRPr>
            </a:lvl6pPr>
            <a:lvl7pPr>
              <a:defRPr sz="1200" b="0">
                <a:solidFill>
                  <a:srgbClr val="BBBBBB"/>
                </a:solidFill>
                <a:latin typeface="Menlo"/>
                <a:ea typeface="Menlo"/>
                <a:cs typeface="Menlo"/>
              </a:defRPr>
            </a:lvl7pPr>
            <a:lvl8pPr>
              <a:defRPr sz="1200" b="0">
                <a:solidFill>
                  <a:srgbClr val="BBBBBB"/>
                </a:solidFill>
                <a:latin typeface="Menlo"/>
                <a:ea typeface="Menlo"/>
                <a:cs typeface="Menlo"/>
              </a:defRPr>
            </a:lvl8pPr>
            <a:lvl9pPr>
              <a:defRPr sz="1200" b="0">
                <a:solidFill>
                  <a:srgbClr val="BBBBBB"/>
                </a:solidFill>
                <a:latin typeface="Menlo"/>
                <a:ea typeface="Menlo"/>
                <a:cs typeface="Menlo"/>
              </a:defRPr>
            </a:lvl9pPr>
          </a:lstStyle>
          <a:p xmlns:a="http://schemas.openxmlformats.org/drawingml/2006/main">
            <a:pPr>
              <a:defRPr sz="1200" b="0">
                <a:solidFill>
                  <a:srgbClr val="BBBBBB"/>
                </a:solidFill>
                <a:latin typeface="Menlo"/>
                <a:ea typeface="Menlo"/>
                <a:cs typeface="Menlo"/>
              </a:defRPr>
            </a:pPr>
            <a:r>
              <a:rPr sz="1200" b="0">
                <a:solidFill>
                  <a:srgbClr val="BBBBBB"/>
                </a:solidFill>
                <a:latin typeface="Menlo"/>
                <a:ea typeface="Menlo"/>
                <a:cs typeface="Menlo"/>
              </a:rPr>
              <a:t>20 / 63</a:t>
            </a:r>
          </a:p>
        </p:txBody>
      </p:sp>
      <p:sp>
        <p:nvSpPr>
          <p:cNvPr id="3" name="heading-1">
            <a:extLst xmlns:a="http://schemas.openxmlformats.org/drawingml/2006/main">
              <a:ext uri="{FF2B5EF4-FFF2-40B4-BE49-F238E27FC236}">
                <a16:creationId xmlns:a16="http://schemas.microsoft.com/office/drawing/2014/main" id="{DFC106A9-DECA-470B-8B94-4E6F60B8C4AF}"/>
              </a:ext>
            </a:extLst>
          </p:cNvPr>
          <p:cNvSpPr>
            <a:spLocks xmlns:a="http://schemas.openxmlformats.org/drawingml/2006/main" noGrp="1"/>
          </p:cNvSpPr>
          <p:nvPr/>
        </p:nvSpPr>
        <p:spPr>
          <a:xfrm xmlns:a="http://schemas.openxmlformats.org/drawingml/2006/main">
            <a:off x="762000" y="2190750"/>
            <a:ext cx="10668000" cy="9022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4800" b="1">
                <a:solidFill>
                  <a:srgbClr val="FFFFFF"/>
                </a:solidFill>
                <a:latin typeface="PingFang SC"/>
                <a:ea typeface="PingFang SC"/>
                <a:cs typeface="PingFang SC"/>
              </a:defRPr>
            </a:defPPr>
            <a:lvl1pPr>
              <a:defRPr sz="4800" b="1">
                <a:solidFill>
                  <a:srgbClr val="FFFFFF"/>
                </a:solidFill>
                <a:latin typeface="PingFang SC"/>
                <a:ea typeface="PingFang SC"/>
                <a:cs typeface="PingFang SC"/>
              </a:defRPr>
            </a:lvl1pPr>
            <a:lvl2pPr>
              <a:defRPr sz="4800" b="1">
                <a:solidFill>
                  <a:srgbClr val="FFFFFF"/>
                </a:solidFill>
                <a:latin typeface="PingFang SC"/>
                <a:ea typeface="PingFang SC"/>
                <a:cs typeface="PingFang SC"/>
              </a:defRPr>
            </a:lvl2pPr>
            <a:lvl3pPr>
              <a:defRPr sz="4800" b="1">
                <a:solidFill>
                  <a:srgbClr val="FFFFFF"/>
                </a:solidFill>
                <a:latin typeface="PingFang SC"/>
                <a:ea typeface="PingFang SC"/>
                <a:cs typeface="PingFang SC"/>
              </a:defRPr>
            </a:lvl3pPr>
            <a:lvl4pPr>
              <a:defRPr sz="4800" b="1">
                <a:solidFill>
                  <a:srgbClr val="FFFFFF"/>
                </a:solidFill>
                <a:latin typeface="PingFang SC"/>
                <a:ea typeface="PingFang SC"/>
                <a:cs typeface="PingFang SC"/>
              </a:defRPr>
            </a:lvl4pPr>
            <a:lvl5pPr>
              <a:defRPr sz="4800" b="1">
                <a:solidFill>
                  <a:srgbClr val="FFFFFF"/>
                </a:solidFill>
                <a:latin typeface="PingFang SC"/>
                <a:ea typeface="PingFang SC"/>
                <a:cs typeface="PingFang SC"/>
              </a:defRPr>
            </a:lvl5pPr>
            <a:lvl6pPr>
              <a:defRPr sz="4800" b="1">
                <a:solidFill>
                  <a:srgbClr val="FFFFFF"/>
                </a:solidFill>
                <a:latin typeface="PingFang SC"/>
                <a:ea typeface="PingFang SC"/>
                <a:cs typeface="PingFang SC"/>
              </a:defRPr>
            </a:lvl6pPr>
            <a:lvl7pPr>
              <a:defRPr sz="4800" b="1">
                <a:solidFill>
                  <a:srgbClr val="FFFFFF"/>
                </a:solidFill>
                <a:latin typeface="PingFang SC"/>
                <a:ea typeface="PingFang SC"/>
                <a:cs typeface="PingFang SC"/>
              </a:defRPr>
            </a:lvl7pPr>
            <a:lvl8pPr>
              <a:defRPr sz="4800" b="1">
                <a:solidFill>
                  <a:srgbClr val="FFFFFF"/>
                </a:solidFill>
                <a:latin typeface="PingFang SC"/>
                <a:ea typeface="PingFang SC"/>
                <a:cs typeface="PingFang SC"/>
              </a:defRPr>
            </a:lvl8pPr>
            <a:lvl9pPr>
              <a:defRPr sz="4800" b="1">
                <a:solidFill>
                  <a:srgbClr val="FFFFFF"/>
                </a:solidFill>
                <a:latin typeface="PingFang SC"/>
                <a:ea typeface="PingFang SC"/>
                <a:cs typeface="PingFang SC"/>
              </a:defRPr>
            </a:lvl9pPr>
          </a:lstStyle>
          <a:p xmlns:a="http://schemas.openxmlformats.org/drawingml/2006/main">
            <a:pPr>
              <a:defRPr sz="4800" b="1">
                <a:solidFill>
                  <a:srgbClr val="FFFFFF"/>
                </a:solidFill>
                <a:latin typeface="PingFang SC"/>
                <a:ea typeface="PingFang SC"/>
                <a:cs typeface="PingFang SC"/>
              </a:defRPr>
            </a:pPr>
            <a:r>
              <a:rPr sz="4800" b="1">
                <a:solidFill>
                  <a:srgbClr val="FFFFFF"/>
                </a:solidFill>
                <a:latin typeface="PingFang SC"/>
                <a:ea typeface="PingFang SC"/>
                <a:cs typeface="PingFang SC"/>
              </a:rPr>
              <a:t>The swap experiment</a:t>
            </a:r>
          </a:p>
        </p:txBody>
      </p:sp>
      <p:sp>
        <p:nvSpPr>
          <p:cNvPr id="4" name="body-1">
            <a:extLst xmlns:a="http://schemas.openxmlformats.org/drawingml/2006/main">
              <a:ext uri="{FF2B5EF4-FFF2-40B4-BE49-F238E27FC236}">
                <a16:creationId xmlns:a16="http://schemas.microsoft.com/office/drawing/2014/main" id="{A5991D25-4FE6-40EC-A9BA-EC89D14B9B78}"/>
              </a:ext>
            </a:extLst>
          </p:cNvPr>
          <p:cNvSpPr>
            <a:spLocks xmlns:a="http://schemas.openxmlformats.org/drawingml/2006/main" noGrp="1"/>
          </p:cNvSpPr>
          <p:nvPr/>
        </p:nvSpPr>
        <p:spPr>
          <a:xfrm xmlns:a="http://schemas.openxmlformats.org/drawingml/2006/main">
            <a:off x="800100" y="4953000"/>
            <a:ext cx="104775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DDDDDD"/>
                </a:solidFill>
                <a:latin typeface="PingFang SC"/>
                <a:ea typeface="PingFang SC"/>
                <a:cs typeface="PingFang SC"/>
              </a:defRPr>
            </a:defPPr>
            <a:lvl1pPr>
              <a:defRPr sz="2250" b="0">
                <a:solidFill>
                  <a:srgbClr val="DDDDDD"/>
                </a:solidFill>
                <a:latin typeface="PingFang SC"/>
                <a:ea typeface="PingFang SC"/>
                <a:cs typeface="PingFang SC"/>
              </a:defRPr>
            </a:lvl1pPr>
            <a:lvl2pPr>
              <a:defRPr sz="2250" b="0">
                <a:solidFill>
                  <a:srgbClr val="DDDDDD"/>
                </a:solidFill>
                <a:latin typeface="PingFang SC"/>
                <a:ea typeface="PingFang SC"/>
                <a:cs typeface="PingFang SC"/>
              </a:defRPr>
            </a:lvl2pPr>
            <a:lvl3pPr>
              <a:defRPr sz="2250" b="0">
                <a:solidFill>
                  <a:srgbClr val="DDDDDD"/>
                </a:solidFill>
                <a:latin typeface="PingFang SC"/>
                <a:ea typeface="PingFang SC"/>
                <a:cs typeface="PingFang SC"/>
              </a:defRPr>
            </a:lvl3pPr>
            <a:lvl4pPr>
              <a:defRPr sz="2250" b="0">
                <a:solidFill>
                  <a:srgbClr val="DDDDDD"/>
                </a:solidFill>
                <a:latin typeface="PingFang SC"/>
                <a:ea typeface="PingFang SC"/>
                <a:cs typeface="PingFang SC"/>
              </a:defRPr>
            </a:lvl4pPr>
            <a:lvl5pPr>
              <a:defRPr sz="2250" b="0">
                <a:solidFill>
                  <a:srgbClr val="DDDDDD"/>
                </a:solidFill>
                <a:latin typeface="PingFang SC"/>
                <a:ea typeface="PingFang SC"/>
                <a:cs typeface="PingFang SC"/>
              </a:defRPr>
            </a:lvl5pPr>
            <a:lvl6pPr>
              <a:defRPr sz="2250" b="0">
                <a:solidFill>
                  <a:srgbClr val="DDDDDD"/>
                </a:solidFill>
                <a:latin typeface="PingFang SC"/>
                <a:ea typeface="PingFang SC"/>
                <a:cs typeface="PingFang SC"/>
              </a:defRPr>
            </a:lvl6pPr>
            <a:lvl7pPr>
              <a:defRPr sz="2250" b="0">
                <a:solidFill>
                  <a:srgbClr val="DDDDDD"/>
                </a:solidFill>
                <a:latin typeface="PingFang SC"/>
                <a:ea typeface="PingFang SC"/>
                <a:cs typeface="PingFang SC"/>
              </a:defRPr>
            </a:lvl7pPr>
            <a:lvl8pPr>
              <a:defRPr sz="2250" b="0">
                <a:solidFill>
                  <a:srgbClr val="DDDDDD"/>
                </a:solidFill>
                <a:latin typeface="PingFang SC"/>
                <a:ea typeface="PingFang SC"/>
                <a:cs typeface="PingFang SC"/>
              </a:defRPr>
            </a:lvl8pPr>
            <a:lvl9pPr>
              <a:defRPr sz="2250" b="0">
                <a:solidFill>
                  <a:srgbClr val="DDDDDD"/>
                </a:solidFill>
                <a:latin typeface="PingFang SC"/>
                <a:ea typeface="PingFang SC"/>
                <a:cs typeface="PingFang SC"/>
              </a:defRPr>
            </a:lvl9pPr>
          </a:lstStyle>
          <a:p xmlns:a="http://schemas.openxmlformats.org/drawingml/2006/main">
            <a:pPr>
              <a:defRPr sz="2250" b="0">
                <a:solidFill>
                  <a:srgbClr val="DDDDDD"/>
                </a:solidFill>
                <a:latin typeface="PingFang SC"/>
                <a:ea typeface="PingFang SC"/>
                <a:cs typeface="PingFang SC"/>
              </a:defRPr>
            </a:pPr>
            <a:r>
              <a:rPr sz="2250" b="0">
                <a:solidFill>
                  <a:srgbClr val="DDDDDD"/>
                </a:solidFill>
                <a:latin typeface="PingFang SC"/>
                <a:ea typeface="PingFang SC"/>
                <a:cs typeface="PingFang SC"/>
              </a:rPr>
              <a:t>Parameter types determine which data a function can access</a:t>
            </a:r>
          </a:p>
        </p:txBody>
      </p:sp>
    </p:spTree>
    <p:extLst>
      <p:ext uri="{BB962C8B-B14F-4D97-AF65-F5344CB8AC3E}">
        <p14:creationId xmlns:p14="http://schemas.microsoft.com/office/powerpoint/2010/main" val="121414528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rand">
            <a:extLst xmlns:a="http://schemas.openxmlformats.org/drawingml/2006/main">
              <a:ext uri="{FF2B5EF4-FFF2-40B4-BE49-F238E27FC236}">
                <a16:creationId xmlns:a16="http://schemas.microsoft.com/office/drawing/2014/main" id="{EF810B3E-B405-4CE9-BB2E-57516664A966}"/>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9CFA7462-EDC4-403A-A461-1AEDFF6828BE}"/>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21 / 63</a:t>
            </a:r>
          </a:p>
        </p:txBody>
      </p:sp>
      <p:sp>
        <p:nvSpPr>
          <p:cNvPr id="3" name="heading-1">
            <a:extLst xmlns:a="http://schemas.openxmlformats.org/drawingml/2006/main">
              <a:ext uri="{FF2B5EF4-FFF2-40B4-BE49-F238E27FC236}">
                <a16:creationId xmlns:a16="http://schemas.microsoft.com/office/drawing/2014/main" id="{4AEF70BB-596B-4AAE-BD5E-72C5F500ADD7}"/>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swap1 exchanges local copies</a:t>
            </a:r>
          </a:p>
        </p:txBody>
      </p:sp>
      <p:sp>
        <p:nvSpPr>
          <p:cNvPr id="4" name="code-1">
            <a:extLst xmlns:a="http://schemas.openxmlformats.org/drawingml/2006/main">
              <a:ext uri="{FF2B5EF4-FFF2-40B4-BE49-F238E27FC236}">
                <a16:creationId xmlns:a16="http://schemas.microsoft.com/office/drawing/2014/main" id="{87CB0CF3-2CC4-4D2A-9BBC-EE2CDF21AC9A}"/>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void</a:t>
            </a:r>
            <a:r>
              <a:rPr sz="2250">
                <a:solidFill>
                  <a:srgbClr val="222222"/>
                </a:solidFill>
                <a:latin typeface="Menlo"/>
                <a:ea typeface="Menlo"/>
                <a:cs typeface="Menlo"/>
              </a:rPr>
              <a:t> </a:t>
            </a:r>
            <a:r>
              <a:rPr sz="2250">
                <a:solidFill>
                  <a:srgbClr val="6F42C1"/>
                </a:solidFill>
                <a:latin typeface="Menlo"/>
                <a:ea typeface="Menlo"/>
                <a:cs typeface="Menlo"/>
              </a:rPr>
              <a:t>swap1</a:t>
            </a:r>
            <a:r>
              <a:rPr sz="2250">
                <a:solidFill>
                  <a:srgbClr val="222222"/>
                </a:solidFill>
                <a:latin typeface="Menlo"/>
                <a:ea typeface="Menlo"/>
                <a:cs typeface="Menlo"/>
              </a:rPr>
              <a:t>(</a:t>
            </a:r>
            <a:r>
              <a:rPr sz="2250">
                <a:solidFill>
                  <a:srgbClr val="6F42C1"/>
                </a:solidFill>
                <a:latin typeface="Menlo"/>
                <a:ea typeface="Menlo"/>
                <a:cs typeface="Menlo"/>
              </a:rPr>
              <a:t>int</a:t>
            </a:r>
            <a:r>
              <a:rPr sz="2250">
                <a:solidFill>
                  <a:srgbClr val="222222"/>
                </a:solidFill>
                <a:latin typeface="Menlo"/>
                <a:ea typeface="Menlo"/>
                <a:cs typeface="Menlo"/>
              </a:rPr>
              <a:t> a, </a:t>
            </a:r>
            <a:r>
              <a:rPr sz="2250">
                <a:solidFill>
                  <a:srgbClr val="6F42C1"/>
                </a:solidFill>
                <a:latin typeface="Menlo"/>
                <a:ea typeface="Menlo"/>
                <a:cs typeface="Menlo"/>
              </a:rPr>
              <a:t>int</a:t>
            </a:r>
            <a:r>
              <a:rPr sz="2250">
                <a:solidFill>
                  <a:srgbClr val="222222"/>
                </a:solidFill>
                <a:latin typeface="Menlo"/>
                <a:ea typeface="Menlo"/>
                <a:cs typeface="Menlo"/>
              </a:rPr>
              <a:t> b)</a:t>
            </a:r>
            <a:r>
              <a:rPr sz="2250">
                <a:solidFill>
                  <a:srgbClr val="222222"/>
                </a:solidFill>
                <a:latin typeface="Menlo"/>
                <a:ea typeface="Menlo"/>
                <a:cs typeface="Menlo"/>
              </a:rPr>
              <a:t> </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97F7ED42-B8C7-4765-B140-3A6092780384}"/>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6F42C1"/>
                </a:solidFill>
                <a:latin typeface="Menlo"/>
                <a:ea typeface="Menlo"/>
                <a:cs typeface="Menlo"/>
              </a:rPr>
              <a:t>int</a:t>
            </a:r>
            <a:r>
              <a:rPr sz="2250">
                <a:solidFill>
                  <a:srgbClr val="222222"/>
                </a:solidFill>
                <a:latin typeface="Menlo"/>
                <a:ea typeface="Menlo"/>
                <a:cs typeface="Menlo"/>
              </a:rPr>
              <a:t> temp </a:t>
            </a:r>
            <a:r>
              <a:rPr sz="2250">
                <a:solidFill>
                  <a:srgbClr val="222222"/>
                </a:solidFill>
                <a:latin typeface="Menlo"/>
                <a:ea typeface="Menlo"/>
                <a:cs typeface="Menlo"/>
              </a:rPr>
              <a:t>= a;</a:t>
            </a:r>
          </a:p>
        </p:txBody>
      </p:sp>
      <p:sp>
        <p:nvSpPr>
          <p:cNvPr id="6" name="code-3">
            <a:extLst xmlns:a="http://schemas.openxmlformats.org/drawingml/2006/main">
              <a:ext uri="{FF2B5EF4-FFF2-40B4-BE49-F238E27FC236}">
                <a16:creationId xmlns:a16="http://schemas.microsoft.com/office/drawing/2014/main" id="{4AC2B54A-F198-4541-BCBA-83153E565829}"/>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 </a:t>
            </a:r>
            <a:r>
              <a:rPr sz="2250">
                <a:solidFill>
                  <a:srgbClr val="222222"/>
                </a:solidFill>
                <a:latin typeface="Menlo"/>
                <a:ea typeface="Menlo"/>
                <a:cs typeface="Menlo"/>
              </a:rPr>
              <a:t>= b;</a:t>
            </a:r>
          </a:p>
        </p:txBody>
      </p:sp>
      <p:sp>
        <p:nvSpPr>
          <p:cNvPr id="7" name="code-4">
            <a:extLst xmlns:a="http://schemas.openxmlformats.org/drawingml/2006/main">
              <a:ext uri="{FF2B5EF4-FFF2-40B4-BE49-F238E27FC236}">
                <a16:creationId xmlns:a16="http://schemas.microsoft.com/office/drawing/2014/main" id="{244FF0A2-A7DB-4E3A-A018-DCB8FAB04EA6}"/>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b </a:t>
            </a:r>
            <a:r>
              <a:rPr sz="2250">
                <a:solidFill>
                  <a:srgbClr val="222222"/>
                </a:solidFill>
                <a:latin typeface="Menlo"/>
                <a:ea typeface="Menlo"/>
                <a:cs typeface="Menlo"/>
              </a:rPr>
              <a:t>= temp;</a:t>
            </a:r>
          </a:p>
        </p:txBody>
      </p:sp>
      <p:sp>
        <p:nvSpPr>
          <p:cNvPr id="8" name="code-5">
            <a:extLst xmlns:a="http://schemas.openxmlformats.org/drawingml/2006/main">
              <a:ext uri="{FF2B5EF4-FFF2-40B4-BE49-F238E27FC236}">
                <a16:creationId xmlns:a16="http://schemas.microsoft.com/office/drawing/2014/main" id="{63F61859-37F5-4E5E-86C8-A922573D0047}"/>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9" name="code-6">
            <a:extLst xmlns:a="http://schemas.openxmlformats.org/drawingml/2006/main">
              <a:ext uri="{FF2B5EF4-FFF2-40B4-BE49-F238E27FC236}">
                <a16:creationId xmlns:a16="http://schemas.microsoft.com/office/drawing/2014/main" id="{0382AFA3-6864-44A0-B089-FB6E0CCB82A2}"/>
              </a:ext>
            </a:extLst>
          </p:cNvPr>
          <p:cNvSpPr>
            <a:spLocks xmlns:a="http://schemas.openxmlformats.org/drawingml/2006/main" noGrp="1"/>
          </p:cNvSpPr>
          <p:nvPr/>
        </p:nvSpPr>
        <p:spPr>
          <a:xfrm xmlns:a="http://schemas.openxmlformats.org/drawingml/2006/main">
            <a:off x="800100" y="36861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r>
              <a:t/>
            </a:r>
          </a:p>
        </p:txBody>
      </p:sp>
      <p:sp>
        <p:nvSpPr>
          <p:cNvPr id="10" name="code-7">
            <a:extLst xmlns:a="http://schemas.openxmlformats.org/drawingml/2006/main">
              <a:ext uri="{FF2B5EF4-FFF2-40B4-BE49-F238E27FC236}">
                <a16:creationId xmlns:a16="http://schemas.microsoft.com/office/drawing/2014/main" id="{5418E4E6-BE3E-4649-BB4E-2BB6F4E1D934}"/>
              </a:ext>
            </a:extLst>
          </p:cNvPr>
          <p:cNvSpPr>
            <a:spLocks xmlns:a="http://schemas.openxmlformats.org/drawingml/2006/main" noGrp="1"/>
          </p:cNvSpPr>
          <p:nvPr/>
        </p:nvSpPr>
        <p:spPr>
          <a:xfrm xmlns:a="http://schemas.openxmlformats.org/drawingml/2006/main">
            <a:off x="800100" y="40576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swap1</a:t>
            </a:r>
            <a:r>
              <a:rPr sz="2250">
                <a:solidFill>
                  <a:srgbClr val="222222"/>
                </a:solidFill>
                <a:latin typeface="Menlo"/>
                <a:ea typeface="Menlo"/>
                <a:cs typeface="Menlo"/>
              </a:rPr>
              <a:t>(x, y)</a:t>
            </a:r>
            <a:r>
              <a:rPr sz="2250">
                <a:solidFill>
                  <a:srgbClr val="222222"/>
                </a:solidFill>
                <a:latin typeface="Menlo"/>
                <a:ea typeface="Menlo"/>
                <a:cs typeface="Menlo"/>
              </a:rPr>
              <a:t>;</a:t>
            </a:r>
          </a:p>
        </p:txBody>
      </p:sp>
      <p:sp>
        <p:nvSpPr>
          <p:cNvPr id="11" name="cue-1">
            <a:extLst xmlns:a="http://schemas.openxmlformats.org/drawingml/2006/main">
              <a:ext uri="{FF2B5EF4-FFF2-40B4-BE49-F238E27FC236}">
                <a16:creationId xmlns:a16="http://schemas.microsoft.com/office/drawing/2014/main" id="{80F05C27-7B7F-4833-9E05-2C525B175EEF}"/>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r>
              <a:t/>
            </a:r>
          </a:p>
        </p:txBody>
      </p:sp>
    </p:spTree>
    <p:extLst>
      <p:ext uri="{BB962C8B-B14F-4D97-AF65-F5344CB8AC3E}">
        <p14:creationId xmlns:p14="http://schemas.microsoft.com/office/powerpoint/2010/main" val="180483111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brand">
            <a:extLst xmlns:a="http://schemas.openxmlformats.org/drawingml/2006/main">
              <a:ext uri="{FF2B5EF4-FFF2-40B4-BE49-F238E27FC236}">
                <a16:creationId xmlns:a16="http://schemas.microsoft.com/office/drawing/2014/main" id="{7C58EC9C-F51D-4872-B15A-D7243556BD93}"/>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BD083140-9DC8-41B8-B1C4-6DF439762BB5}"/>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22 / 63</a:t>
            </a:r>
          </a:p>
        </p:txBody>
      </p:sp>
      <p:sp>
        <p:nvSpPr>
          <p:cNvPr id="3" name="heading-1">
            <a:extLst xmlns:a="http://schemas.openxmlformats.org/drawingml/2006/main">
              <a:ext uri="{FF2B5EF4-FFF2-40B4-BE49-F238E27FC236}">
                <a16:creationId xmlns:a16="http://schemas.microsoft.com/office/drawing/2014/main" id="{B0586B3F-DD8D-4CC0-8E18-5B6C10BE7D5E}"/>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The state trace of swap1</a:t>
            </a:r>
          </a:p>
        </p:txBody>
      </p:sp>
      <p:sp>
        <p:nvSpPr>
          <p:cNvPr id="4" name="code-1">
            <a:extLst xmlns:a="http://schemas.openxmlformats.org/drawingml/2006/main">
              <a:ext uri="{FF2B5EF4-FFF2-40B4-BE49-F238E27FC236}">
                <a16:creationId xmlns:a16="http://schemas.microsoft.com/office/drawing/2014/main" id="{951DEA36-F649-4AAB-8EEF-5D1051B991B6}"/>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step        x    y    a    b    temp</a:t>
            </a:r>
          </a:p>
        </p:txBody>
      </p:sp>
      <p:sp>
        <p:nvSpPr>
          <p:cNvPr id="5" name="code-2">
            <a:extLst xmlns:a="http://schemas.openxmlformats.org/drawingml/2006/main">
              <a:ext uri="{FF2B5EF4-FFF2-40B4-BE49-F238E27FC236}">
                <a16:creationId xmlns:a16="http://schemas.microsoft.com/office/drawing/2014/main" id="{BDDB373B-6234-4C03-AB85-10C642D2594C}"/>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call       10   20   10   20      -</a:t>
            </a:r>
          </a:p>
        </p:txBody>
      </p:sp>
      <p:sp>
        <p:nvSpPr>
          <p:cNvPr id="6" name="code-3">
            <a:extLst xmlns:a="http://schemas.openxmlformats.org/drawingml/2006/main">
              <a:ext uri="{FF2B5EF4-FFF2-40B4-BE49-F238E27FC236}">
                <a16:creationId xmlns:a16="http://schemas.microsoft.com/office/drawing/2014/main" id="{26F8762A-1843-48F6-B268-1C43DECD134D}"/>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temp=a     10   20   10   20     10</a:t>
            </a:r>
          </a:p>
        </p:txBody>
      </p:sp>
      <p:sp>
        <p:nvSpPr>
          <p:cNvPr id="7" name="code-4">
            <a:extLst xmlns:a="http://schemas.openxmlformats.org/drawingml/2006/main">
              <a:ext uri="{FF2B5EF4-FFF2-40B4-BE49-F238E27FC236}">
                <a16:creationId xmlns:a16="http://schemas.microsoft.com/office/drawing/2014/main" id="{2E740F45-EBF0-41BE-A0CB-A56D3A9B60B0}"/>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a=b        10   20   20   20     10</a:t>
            </a:r>
          </a:p>
        </p:txBody>
      </p:sp>
      <p:sp>
        <p:nvSpPr>
          <p:cNvPr id="8" name="code-5">
            <a:extLst xmlns:a="http://schemas.openxmlformats.org/drawingml/2006/main">
              <a:ext uri="{FF2B5EF4-FFF2-40B4-BE49-F238E27FC236}">
                <a16:creationId xmlns:a16="http://schemas.microsoft.com/office/drawing/2014/main" id="{2636D46D-24C3-436F-A5E1-8C39E54567E2}"/>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b=temp     10   20   20   10     10</a:t>
            </a:r>
          </a:p>
        </p:txBody>
      </p:sp>
      <p:sp>
        <p:nvSpPr>
          <p:cNvPr id="9" name="cue-1">
            <a:extLst xmlns:a="http://schemas.openxmlformats.org/drawingml/2006/main">
              <a:ext uri="{FF2B5EF4-FFF2-40B4-BE49-F238E27FC236}">
                <a16:creationId xmlns:a16="http://schemas.microsoft.com/office/drawing/2014/main" id="{7A64053F-7BDA-4562-A4F4-7FC17B16DC42}"/>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No step writes to x or y.</a:t>
            </a:r>
          </a:p>
        </p:txBody>
      </p:sp>
    </p:spTree>
    <p:extLst>
      <p:ext uri="{BB962C8B-B14F-4D97-AF65-F5344CB8AC3E}">
        <p14:creationId xmlns:p14="http://schemas.microsoft.com/office/powerpoint/2010/main" val="53666879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rand">
            <a:extLst xmlns:a="http://schemas.openxmlformats.org/drawingml/2006/main">
              <a:ext uri="{FF2B5EF4-FFF2-40B4-BE49-F238E27FC236}">
                <a16:creationId xmlns:a16="http://schemas.microsoft.com/office/drawing/2014/main" id="{C3041A49-7C86-4B8E-B345-110C6E52366E}"/>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D9394FA6-EF9B-4BB2-9257-FFC9EAC2577F}"/>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23 / 63</a:t>
            </a:r>
          </a:p>
        </p:txBody>
      </p:sp>
      <p:sp>
        <p:nvSpPr>
          <p:cNvPr id="3" name="heading-1">
            <a:extLst xmlns:a="http://schemas.openxmlformats.org/drawingml/2006/main">
              <a:ext uri="{FF2B5EF4-FFF2-40B4-BE49-F238E27FC236}">
                <a16:creationId xmlns:a16="http://schemas.microsoft.com/office/drawing/2014/main" id="{6772C752-919B-41D5-88FB-3F0F0EFE1F13}"/>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swap2 writes through addresses</a:t>
            </a:r>
          </a:p>
        </p:txBody>
      </p:sp>
      <p:sp>
        <p:nvSpPr>
          <p:cNvPr id="4" name="code-1">
            <a:extLst xmlns:a="http://schemas.openxmlformats.org/drawingml/2006/main">
              <a:ext uri="{FF2B5EF4-FFF2-40B4-BE49-F238E27FC236}">
                <a16:creationId xmlns:a16="http://schemas.microsoft.com/office/drawing/2014/main" id="{D56A6044-375A-4011-828D-26CF35481501}"/>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void</a:t>
            </a:r>
            <a:r>
              <a:rPr sz="2250">
                <a:solidFill>
                  <a:srgbClr val="222222"/>
                </a:solidFill>
                <a:latin typeface="Menlo"/>
                <a:ea typeface="Menlo"/>
                <a:cs typeface="Menlo"/>
              </a:rPr>
              <a:t> </a:t>
            </a:r>
            <a:r>
              <a:rPr sz="2250">
                <a:solidFill>
                  <a:srgbClr val="6F42C1"/>
                </a:solidFill>
                <a:latin typeface="Menlo"/>
                <a:ea typeface="Menlo"/>
                <a:cs typeface="Menlo"/>
              </a:rPr>
              <a:t>swap2</a:t>
            </a:r>
            <a:r>
              <a:rPr sz="2250">
                <a:solidFill>
                  <a:srgbClr val="222222"/>
                </a:solidFill>
                <a:latin typeface="Menlo"/>
                <a:ea typeface="Menlo"/>
                <a:cs typeface="Menlo"/>
              </a:rPr>
              <a:t>(</a:t>
            </a:r>
            <a:r>
              <a:rPr sz="2250">
                <a:solidFill>
                  <a:srgbClr val="6F42C1"/>
                </a:solidFill>
                <a:latin typeface="Menlo"/>
                <a:ea typeface="Menlo"/>
                <a:cs typeface="Menlo"/>
              </a:rPr>
              <a:t>int</a:t>
            </a:r>
            <a:r>
              <a:rPr sz="2250">
                <a:solidFill>
                  <a:srgbClr val="222222"/>
                </a:solidFill>
                <a:latin typeface="Menlo"/>
                <a:ea typeface="Menlo"/>
                <a:cs typeface="Menlo"/>
              </a:rPr>
              <a:t>* a, </a:t>
            </a:r>
            <a:r>
              <a:rPr sz="2250">
                <a:solidFill>
                  <a:srgbClr val="6F42C1"/>
                </a:solidFill>
                <a:latin typeface="Menlo"/>
                <a:ea typeface="Menlo"/>
                <a:cs typeface="Menlo"/>
              </a:rPr>
              <a:t>int</a:t>
            </a:r>
            <a:r>
              <a:rPr sz="2250">
                <a:solidFill>
                  <a:srgbClr val="222222"/>
                </a:solidFill>
                <a:latin typeface="Menlo"/>
                <a:ea typeface="Menlo"/>
                <a:cs typeface="Menlo"/>
              </a:rPr>
              <a:t>* b)</a:t>
            </a:r>
            <a:r>
              <a:rPr sz="2250">
                <a:solidFill>
                  <a:srgbClr val="222222"/>
                </a:solidFill>
                <a:latin typeface="Menlo"/>
                <a:ea typeface="Menlo"/>
                <a:cs typeface="Menlo"/>
              </a:rPr>
              <a:t> </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FD87F46D-A104-4395-A9CB-2F85C6588F72}"/>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6F42C1"/>
                </a:solidFill>
                <a:latin typeface="Menlo"/>
                <a:ea typeface="Menlo"/>
                <a:cs typeface="Menlo"/>
              </a:rPr>
              <a:t>int</a:t>
            </a:r>
            <a:r>
              <a:rPr sz="2250">
                <a:solidFill>
                  <a:srgbClr val="222222"/>
                </a:solidFill>
                <a:latin typeface="Menlo"/>
                <a:ea typeface="Menlo"/>
                <a:cs typeface="Menlo"/>
              </a:rPr>
              <a:t> temp </a:t>
            </a:r>
            <a:r>
              <a:rPr sz="2250">
                <a:solidFill>
                  <a:srgbClr val="222222"/>
                </a:solidFill>
                <a:latin typeface="Menlo"/>
                <a:ea typeface="Menlo"/>
                <a:cs typeface="Menlo"/>
              </a:rPr>
              <a:t>= *a;</a:t>
            </a:r>
          </a:p>
        </p:txBody>
      </p:sp>
      <p:sp>
        <p:nvSpPr>
          <p:cNvPr id="6" name="code-3">
            <a:extLst xmlns:a="http://schemas.openxmlformats.org/drawingml/2006/main">
              <a:ext uri="{FF2B5EF4-FFF2-40B4-BE49-F238E27FC236}">
                <a16:creationId xmlns:a16="http://schemas.microsoft.com/office/drawing/2014/main" id="{3FFA2FB7-A28F-4A07-BF3A-4A506B116F65}"/>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 </a:t>
            </a:r>
            <a:r>
              <a:rPr sz="2250">
                <a:solidFill>
                  <a:srgbClr val="222222"/>
                </a:solidFill>
                <a:latin typeface="Menlo"/>
                <a:ea typeface="Menlo"/>
                <a:cs typeface="Menlo"/>
              </a:rPr>
              <a:t>= *b;</a:t>
            </a:r>
          </a:p>
        </p:txBody>
      </p:sp>
      <p:sp>
        <p:nvSpPr>
          <p:cNvPr id="7" name="code-4">
            <a:extLst xmlns:a="http://schemas.openxmlformats.org/drawingml/2006/main">
              <a:ext uri="{FF2B5EF4-FFF2-40B4-BE49-F238E27FC236}">
                <a16:creationId xmlns:a16="http://schemas.microsoft.com/office/drawing/2014/main" id="{3D3BF867-2CB0-4B55-BAE1-0B251E90CCDE}"/>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*b </a:t>
            </a:r>
            <a:r>
              <a:rPr sz="2250">
                <a:solidFill>
                  <a:srgbClr val="222222"/>
                </a:solidFill>
                <a:latin typeface="Menlo"/>
                <a:ea typeface="Menlo"/>
                <a:cs typeface="Menlo"/>
              </a:rPr>
              <a:t>= temp;</a:t>
            </a:r>
          </a:p>
        </p:txBody>
      </p:sp>
      <p:sp>
        <p:nvSpPr>
          <p:cNvPr id="8" name="code-5">
            <a:extLst xmlns:a="http://schemas.openxmlformats.org/drawingml/2006/main">
              <a:ext uri="{FF2B5EF4-FFF2-40B4-BE49-F238E27FC236}">
                <a16:creationId xmlns:a16="http://schemas.microsoft.com/office/drawing/2014/main" id="{28ECF313-D0A1-43EA-A366-A6FF08BF7A9D}"/>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9" name="code-6">
            <a:extLst xmlns:a="http://schemas.openxmlformats.org/drawingml/2006/main">
              <a:ext uri="{FF2B5EF4-FFF2-40B4-BE49-F238E27FC236}">
                <a16:creationId xmlns:a16="http://schemas.microsoft.com/office/drawing/2014/main" id="{021A5200-E435-4804-B9C3-EB444F72B07B}"/>
              </a:ext>
            </a:extLst>
          </p:cNvPr>
          <p:cNvSpPr>
            <a:spLocks xmlns:a="http://schemas.openxmlformats.org/drawingml/2006/main" noGrp="1"/>
          </p:cNvSpPr>
          <p:nvPr/>
        </p:nvSpPr>
        <p:spPr>
          <a:xfrm xmlns:a="http://schemas.openxmlformats.org/drawingml/2006/main">
            <a:off x="800100" y="36861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r>
              <a:t/>
            </a:r>
          </a:p>
        </p:txBody>
      </p:sp>
      <p:sp>
        <p:nvSpPr>
          <p:cNvPr id="10" name="code-7">
            <a:extLst xmlns:a="http://schemas.openxmlformats.org/drawingml/2006/main">
              <a:ext uri="{FF2B5EF4-FFF2-40B4-BE49-F238E27FC236}">
                <a16:creationId xmlns:a16="http://schemas.microsoft.com/office/drawing/2014/main" id="{34F31D98-B46B-41FD-85CA-87E489BA2EFA}"/>
              </a:ext>
            </a:extLst>
          </p:cNvPr>
          <p:cNvSpPr>
            <a:spLocks xmlns:a="http://schemas.openxmlformats.org/drawingml/2006/main" noGrp="1"/>
          </p:cNvSpPr>
          <p:nvPr/>
        </p:nvSpPr>
        <p:spPr>
          <a:xfrm xmlns:a="http://schemas.openxmlformats.org/drawingml/2006/main">
            <a:off x="800100" y="40576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swap2</a:t>
            </a:r>
            <a:r>
              <a:rPr sz="2250">
                <a:solidFill>
                  <a:srgbClr val="222222"/>
                </a:solidFill>
                <a:latin typeface="Menlo"/>
                <a:ea typeface="Menlo"/>
                <a:cs typeface="Menlo"/>
              </a:rPr>
              <a:t>(&amp;x, &amp;y)</a:t>
            </a:r>
            <a:r>
              <a:rPr sz="2250">
                <a:solidFill>
                  <a:srgbClr val="222222"/>
                </a:solidFill>
                <a:latin typeface="Menlo"/>
                <a:ea typeface="Menlo"/>
                <a:cs typeface="Menlo"/>
              </a:rPr>
              <a:t>;</a:t>
            </a:r>
          </a:p>
        </p:txBody>
      </p:sp>
      <p:sp>
        <p:nvSpPr>
          <p:cNvPr id="11" name="cue-1">
            <a:extLst xmlns:a="http://schemas.openxmlformats.org/drawingml/2006/main">
              <a:ext uri="{FF2B5EF4-FFF2-40B4-BE49-F238E27FC236}">
                <a16:creationId xmlns:a16="http://schemas.microsoft.com/office/drawing/2014/main" id="{C4597CEA-19FF-494A-8D67-8B91B1A1B082}"/>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Parameters copy addresses. *a and *b access the originals.</a:t>
            </a:r>
          </a:p>
        </p:txBody>
      </p:sp>
    </p:spTree>
    <p:extLst>
      <p:ext uri="{BB962C8B-B14F-4D97-AF65-F5344CB8AC3E}">
        <p14:creationId xmlns:p14="http://schemas.microsoft.com/office/powerpoint/2010/main" val="47766753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brand">
            <a:extLst xmlns:a="http://schemas.openxmlformats.org/drawingml/2006/main">
              <a:ext uri="{FF2B5EF4-FFF2-40B4-BE49-F238E27FC236}">
                <a16:creationId xmlns:a16="http://schemas.microsoft.com/office/drawing/2014/main" id="{19174F24-F4CE-454F-8EB3-FDD67561BC0E}"/>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31CC0BE1-AA64-4DA1-91B5-5B00B1B3C9B2}"/>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24 / 63</a:t>
            </a:r>
          </a:p>
        </p:txBody>
      </p:sp>
      <p:sp>
        <p:nvSpPr>
          <p:cNvPr id="3" name="heading-1">
            <a:extLst xmlns:a="http://schemas.openxmlformats.org/drawingml/2006/main">
              <a:ext uri="{FF2B5EF4-FFF2-40B4-BE49-F238E27FC236}">
                <a16:creationId xmlns:a16="http://schemas.microsoft.com/office/drawing/2014/main" id="{EC815E87-5B11-4635-8500-4B8CF20FBE50}"/>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The state trace of swap2</a:t>
            </a:r>
          </a:p>
        </p:txBody>
      </p:sp>
      <p:sp>
        <p:nvSpPr>
          <p:cNvPr id="4" name="code-1">
            <a:extLst xmlns:a="http://schemas.openxmlformats.org/drawingml/2006/main">
              <a:ext uri="{FF2B5EF4-FFF2-40B4-BE49-F238E27FC236}">
                <a16:creationId xmlns:a16="http://schemas.microsoft.com/office/drawing/2014/main" id="{28904449-3524-4E86-B2C0-2BD38803C2B9}"/>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step          target of a   target of b</a:t>
            </a:r>
          </a:p>
        </p:txBody>
      </p:sp>
      <p:sp>
        <p:nvSpPr>
          <p:cNvPr id="5" name="code-2">
            <a:extLst xmlns:a="http://schemas.openxmlformats.org/drawingml/2006/main">
              <a:ext uri="{FF2B5EF4-FFF2-40B4-BE49-F238E27FC236}">
                <a16:creationId xmlns:a16="http://schemas.microsoft.com/office/drawing/2014/main" id="{90E8EA61-7214-4581-A325-7A4B0D83396F}"/>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call              x=10          y=20</a:t>
            </a:r>
          </a:p>
        </p:txBody>
      </p:sp>
      <p:sp>
        <p:nvSpPr>
          <p:cNvPr id="6" name="code-3">
            <a:extLst xmlns:a="http://schemas.openxmlformats.org/drawingml/2006/main">
              <a:ext uri="{FF2B5EF4-FFF2-40B4-BE49-F238E27FC236}">
                <a16:creationId xmlns:a16="http://schemas.microsoft.com/office/drawing/2014/main" id="{2CF95C1E-C8B9-4F4B-B01D-24BE30A6CA6B}"/>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temp=*a           x=10          y=20</a:t>
            </a:r>
          </a:p>
        </p:txBody>
      </p:sp>
      <p:sp>
        <p:nvSpPr>
          <p:cNvPr id="7" name="code-4">
            <a:extLst xmlns:a="http://schemas.openxmlformats.org/drawingml/2006/main">
              <a:ext uri="{FF2B5EF4-FFF2-40B4-BE49-F238E27FC236}">
                <a16:creationId xmlns:a16="http://schemas.microsoft.com/office/drawing/2014/main" id="{A21F0A87-EB91-4913-AF00-9B9CBCB4598C}"/>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*a=*b             x=20          y=20</a:t>
            </a:r>
          </a:p>
        </p:txBody>
      </p:sp>
      <p:sp>
        <p:nvSpPr>
          <p:cNvPr id="8" name="code-5">
            <a:extLst xmlns:a="http://schemas.openxmlformats.org/drawingml/2006/main">
              <a:ext uri="{FF2B5EF4-FFF2-40B4-BE49-F238E27FC236}">
                <a16:creationId xmlns:a16="http://schemas.microsoft.com/office/drawing/2014/main" id="{B9686B32-D149-48B5-90E1-FFBC8EBC0894}"/>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*b=temp           x=20          y=10</a:t>
            </a:r>
          </a:p>
        </p:txBody>
      </p:sp>
      <p:sp>
        <p:nvSpPr>
          <p:cNvPr id="9" name="cue-1">
            <a:extLst xmlns:a="http://schemas.openxmlformats.org/drawingml/2006/main">
              <a:ext uri="{FF2B5EF4-FFF2-40B4-BE49-F238E27FC236}">
                <a16:creationId xmlns:a16="http://schemas.microsoft.com/office/drawing/2014/main" id="{F7E17099-FD13-466C-8EC9-794D112B720C}"/>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The pointers are copies, but their targets are the caller’s objects.</a:t>
            </a:r>
          </a:p>
        </p:txBody>
      </p:sp>
    </p:spTree>
    <p:extLst>
      <p:ext uri="{BB962C8B-B14F-4D97-AF65-F5344CB8AC3E}">
        <p14:creationId xmlns:p14="http://schemas.microsoft.com/office/powerpoint/2010/main" val="40350827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rand">
            <a:extLst xmlns:a="http://schemas.openxmlformats.org/drawingml/2006/main">
              <a:ext uri="{FF2B5EF4-FFF2-40B4-BE49-F238E27FC236}">
                <a16:creationId xmlns:a16="http://schemas.microsoft.com/office/drawing/2014/main" id="{56E9FC15-57FB-4A79-87CC-8580D4ADED97}"/>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8F4AFC81-2B83-4A9F-955F-0A07E490F58D}"/>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25 / 63</a:t>
            </a:r>
          </a:p>
        </p:txBody>
      </p:sp>
      <p:sp>
        <p:nvSpPr>
          <p:cNvPr id="3" name="heading-1">
            <a:extLst xmlns:a="http://schemas.openxmlformats.org/drawingml/2006/main">
              <a:ext uri="{FF2B5EF4-FFF2-40B4-BE49-F238E27FC236}">
                <a16:creationId xmlns:a16="http://schemas.microsoft.com/office/drawing/2014/main" id="{B3017B01-DAA3-49F9-AEF4-60DC7BBC01D6}"/>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Swapping with reference parameters</a:t>
            </a:r>
          </a:p>
        </p:txBody>
      </p:sp>
      <p:sp>
        <p:nvSpPr>
          <p:cNvPr id="4" name="code-1">
            <a:extLst xmlns:a="http://schemas.openxmlformats.org/drawingml/2006/main">
              <a:ext uri="{FF2B5EF4-FFF2-40B4-BE49-F238E27FC236}">
                <a16:creationId xmlns:a16="http://schemas.microsoft.com/office/drawing/2014/main" id="{C8E9036E-4FCE-44DB-B3CC-1FED5F6E1FFD}"/>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void</a:t>
            </a:r>
            <a:r>
              <a:rPr sz="2250">
                <a:solidFill>
                  <a:srgbClr val="222222"/>
                </a:solidFill>
                <a:latin typeface="Menlo"/>
                <a:ea typeface="Menlo"/>
                <a:cs typeface="Menlo"/>
              </a:rPr>
              <a:t> </a:t>
            </a:r>
            <a:r>
              <a:rPr sz="2250">
                <a:solidFill>
                  <a:srgbClr val="6F42C1"/>
                </a:solidFill>
                <a:latin typeface="Menlo"/>
                <a:ea typeface="Menlo"/>
                <a:cs typeface="Menlo"/>
              </a:rPr>
              <a:t>swap_ref</a:t>
            </a:r>
            <a:r>
              <a:rPr sz="2250">
                <a:solidFill>
                  <a:srgbClr val="222222"/>
                </a:solidFill>
                <a:latin typeface="Menlo"/>
                <a:ea typeface="Menlo"/>
                <a:cs typeface="Menlo"/>
              </a:rPr>
              <a:t>(</a:t>
            </a:r>
            <a:r>
              <a:rPr sz="2250">
                <a:solidFill>
                  <a:srgbClr val="6F42C1"/>
                </a:solidFill>
                <a:latin typeface="Menlo"/>
                <a:ea typeface="Menlo"/>
                <a:cs typeface="Menlo"/>
              </a:rPr>
              <a:t>int</a:t>
            </a:r>
            <a:r>
              <a:rPr sz="2250">
                <a:solidFill>
                  <a:srgbClr val="222222"/>
                </a:solidFill>
                <a:latin typeface="Menlo"/>
                <a:ea typeface="Menlo"/>
                <a:cs typeface="Menlo"/>
              </a:rPr>
              <a:t>&amp; a, </a:t>
            </a:r>
            <a:r>
              <a:rPr sz="2250">
                <a:solidFill>
                  <a:srgbClr val="6F42C1"/>
                </a:solidFill>
                <a:latin typeface="Menlo"/>
                <a:ea typeface="Menlo"/>
                <a:cs typeface="Menlo"/>
              </a:rPr>
              <a:t>int</a:t>
            </a:r>
            <a:r>
              <a:rPr sz="2250">
                <a:solidFill>
                  <a:srgbClr val="222222"/>
                </a:solidFill>
                <a:latin typeface="Menlo"/>
                <a:ea typeface="Menlo"/>
                <a:cs typeface="Menlo"/>
              </a:rPr>
              <a:t>&amp; b)</a:t>
            </a:r>
            <a:r>
              <a:rPr sz="2250">
                <a:solidFill>
                  <a:srgbClr val="222222"/>
                </a:solidFill>
                <a:latin typeface="Menlo"/>
                <a:ea typeface="Menlo"/>
                <a:cs typeface="Menlo"/>
              </a:rPr>
              <a:t> </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6E10A2D3-3DB9-4831-8E54-8DCD7D448421}"/>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6F42C1"/>
                </a:solidFill>
                <a:latin typeface="Menlo"/>
                <a:ea typeface="Menlo"/>
                <a:cs typeface="Menlo"/>
              </a:rPr>
              <a:t>int</a:t>
            </a:r>
            <a:r>
              <a:rPr sz="2250">
                <a:solidFill>
                  <a:srgbClr val="222222"/>
                </a:solidFill>
                <a:latin typeface="Menlo"/>
                <a:ea typeface="Menlo"/>
                <a:cs typeface="Menlo"/>
              </a:rPr>
              <a:t> temp </a:t>
            </a:r>
            <a:r>
              <a:rPr sz="2250">
                <a:solidFill>
                  <a:srgbClr val="222222"/>
                </a:solidFill>
                <a:latin typeface="Menlo"/>
                <a:ea typeface="Menlo"/>
                <a:cs typeface="Menlo"/>
              </a:rPr>
              <a:t>= a;</a:t>
            </a:r>
          </a:p>
        </p:txBody>
      </p:sp>
      <p:sp>
        <p:nvSpPr>
          <p:cNvPr id="6" name="code-3">
            <a:extLst xmlns:a="http://schemas.openxmlformats.org/drawingml/2006/main">
              <a:ext uri="{FF2B5EF4-FFF2-40B4-BE49-F238E27FC236}">
                <a16:creationId xmlns:a16="http://schemas.microsoft.com/office/drawing/2014/main" id="{BAE45059-050C-417D-9F5E-6A735FBFF44A}"/>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 </a:t>
            </a:r>
            <a:r>
              <a:rPr sz="2250">
                <a:solidFill>
                  <a:srgbClr val="222222"/>
                </a:solidFill>
                <a:latin typeface="Menlo"/>
                <a:ea typeface="Menlo"/>
                <a:cs typeface="Menlo"/>
              </a:rPr>
              <a:t>= b;</a:t>
            </a:r>
          </a:p>
        </p:txBody>
      </p:sp>
      <p:sp>
        <p:nvSpPr>
          <p:cNvPr id="7" name="code-4">
            <a:extLst xmlns:a="http://schemas.openxmlformats.org/drawingml/2006/main">
              <a:ext uri="{FF2B5EF4-FFF2-40B4-BE49-F238E27FC236}">
                <a16:creationId xmlns:a16="http://schemas.microsoft.com/office/drawing/2014/main" id="{96918139-327F-4928-84F6-5357597890B8}"/>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b </a:t>
            </a:r>
            <a:r>
              <a:rPr sz="2250">
                <a:solidFill>
                  <a:srgbClr val="222222"/>
                </a:solidFill>
                <a:latin typeface="Menlo"/>
                <a:ea typeface="Menlo"/>
                <a:cs typeface="Menlo"/>
              </a:rPr>
              <a:t>= temp;</a:t>
            </a:r>
          </a:p>
        </p:txBody>
      </p:sp>
      <p:sp>
        <p:nvSpPr>
          <p:cNvPr id="8" name="code-5">
            <a:extLst xmlns:a="http://schemas.openxmlformats.org/drawingml/2006/main">
              <a:ext uri="{FF2B5EF4-FFF2-40B4-BE49-F238E27FC236}">
                <a16:creationId xmlns:a16="http://schemas.microsoft.com/office/drawing/2014/main" id="{2E344ADB-5291-4C03-931E-1A495CEA6A5F}"/>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9" name="code-6">
            <a:extLst xmlns:a="http://schemas.openxmlformats.org/drawingml/2006/main">
              <a:ext uri="{FF2B5EF4-FFF2-40B4-BE49-F238E27FC236}">
                <a16:creationId xmlns:a16="http://schemas.microsoft.com/office/drawing/2014/main" id="{1E6A271C-AD2A-4124-8CF0-CD0D116AA434}"/>
              </a:ext>
            </a:extLst>
          </p:cNvPr>
          <p:cNvSpPr>
            <a:spLocks xmlns:a="http://schemas.openxmlformats.org/drawingml/2006/main" noGrp="1"/>
          </p:cNvSpPr>
          <p:nvPr/>
        </p:nvSpPr>
        <p:spPr>
          <a:xfrm xmlns:a="http://schemas.openxmlformats.org/drawingml/2006/main">
            <a:off x="800100" y="36861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r>
              <a:t/>
            </a:r>
          </a:p>
        </p:txBody>
      </p:sp>
      <p:sp>
        <p:nvSpPr>
          <p:cNvPr id="10" name="code-7">
            <a:extLst xmlns:a="http://schemas.openxmlformats.org/drawingml/2006/main">
              <a:ext uri="{FF2B5EF4-FFF2-40B4-BE49-F238E27FC236}">
                <a16:creationId xmlns:a16="http://schemas.microsoft.com/office/drawing/2014/main" id="{74529D2C-738F-4999-86E8-C979CFB0A893}"/>
              </a:ext>
            </a:extLst>
          </p:cNvPr>
          <p:cNvSpPr>
            <a:spLocks xmlns:a="http://schemas.openxmlformats.org/drawingml/2006/main" noGrp="1"/>
          </p:cNvSpPr>
          <p:nvPr/>
        </p:nvSpPr>
        <p:spPr>
          <a:xfrm xmlns:a="http://schemas.openxmlformats.org/drawingml/2006/main">
            <a:off x="800100" y="40576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swap_ref</a:t>
            </a:r>
            <a:r>
              <a:rPr sz="2250">
                <a:solidFill>
                  <a:srgbClr val="222222"/>
                </a:solidFill>
                <a:latin typeface="Menlo"/>
                <a:ea typeface="Menlo"/>
                <a:cs typeface="Menlo"/>
              </a:rPr>
              <a:t>(x, y)</a:t>
            </a:r>
            <a:r>
              <a:rPr sz="2250">
                <a:solidFill>
                  <a:srgbClr val="222222"/>
                </a:solidFill>
                <a:latin typeface="Menlo"/>
                <a:ea typeface="Menlo"/>
                <a:cs typeface="Menlo"/>
              </a:rPr>
              <a:t>;</a:t>
            </a:r>
          </a:p>
        </p:txBody>
      </p:sp>
      <p:sp>
        <p:nvSpPr>
          <p:cNvPr id="11" name="cue-1">
            <a:extLst xmlns:a="http://schemas.openxmlformats.org/drawingml/2006/main">
              <a:ext uri="{FF2B5EF4-FFF2-40B4-BE49-F238E27FC236}">
                <a16:creationId xmlns:a16="http://schemas.microsoft.com/office/drawing/2014/main" id="{D713C444-7233-4BF8-9314-450140F4CAAF}"/>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a and b directly alias x and y.</a:t>
            </a:r>
          </a:p>
        </p:txBody>
      </p:sp>
    </p:spTree>
    <p:extLst>
      <p:ext uri="{BB962C8B-B14F-4D97-AF65-F5344CB8AC3E}">
        <p14:creationId xmlns:p14="http://schemas.microsoft.com/office/powerpoint/2010/main" val="191308798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rand">
            <a:extLst xmlns:a="http://schemas.openxmlformats.org/drawingml/2006/main">
              <a:ext uri="{FF2B5EF4-FFF2-40B4-BE49-F238E27FC236}">
                <a16:creationId xmlns:a16="http://schemas.microsoft.com/office/drawing/2014/main" id="{D9B711D8-454E-44F3-B70A-009D14F59376}"/>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BB7AF02C-92B4-49F2-B930-B2F72069AA5E}"/>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26 / 63</a:t>
            </a:r>
          </a:p>
        </p:txBody>
      </p:sp>
      <p:sp>
        <p:nvSpPr>
          <p:cNvPr id="3" name="heading-1">
            <a:extLst xmlns:a="http://schemas.openxmlformats.org/drawingml/2006/main">
              <a:ext uri="{FF2B5EF4-FFF2-40B4-BE49-F238E27FC236}">
                <a16:creationId xmlns:a16="http://schemas.microsoft.com/office/drawing/2014/main" id="{0242C86B-A7A3-41D9-B89E-318BC483F14A}"/>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Choosing a parameter interface</a:t>
            </a:r>
          </a:p>
        </p:txBody>
      </p:sp>
      <p:sp>
        <p:nvSpPr>
          <p:cNvPr id="4" name="code-1">
            <a:extLst xmlns:a="http://schemas.openxmlformats.org/drawingml/2006/main">
              <a:ext uri="{FF2B5EF4-FFF2-40B4-BE49-F238E27FC236}">
                <a16:creationId xmlns:a16="http://schemas.microsoft.com/office/drawing/2014/main" id="{564B84FB-9817-451C-A1FB-3BB940E52B89}"/>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void</a:t>
            </a:r>
            <a:r>
              <a:rPr sz="2250">
                <a:solidFill>
                  <a:srgbClr val="222222"/>
                </a:solidFill>
                <a:latin typeface="Menlo"/>
                <a:ea typeface="Menlo"/>
                <a:cs typeface="Menlo"/>
              </a:rPr>
              <a:t> </a:t>
            </a:r>
            <a:r>
              <a:rPr sz="2250">
                <a:solidFill>
                  <a:srgbClr val="6F42C1"/>
                </a:solidFill>
                <a:latin typeface="Menlo"/>
                <a:ea typeface="Menlo"/>
                <a:cs typeface="Menlo"/>
              </a:rPr>
              <a:t>f</a:t>
            </a:r>
            <a:r>
              <a:rPr sz="2250">
                <a:solidFill>
                  <a:srgbClr val="222222"/>
                </a:solidFill>
                <a:latin typeface="Menlo"/>
                <a:ea typeface="Menlo"/>
                <a:cs typeface="Menlo"/>
              </a:rPr>
              <a:t>(</a:t>
            </a:r>
            <a:r>
              <a:rPr sz="2250">
                <a:solidFill>
                  <a:srgbClr val="6F42C1"/>
                </a:solidFill>
                <a:latin typeface="Menlo"/>
                <a:ea typeface="Menlo"/>
                <a:cs typeface="Menlo"/>
              </a:rPr>
              <a:t>int</a:t>
            </a:r>
            <a:r>
              <a:rPr sz="2250">
                <a:solidFill>
                  <a:srgbClr val="222222"/>
                </a:solidFill>
                <a:latin typeface="Menlo"/>
                <a:ea typeface="Menlo"/>
                <a:cs typeface="Menlo"/>
              </a:rPr>
              <a:t> value)</a:t>
            </a:r>
            <a:r>
              <a:rPr sz="2250">
                <a:solidFill>
                  <a:srgbClr val="222222"/>
                </a:solidFill>
                <a:latin typeface="Menlo"/>
                <a:ea typeface="Menlo"/>
                <a:cs typeface="Menlo"/>
              </a:rPr>
              <a:t>;        </a:t>
            </a:r>
            <a:r>
              <a:rPr sz="2250">
                <a:solidFill>
                  <a:srgbClr val="59636E"/>
                </a:solidFill>
                <a:latin typeface="Menlo"/>
                <a:ea typeface="Menlo"/>
                <a:cs typeface="Menlo"/>
              </a:rPr>
              <a:t>// independent copy</a:t>
            </a:r>
          </a:p>
        </p:txBody>
      </p:sp>
      <p:sp>
        <p:nvSpPr>
          <p:cNvPr id="5" name="code-2">
            <a:extLst xmlns:a="http://schemas.openxmlformats.org/drawingml/2006/main">
              <a:ext uri="{FF2B5EF4-FFF2-40B4-BE49-F238E27FC236}">
                <a16:creationId xmlns:a16="http://schemas.microsoft.com/office/drawing/2014/main" id="{8A11BBD4-0311-4C15-83AB-0A7A6A57701E}"/>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void</a:t>
            </a:r>
            <a:r>
              <a:rPr sz="2250">
                <a:solidFill>
                  <a:srgbClr val="222222"/>
                </a:solidFill>
                <a:latin typeface="Menlo"/>
                <a:ea typeface="Menlo"/>
                <a:cs typeface="Menlo"/>
              </a:rPr>
              <a:t> </a:t>
            </a:r>
            <a:r>
              <a:rPr sz="2250">
                <a:solidFill>
                  <a:srgbClr val="6F42C1"/>
                </a:solidFill>
                <a:latin typeface="Menlo"/>
                <a:ea typeface="Menlo"/>
                <a:cs typeface="Menlo"/>
              </a:rPr>
              <a:t>f</a:t>
            </a:r>
            <a:r>
              <a:rPr sz="2250">
                <a:solidFill>
                  <a:srgbClr val="222222"/>
                </a:solidFill>
                <a:latin typeface="Menlo"/>
                <a:ea typeface="Menlo"/>
                <a:cs typeface="Menlo"/>
              </a:rPr>
              <a:t>(</a:t>
            </a:r>
            <a:r>
              <a:rPr sz="2250">
                <a:solidFill>
                  <a:srgbClr val="6F42C1"/>
                </a:solidFill>
                <a:latin typeface="Menlo"/>
                <a:ea typeface="Menlo"/>
                <a:cs typeface="Menlo"/>
              </a:rPr>
              <a:t>int</a:t>
            </a:r>
            <a:r>
              <a:rPr sz="2250">
                <a:solidFill>
                  <a:srgbClr val="222222"/>
                </a:solidFill>
                <a:latin typeface="Menlo"/>
                <a:ea typeface="Menlo"/>
                <a:cs typeface="Menlo"/>
              </a:rPr>
              <a:t>&amp; value)</a:t>
            </a:r>
            <a:r>
              <a:rPr sz="2250">
                <a:solidFill>
                  <a:srgbClr val="222222"/>
                </a:solidFill>
                <a:latin typeface="Menlo"/>
                <a:ea typeface="Menlo"/>
                <a:cs typeface="Menlo"/>
              </a:rPr>
              <a:t>;       </a:t>
            </a:r>
            <a:r>
              <a:rPr sz="2250">
                <a:solidFill>
                  <a:srgbClr val="59636E"/>
                </a:solidFill>
                <a:latin typeface="Menlo"/>
                <a:ea typeface="Menlo"/>
                <a:cs typeface="Menlo"/>
              </a:rPr>
              <a:t>// may modify caller</a:t>
            </a:r>
          </a:p>
        </p:txBody>
      </p:sp>
      <p:sp>
        <p:nvSpPr>
          <p:cNvPr id="6" name="code-3">
            <a:extLst xmlns:a="http://schemas.openxmlformats.org/drawingml/2006/main">
              <a:ext uri="{FF2B5EF4-FFF2-40B4-BE49-F238E27FC236}">
                <a16:creationId xmlns:a16="http://schemas.microsoft.com/office/drawing/2014/main" id="{62FF2744-D206-4A75-B770-A03457D6E0D9}"/>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void</a:t>
            </a:r>
            <a:r>
              <a:rPr sz="2250">
                <a:solidFill>
                  <a:srgbClr val="222222"/>
                </a:solidFill>
                <a:latin typeface="Menlo"/>
                <a:ea typeface="Menlo"/>
                <a:cs typeface="Menlo"/>
              </a:rPr>
              <a:t> </a:t>
            </a:r>
            <a:r>
              <a:rPr sz="2250">
                <a:solidFill>
                  <a:srgbClr val="6F42C1"/>
                </a:solidFill>
                <a:latin typeface="Menlo"/>
                <a:ea typeface="Menlo"/>
                <a:cs typeface="Menlo"/>
              </a:rPr>
              <a:t>f</a:t>
            </a:r>
            <a:r>
              <a:rPr sz="2250">
                <a:solidFill>
                  <a:srgbClr val="222222"/>
                </a:solidFill>
                <a:latin typeface="Menlo"/>
                <a:ea typeface="Menlo"/>
                <a:cs typeface="Menlo"/>
              </a:rPr>
              <a:t>(</a:t>
            </a:r>
            <a:r>
              <a:rPr sz="2250">
                <a:solidFill>
                  <a:srgbClr val="6F42C1"/>
                </a:solidFill>
                <a:latin typeface="Menlo"/>
                <a:ea typeface="Menlo"/>
                <a:cs typeface="Menlo"/>
              </a:rPr>
              <a:t>const</a:t>
            </a:r>
            <a:r>
              <a:rPr sz="2250">
                <a:solidFill>
                  <a:srgbClr val="222222"/>
                </a:solidFill>
                <a:latin typeface="Menlo"/>
                <a:ea typeface="Menlo"/>
                <a:cs typeface="Menlo"/>
              </a:rPr>
              <a:t> </a:t>
            </a:r>
            <a:r>
              <a:rPr sz="2250">
                <a:solidFill>
                  <a:srgbClr val="6F42C1"/>
                </a:solidFill>
                <a:latin typeface="Menlo"/>
                <a:ea typeface="Menlo"/>
                <a:cs typeface="Menlo"/>
              </a:rPr>
              <a:t>int</a:t>
            </a:r>
            <a:r>
              <a:rPr sz="2250">
                <a:solidFill>
                  <a:srgbClr val="222222"/>
                </a:solidFill>
                <a:latin typeface="Menlo"/>
                <a:ea typeface="Menlo"/>
                <a:cs typeface="Menlo"/>
              </a:rPr>
              <a:t>&amp; value)</a:t>
            </a:r>
            <a:r>
              <a:rPr sz="2250">
                <a:solidFill>
                  <a:srgbClr val="222222"/>
                </a:solidFill>
                <a:latin typeface="Menlo"/>
                <a:ea typeface="Menlo"/>
                <a:cs typeface="Menlo"/>
              </a:rPr>
              <a:t>; </a:t>
            </a:r>
            <a:r>
              <a:rPr sz="2250">
                <a:solidFill>
                  <a:srgbClr val="59636E"/>
                </a:solidFill>
                <a:latin typeface="Menlo"/>
                <a:ea typeface="Menlo"/>
                <a:cs typeface="Menlo"/>
              </a:rPr>
              <a:t>// read-only borrow</a:t>
            </a:r>
          </a:p>
        </p:txBody>
      </p:sp>
      <p:sp>
        <p:nvSpPr>
          <p:cNvPr id="7" name="code-4">
            <a:extLst xmlns:a="http://schemas.openxmlformats.org/drawingml/2006/main">
              <a:ext uri="{FF2B5EF4-FFF2-40B4-BE49-F238E27FC236}">
                <a16:creationId xmlns:a16="http://schemas.microsoft.com/office/drawing/2014/main" id="{F58C924C-365F-4873-B390-7D0FDF3268E6}"/>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void</a:t>
            </a:r>
            <a:r>
              <a:rPr sz="2250">
                <a:solidFill>
                  <a:srgbClr val="222222"/>
                </a:solidFill>
                <a:latin typeface="Menlo"/>
                <a:ea typeface="Menlo"/>
                <a:cs typeface="Menlo"/>
              </a:rPr>
              <a:t> </a:t>
            </a:r>
            <a:r>
              <a:rPr sz="2250">
                <a:solidFill>
                  <a:srgbClr val="6F42C1"/>
                </a:solidFill>
                <a:latin typeface="Menlo"/>
                <a:ea typeface="Menlo"/>
                <a:cs typeface="Menlo"/>
              </a:rPr>
              <a:t>f</a:t>
            </a:r>
            <a:r>
              <a:rPr sz="2250">
                <a:solidFill>
                  <a:srgbClr val="222222"/>
                </a:solidFill>
                <a:latin typeface="Menlo"/>
                <a:ea typeface="Menlo"/>
                <a:cs typeface="Menlo"/>
              </a:rPr>
              <a:t>(</a:t>
            </a:r>
            <a:r>
              <a:rPr sz="2250">
                <a:solidFill>
                  <a:srgbClr val="6F42C1"/>
                </a:solidFill>
                <a:latin typeface="Menlo"/>
                <a:ea typeface="Menlo"/>
                <a:cs typeface="Menlo"/>
              </a:rPr>
              <a:t>int</a:t>
            </a:r>
            <a:r>
              <a:rPr sz="2250">
                <a:solidFill>
                  <a:srgbClr val="222222"/>
                </a:solidFill>
                <a:latin typeface="Menlo"/>
                <a:ea typeface="Menlo"/>
                <a:cs typeface="Menlo"/>
              </a:rPr>
              <a:t>* value)</a:t>
            </a:r>
            <a:r>
              <a:rPr sz="2250">
                <a:solidFill>
                  <a:srgbClr val="222222"/>
                </a:solidFill>
                <a:latin typeface="Menlo"/>
                <a:ea typeface="Menlo"/>
                <a:cs typeface="Menlo"/>
              </a:rPr>
              <a:t>;       </a:t>
            </a:r>
            <a:r>
              <a:rPr sz="2250">
                <a:solidFill>
                  <a:srgbClr val="59636E"/>
                </a:solidFill>
                <a:latin typeface="Menlo"/>
                <a:ea typeface="Menlo"/>
                <a:cs typeface="Menlo"/>
              </a:rPr>
              <a:t>// pointer value</a:t>
            </a:r>
          </a:p>
        </p:txBody>
      </p:sp>
      <p:sp>
        <p:nvSpPr>
          <p:cNvPr id="8" name="cue-1">
            <a:extLst xmlns:a="http://schemas.openxmlformats.org/drawingml/2006/main">
              <a:ext uri="{FF2B5EF4-FFF2-40B4-BE49-F238E27FC236}">
                <a16:creationId xmlns:a16="http://schemas.microsoft.com/office/drawing/2014/main" id="{855D2B75-72BB-40A5-8966-631879F351F2}"/>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An interface should clarify mutation and whether no target is allowed.</a:t>
            </a:r>
          </a:p>
        </p:txBody>
      </p:sp>
    </p:spTree>
    <p:extLst>
      <p:ext uri="{BB962C8B-B14F-4D97-AF65-F5344CB8AC3E}">
        <p14:creationId xmlns:p14="http://schemas.microsoft.com/office/powerpoint/2010/main" val="141053124"/>
      </p:ext>
    </p:extLst>
  </p:cSld>
</p:sld>
</file>

<file path=ppt/slides/slide27.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9" name="brand">
            <a:extLst xmlns:a="http://schemas.openxmlformats.org/drawingml/2006/main">
              <a:ext uri="{FF2B5EF4-FFF2-40B4-BE49-F238E27FC236}">
                <a16:creationId xmlns:a16="http://schemas.microsoft.com/office/drawing/2014/main" id="{BD22C918-BE9E-4C13-8812-BED7524A6FD9}"/>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BBBBBB"/>
                </a:solidFill>
                <a:latin typeface="PingFang SC"/>
                <a:ea typeface="PingFang SC"/>
                <a:cs typeface="PingFang SC"/>
              </a:defRPr>
            </a:defPPr>
            <a:lvl1pPr>
              <a:defRPr sz="1125" b="1">
                <a:solidFill>
                  <a:srgbClr val="BBBBBB"/>
                </a:solidFill>
                <a:latin typeface="PingFang SC"/>
                <a:ea typeface="PingFang SC"/>
                <a:cs typeface="PingFang SC"/>
              </a:defRPr>
            </a:lvl1pPr>
            <a:lvl2pPr>
              <a:defRPr sz="1125" b="1">
                <a:solidFill>
                  <a:srgbClr val="BBBBBB"/>
                </a:solidFill>
                <a:latin typeface="PingFang SC"/>
                <a:ea typeface="PingFang SC"/>
                <a:cs typeface="PingFang SC"/>
              </a:defRPr>
            </a:lvl2pPr>
            <a:lvl3pPr>
              <a:defRPr sz="1125" b="1">
                <a:solidFill>
                  <a:srgbClr val="BBBBBB"/>
                </a:solidFill>
                <a:latin typeface="PingFang SC"/>
                <a:ea typeface="PingFang SC"/>
                <a:cs typeface="PingFang SC"/>
              </a:defRPr>
            </a:lvl3pPr>
            <a:lvl4pPr>
              <a:defRPr sz="1125" b="1">
                <a:solidFill>
                  <a:srgbClr val="BBBBBB"/>
                </a:solidFill>
                <a:latin typeface="PingFang SC"/>
                <a:ea typeface="PingFang SC"/>
                <a:cs typeface="PingFang SC"/>
              </a:defRPr>
            </a:lvl4pPr>
            <a:lvl5pPr>
              <a:defRPr sz="1125" b="1">
                <a:solidFill>
                  <a:srgbClr val="BBBBBB"/>
                </a:solidFill>
                <a:latin typeface="PingFang SC"/>
                <a:ea typeface="PingFang SC"/>
                <a:cs typeface="PingFang SC"/>
              </a:defRPr>
            </a:lvl5pPr>
            <a:lvl6pPr>
              <a:defRPr sz="1125" b="1">
                <a:solidFill>
                  <a:srgbClr val="BBBBBB"/>
                </a:solidFill>
                <a:latin typeface="PingFang SC"/>
                <a:ea typeface="PingFang SC"/>
                <a:cs typeface="PingFang SC"/>
              </a:defRPr>
            </a:lvl6pPr>
            <a:lvl7pPr>
              <a:defRPr sz="1125" b="1">
                <a:solidFill>
                  <a:srgbClr val="BBBBBB"/>
                </a:solidFill>
                <a:latin typeface="PingFang SC"/>
                <a:ea typeface="PingFang SC"/>
                <a:cs typeface="PingFang SC"/>
              </a:defRPr>
            </a:lvl7pPr>
            <a:lvl8pPr>
              <a:defRPr sz="1125" b="1">
                <a:solidFill>
                  <a:srgbClr val="BBBBBB"/>
                </a:solidFill>
                <a:latin typeface="PingFang SC"/>
                <a:ea typeface="PingFang SC"/>
                <a:cs typeface="PingFang SC"/>
              </a:defRPr>
            </a:lvl8pPr>
            <a:lvl9pPr>
              <a:defRPr sz="1125" b="1">
                <a:solidFill>
                  <a:srgbClr val="BBBBBB"/>
                </a:solidFill>
                <a:latin typeface="PingFang SC"/>
                <a:ea typeface="PingFang SC"/>
                <a:cs typeface="PingFang SC"/>
              </a:defRPr>
            </a:lvl9pPr>
          </a:lstStyle>
          <a:p xmlns:a="http://schemas.openxmlformats.org/drawingml/2006/main">
            <a:pPr>
              <a:defRPr sz="1125" b="1">
                <a:solidFill>
                  <a:srgbClr val="BBBBBB"/>
                </a:solidFill>
                <a:latin typeface="PingFang SC"/>
                <a:ea typeface="PingFang SC"/>
                <a:cs typeface="PingFang SC"/>
              </a:defRPr>
            </a:pPr>
            <a:r>
              <a:rPr sz="1125" b="1">
                <a:solidFill>
                  <a:srgbClr val="BBBBBB"/>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1086E0DD-4D90-4284-9B8F-29D95F24C2C7}"/>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BBBBBB"/>
                </a:solidFill>
                <a:latin typeface="Menlo"/>
                <a:ea typeface="Menlo"/>
                <a:cs typeface="Menlo"/>
              </a:defRPr>
            </a:defPPr>
            <a:lvl1pPr>
              <a:defRPr sz="1200" b="0">
                <a:solidFill>
                  <a:srgbClr val="BBBBBB"/>
                </a:solidFill>
                <a:latin typeface="Menlo"/>
                <a:ea typeface="Menlo"/>
                <a:cs typeface="Menlo"/>
              </a:defRPr>
            </a:lvl1pPr>
            <a:lvl2pPr>
              <a:defRPr sz="1200" b="0">
                <a:solidFill>
                  <a:srgbClr val="BBBBBB"/>
                </a:solidFill>
                <a:latin typeface="Menlo"/>
                <a:ea typeface="Menlo"/>
                <a:cs typeface="Menlo"/>
              </a:defRPr>
            </a:lvl2pPr>
            <a:lvl3pPr>
              <a:defRPr sz="1200" b="0">
                <a:solidFill>
                  <a:srgbClr val="BBBBBB"/>
                </a:solidFill>
                <a:latin typeface="Menlo"/>
                <a:ea typeface="Menlo"/>
                <a:cs typeface="Menlo"/>
              </a:defRPr>
            </a:lvl3pPr>
            <a:lvl4pPr>
              <a:defRPr sz="1200" b="0">
                <a:solidFill>
                  <a:srgbClr val="BBBBBB"/>
                </a:solidFill>
                <a:latin typeface="Menlo"/>
                <a:ea typeface="Menlo"/>
                <a:cs typeface="Menlo"/>
              </a:defRPr>
            </a:lvl4pPr>
            <a:lvl5pPr>
              <a:defRPr sz="1200" b="0">
                <a:solidFill>
                  <a:srgbClr val="BBBBBB"/>
                </a:solidFill>
                <a:latin typeface="Menlo"/>
                <a:ea typeface="Menlo"/>
                <a:cs typeface="Menlo"/>
              </a:defRPr>
            </a:lvl5pPr>
            <a:lvl6pPr>
              <a:defRPr sz="1200" b="0">
                <a:solidFill>
                  <a:srgbClr val="BBBBBB"/>
                </a:solidFill>
                <a:latin typeface="Menlo"/>
                <a:ea typeface="Menlo"/>
                <a:cs typeface="Menlo"/>
              </a:defRPr>
            </a:lvl6pPr>
            <a:lvl7pPr>
              <a:defRPr sz="1200" b="0">
                <a:solidFill>
                  <a:srgbClr val="BBBBBB"/>
                </a:solidFill>
                <a:latin typeface="Menlo"/>
                <a:ea typeface="Menlo"/>
                <a:cs typeface="Menlo"/>
              </a:defRPr>
            </a:lvl7pPr>
            <a:lvl8pPr>
              <a:defRPr sz="1200" b="0">
                <a:solidFill>
                  <a:srgbClr val="BBBBBB"/>
                </a:solidFill>
                <a:latin typeface="Menlo"/>
                <a:ea typeface="Menlo"/>
                <a:cs typeface="Menlo"/>
              </a:defRPr>
            </a:lvl8pPr>
            <a:lvl9pPr>
              <a:defRPr sz="1200" b="0">
                <a:solidFill>
                  <a:srgbClr val="BBBBBB"/>
                </a:solidFill>
                <a:latin typeface="Menlo"/>
                <a:ea typeface="Menlo"/>
                <a:cs typeface="Menlo"/>
              </a:defRPr>
            </a:lvl9pPr>
          </a:lstStyle>
          <a:p xmlns:a="http://schemas.openxmlformats.org/drawingml/2006/main">
            <a:pPr>
              <a:defRPr sz="1200" b="0">
                <a:solidFill>
                  <a:srgbClr val="BBBBBB"/>
                </a:solidFill>
                <a:latin typeface="Menlo"/>
                <a:ea typeface="Menlo"/>
                <a:cs typeface="Menlo"/>
              </a:defRPr>
            </a:pPr>
            <a:r>
              <a:rPr sz="1200" b="0">
                <a:solidFill>
                  <a:srgbClr val="BBBBBB"/>
                </a:solidFill>
                <a:latin typeface="Menlo"/>
                <a:ea typeface="Menlo"/>
                <a:cs typeface="Menlo"/>
              </a:rPr>
              <a:t>27 / 63</a:t>
            </a:r>
          </a:p>
        </p:txBody>
      </p:sp>
      <p:sp>
        <p:nvSpPr>
          <p:cNvPr id="3" name="heading-1">
            <a:extLst xmlns:a="http://schemas.openxmlformats.org/drawingml/2006/main">
              <a:ext uri="{FF2B5EF4-FFF2-40B4-BE49-F238E27FC236}">
                <a16:creationId xmlns:a16="http://schemas.microsoft.com/office/drawing/2014/main" id="{8E3DB135-054E-41A5-8BD3-3FDC0A63F8D6}"/>
              </a:ext>
            </a:extLst>
          </p:cNvPr>
          <p:cNvSpPr>
            <a:spLocks xmlns:a="http://schemas.openxmlformats.org/drawingml/2006/main" noGrp="1"/>
          </p:cNvSpPr>
          <p:nvPr/>
        </p:nvSpPr>
        <p:spPr>
          <a:xfrm xmlns:a="http://schemas.openxmlformats.org/drawingml/2006/main">
            <a:off x="762000" y="9144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FFFFFF"/>
                </a:solidFill>
                <a:latin typeface="PingFang SC"/>
                <a:ea typeface="PingFang SC"/>
                <a:cs typeface="PingFang SC"/>
              </a:defRPr>
            </a:defPPr>
            <a:lvl1pPr>
              <a:defRPr sz="3300" b="1">
                <a:solidFill>
                  <a:srgbClr val="FFFFFF"/>
                </a:solidFill>
                <a:latin typeface="PingFang SC"/>
                <a:ea typeface="PingFang SC"/>
                <a:cs typeface="PingFang SC"/>
              </a:defRPr>
            </a:lvl1pPr>
            <a:lvl2pPr>
              <a:defRPr sz="3300" b="1">
                <a:solidFill>
                  <a:srgbClr val="FFFFFF"/>
                </a:solidFill>
                <a:latin typeface="PingFang SC"/>
                <a:ea typeface="PingFang SC"/>
                <a:cs typeface="PingFang SC"/>
              </a:defRPr>
            </a:lvl2pPr>
            <a:lvl3pPr>
              <a:defRPr sz="3300" b="1">
                <a:solidFill>
                  <a:srgbClr val="FFFFFF"/>
                </a:solidFill>
                <a:latin typeface="PingFang SC"/>
                <a:ea typeface="PingFang SC"/>
                <a:cs typeface="PingFang SC"/>
              </a:defRPr>
            </a:lvl3pPr>
            <a:lvl4pPr>
              <a:defRPr sz="3300" b="1">
                <a:solidFill>
                  <a:srgbClr val="FFFFFF"/>
                </a:solidFill>
                <a:latin typeface="PingFang SC"/>
                <a:ea typeface="PingFang SC"/>
                <a:cs typeface="PingFang SC"/>
              </a:defRPr>
            </a:lvl4pPr>
            <a:lvl5pPr>
              <a:defRPr sz="3300" b="1">
                <a:solidFill>
                  <a:srgbClr val="FFFFFF"/>
                </a:solidFill>
                <a:latin typeface="PingFang SC"/>
                <a:ea typeface="PingFang SC"/>
                <a:cs typeface="PingFang SC"/>
              </a:defRPr>
            </a:lvl5pPr>
            <a:lvl6pPr>
              <a:defRPr sz="3300" b="1">
                <a:solidFill>
                  <a:srgbClr val="FFFFFF"/>
                </a:solidFill>
                <a:latin typeface="PingFang SC"/>
                <a:ea typeface="PingFang SC"/>
                <a:cs typeface="PingFang SC"/>
              </a:defRPr>
            </a:lvl6pPr>
            <a:lvl7pPr>
              <a:defRPr sz="3300" b="1">
                <a:solidFill>
                  <a:srgbClr val="FFFFFF"/>
                </a:solidFill>
                <a:latin typeface="PingFang SC"/>
                <a:ea typeface="PingFang SC"/>
                <a:cs typeface="PingFang SC"/>
              </a:defRPr>
            </a:lvl7pPr>
            <a:lvl8pPr>
              <a:defRPr sz="3300" b="1">
                <a:solidFill>
                  <a:srgbClr val="FFFFFF"/>
                </a:solidFill>
                <a:latin typeface="PingFang SC"/>
                <a:ea typeface="PingFang SC"/>
                <a:cs typeface="PingFang SC"/>
              </a:defRPr>
            </a:lvl8pPr>
            <a:lvl9pPr>
              <a:defRPr sz="3300" b="1">
                <a:solidFill>
                  <a:srgbClr val="FFFFFF"/>
                </a:solidFill>
                <a:latin typeface="PingFang SC"/>
                <a:ea typeface="PingFang SC"/>
                <a:cs typeface="PingFang SC"/>
              </a:defRPr>
            </a:lvl9pPr>
          </a:lstStyle>
          <a:p xmlns:a="http://schemas.openxmlformats.org/drawingml/2006/main">
            <a:pPr>
              <a:defRPr sz="3300" b="1">
                <a:solidFill>
                  <a:srgbClr val="FFFFFF"/>
                </a:solidFill>
                <a:latin typeface="PingFang SC"/>
                <a:ea typeface="PingFang SC"/>
                <a:cs typeface="PingFang SC"/>
              </a:defRPr>
            </a:pPr>
            <a:r>
              <a:rPr sz="3300" b="1">
                <a:solidFill>
                  <a:srgbClr val="FFFFFF"/>
                </a:solidFill>
                <a:latin typeface="PingFang SC"/>
                <a:ea typeface="PingFang SC"/>
                <a:cs typeface="PingFang SC"/>
              </a:rPr>
              <a:t>Practice: repair a function that cannot write back</a:t>
            </a:r>
          </a:p>
        </p:txBody>
      </p:sp>
      <p:sp>
        <p:nvSpPr>
          <p:cNvPr id="4" name="code-1">
            <a:extLst xmlns:a="http://schemas.openxmlformats.org/drawingml/2006/main">
              <a:ext uri="{FF2B5EF4-FFF2-40B4-BE49-F238E27FC236}">
                <a16:creationId xmlns:a16="http://schemas.microsoft.com/office/drawing/2014/main" id="{795AD34E-4D59-45E9-A36D-5C697FE31A33}"/>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FFFFFF"/>
                </a:solidFill>
                <a:latin typeface="Menlo"/>
                <a:ea typeface="Menlo"/>
                <a:cs typeface="Menlo"/>
              </a:defRPr>
            </a:defPPr>
            <a:lvl1pPr>
              <a:defRPr sz="2250" b="0">
                <a:solidFill>
                  <a:srgbClr val="FFFFFF"/>
                </a:solidFill>
                <a:latin typeface="Menlo"/>
                <a:ea typeface="Menlo"/>
                <a:cs typeface="Menlo"/>
              </a:defRPr>
            </a:lvl1pPr>
            <a:lvl2pPr>
              <a:defRPr sz="2250" b="0">
                <a:solidFill>
                  <a:srgbClr val="FFFFFF"/>
                </a:solidFill>
                <a:latin typeface="Menlo"/>
                <a:ea typeface="Menlo"/>
                <a:cs typeface="Menlo"/>
              </a:defRPr>
            </a:lvl2pPr>
            <a:lvl3pPr>
              <a:defRPr sz="2250" b="0">
                <a:solidFill>
                  <a:srgbClr val="FFFFFF"/>
                </a:solidFill>
                <a:latin typeface="Menlo"/>
                <a:ea typeface="Menlo"/>
                <a:cs typeface="Menlo"/>
              </a:defRPr>
            </a:lvl3pPr>
            <a:lvl4pPr>
              <a:defRPr sz="2250" b="0">
                <a:solidFill>
                  <a:srgbClr val="FFFFFF"/>
                </a:solidFill>
                <a:latin typeface="Menlo"/>
                <a:ea typeface="Menlo"/>
                <a:cs typeface="Menlo"/>
              </a:defRPr>
            </a:lvl4pPr>
            <a:lvl5pPr>
              <a:defRPr sz="2250" b="0">
                <a:solidFill>
                  <a:srgbClr val="FFFFFF"/>
                </a:solidFill>
                <a:latin typeface="Menlo"/>
                <a:ea typeface="Menlo"/>
                <a:cs typeface="Menlo"/>
              </a:defRPr>
            </a:lvl5pPr>
            <a:lvl6pPr>
              <a:defRPr sz="2250" b="0">
                <a:solidFill>
                  <a:srgbClr val="FFFFFF"/>
                </a:solidFill>
                <a:latin typeface="Menlo"/>
                <a:ea typeface="Menlo"/>
                <a:cs typeface="Menlo"/>
              </a:defRPr>
            </a:lvl6pPr>
            <a:lvl7pPr>
              <a:defRPr sz="2250" b="0">
                <a:solidFill>
                  <a:srgbClr val="FFFFFF"/>
                </a:solidFill>
                <a:latin typeface="Menlo"/>
                <a:ea typeface="Menlo"/>
                <a:cs typeface="Menlo"/>
              </a:defRPr>
            </a:lvl7pPr>
            <a:lvl8pPr>
              <a:defRPr sz="2250" b="0">
                <a:solidFill>
                  <a:srgbClr val="FFFFFF"/>
                </a:solidFill>
                <a:latin typeface="Menlo"/>
                <a:ea typeface="Menlo"/>
                <a:cs typeface="Menlo"/>
              </a:defRPr>
            </a:lvl8pPr>
            <a:lvl9pPr>
              <a:defRPr sz="2250" b="0">
                <a:solidFill>
                  <a:srgbClr val="FFFFFF"/>
                </a:solidFill>
                <a:latin typeface="Menlo"/>
                <a:ea typeface="Menlo"/>
                <a:cs typeface="Menlo"/>
              </a:defRPr>
            </a:lvl9pPr>
          </a:lstStyle>
          <a:p xmlns:a="http://schemas.openxmlformats.org/drawingml/2006/main">
            <a:pPr>
              <a:defRPr sz="2250" b="0">
                <a:solidFill>
                  <a:srgbClr val="FFFFFF"/>
                </a:solidFill>
                <a:latin typeface="Menlo"/>
                <a:ea typeface="Menlo"/>
                <a:cs typeface="Menlo"/>
              </a:defRPr>
            </a:pPr>
            <a:r>
              <a:rPr sz="2250">
                <a:solidFill>
                  <a:srgbClr val="B392F0"/>
                </a:solidFill>
                <a:latin typeface="Menlo"/>
                <a:ea typeface="Menlo"/>
                <a:cs typeface="Menlo"/>
              </a:rPr>
              <a:t>void</a:t>
            </a:r>
            <a:r>
              <a:rPr sz="2250">
                <a:solidFill>
                  <a:srgbClr val="EEEEEE"/>
                </a:solidFill>
                <a:latin typeface="Menlo"/>
                <a:ea typeface="Menlo"/>
                <a:cs typeface="Menlo"/>
              </a:rPr>
              <a:t> </a:t>
            </a:r>
            <a:r>
              <a:rPr sz="2250">
                <a:solidFill>
                  <a:srgbClr val="B392F0"/>
                </a:solidFill>
                <a:latin typeface="Menlo"/>
                <a:ea typeface="Menlo"/>
                <a:cs typeface="Menlo"/>
              </a:rPr>
              <a:t>add_bonus</a:t>
            </a:r>
            <a:r>
              <a:rPr sz="2250">
                <a:solidFill>
                  <a:srgbClr val="EEEEEE"/>
                </a:solidFill>
                <a:latin typeface="Menlo"/>
                <a:ea typeface="Menlo"/>
                <a:cs typeface="Menlo"/>
              </a:rPr>
              <a:t>(</a:t>
            </a:r>
            <a:r>
              <a:rPr sz="2250">
                <a:solidFill>
                  <a:srgbClr val="B392F0"/>
                </a:solidFill>
                <a:latin typeface="Menlo"/>
                <a:ea typeface="Menlo"/>
                <a:cs typeface="Menlo"/>
              </a:rPr>
              <a:t>int</a:t>
            </a:r>
            <a:r>
              <a:rPr sz="2250">
                <a:solidFill>
                  <a:srgbClr val="EEEEEE"/>
                </a:solidFill>
                <a:latin typeface="Menlo"/>
                <a:ea typeface="Menlo"/>
                <a:cs typeface="Menlo"/>
              </a:rPr>
              <a:t> score)</a:t>
            </a:r>
            <a:r>
              <a:rPr sz="2250">
                <a:solidFill>
                  <a:srgbClr val="EEEEEE"/>
                </a:solidFill>
                <a:latin typeface="Menlo"/>
                <a:ea typeface="Menlo"/>
                <a:cs typeface="Menlo"/>
              </a:rPr>
              <a:t> </a:t>
            </a:r>
            <a:r>
              <a:rPr sz="2250">
                <a:solidFill>
                  <a:srgbClr val="EEEEEE"/>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BC2DEBD1-32C7-4FD8-9CC4-1EB6F3440A43}"/>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FFFFFF"/>
                </a:solidFill>
                <a:latin typeface="Menlo"/>
                <a:ea typeface="Menlo"/>
                <a:cs typeface="Menlo"/>
              </a:defRPr>
            </a:defPPr>
            <a:lvl1pPr>
              <a:defRPr sz="2250" b="0">
                <a:solidFill>
                  <a:srgbClr val="FFFFFF"/>
                </a:solidFill>
                <a:latin typeface="Menlo"/>
                <a:ea typeface="Menlo"/>
                <a:cs typeface="Menlo"/>
              </a:defRPr>
            </a:lvl1pPr>
            <a:lvl2pPr>
              <a:defRPr sz="2250" b="0">
                <a:solidFill>
                  <a:srgbClr val="FFFFFF"/>
                </a:solidFill>
                <a:latin typeface="Menlo"/>
                <a:ea typeface="Menlo"/>
                <a:cs typeface="Menlo"/>
              </a:defRPr>
            </a:lvl2pPr>
            <a:lvl3pPr>
              <a:defRPr sz="2250" b="0">
                <a:solidFill>
                  <a:srgbClr val="FFFFFF"/>
                </a:solidFill>
                <a:latin typeface="Menlo"/>
                <a:ea typeface="Menlo"/>
                <a:cs typeface="Menlo"/>
              </a:defRPr>
            </a:lvl3pPr>
            <a:lvl4pPr>
              <a:defRPr sz="2250" b="0">
                <a:solidFill>
                  <a:srgbClr val="FFFFFF"/>
                </a:solidFill>
                <a:latin typeface="Menlo"/>
                <a:ea typeface="Menlo"/>
                <a:cs typeface="Menlo"/>
              </a:defRPr>
            </a:lvl4pPr>
            <a:lvl5pPr>
              <a:defRPr sz="2250" b="0">
                <a:solidFill>
                  <a:srgbClr val="FFFFFF"/>
                </a:solidFill>
                <a:latin typeface="Menlo"/>
                <a:ea typeface="Menlo"/>
                <a:cs typeface="Menlo"/>
              </a:defRPr>
            </a:lvl5pPr>
            <a:lvl6pPr>
              <a:defRPr sz="2250" b="0">
                <a:solidFill>
                  <a:srgbClr val="FFFFFF"/>
                </a:solidFill>
                <a:latin typeface="Menlo"/>
                <a:ea typeface="Menlo"/>
                <a:cs typeface="Menlo"/>
              </a:defRPr>
            </a:lvl6pPr>
            <a:lvl7pPr>
              <a:defRPr sz="2250" b="0">
                <a:solidFill>
                  <a:srgbClr val="FFFFFF"/>
                </a:solidFill>
                <a:latin typeface="Menlo"/>
                <a:ea typeface="Menlo"/>
                <a:cs typeface="Menlo"/>
              </a:defRPr>
            </a:lvl7pPr>
            <a:lvl8pPr>
              <a:defRPr sz="2250" b="0">
                <a:solidFill>
                  <a:srgbClr val="FFFFFF"/>
                </a:solidFill>
                <a:latin typeface="Menlo"/>
                <a:ea typeface="Menlo"/>
                <a:cs typeface="Menlo"/>
              </a:defRPr>
            </a:lvl8pPr>
            <a:lvl9pPr>
              <a:defRPr sz="2250" b="0">
                <a:solidFill>
                  <a:srgbClr val="FFFFFF"/>
                </a:solidFill>
                <a:latin typeface="Menlo"/>
                <a:ea typeface="Menlo"/>
                <a:cs typeface="Menlo"/>
              </a:defRPr>
            </a:lvl9pPr>
          </a:lstStyle>
          <a:p xmlns:a="http://schemas.openxmlformats.org/drawingml/2006/main">
            <a:pPr>
              <a:defRPr sz="2250" b="0">
                <a:solidFill>
                  <a:srgbClr val="FFFFFF"/>
                </a:solidFill>
                <a:latin typeface="Menlo"/>
                <a:ea typeface="Menlo"/>
                <a:cs typeface="Menlo"/>
              </a:defRPr>
            </a:pPr>
            <a:r>
              <a:rPr sz="2250">
                <a:solidFill>
                  <a:srgbClr val="EEEEEE"/>
                </a:solidFill>
                <a:latin typeface="Menlo"/>
                <a:ea typeface="Menlo"/>
                <a:cs typeface="Menlo"/>
              </a:rPr>
              <a:t>    score +</a:t>
            </a:r>
            <a:r>
              <a:rPr sz="2250">
                <a:solidFill>
                  <a:srgbClr val="EEEEEE"/>
                </a:solidFill>
                <a:latin typeface="Menlo"/>
                <a:ea typeface="Menlo"/>
                <a:cs typeface="Menlo"/>
              </a:rPr>
              <a:t>= </a:t>
            </a:r>
            <a:r>
              <a:rPr sz="2250">
                <a:solidFill>
                  <a:srgbClr val="FFAB70"/>
                </a:solidFill>
                <a:latin typeface="Menlo"/>
                <a:ea typeface="Menlo"/>
                <a:cs typeface="Menlo"/>
              </a:rPr>
              <a:t>5</a:t>
            </a:r>
            <a:r>
              <a:rPr sz="2250">
                <a:solidFill>
                  <a:srgbClr val="EEEEEE"/>
                </a:solidFill>
                <a:latin typeface="Menlo"/>
                <a:ea typeface="Menlo"/>
                <a:cs typeface="Menlo"/>
              </a:rPr>
              <a:t>;</a:t>
            </a:r>
          </a:p>
        </p:txBody>
      </p:sp>
      <p:sp>
        <p:nvSpPr>
          <p:cNvPr id="6" name="code-3">
            <a:extLst xmlns:a="http://schemas.openxmlformats.org/drawingml/2006/main">
              <a:ext uri="{FF2B5EF4-FFF2-40B4-BE49-F238E27FC236}">
                <a16:creationId xmlns:a16="http://schemas.microsoft.com/office/drawing/2014/main" id="{A437EBA7-2FF0-4D6F-9CCF-263FA4FE0C24}"/>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FFFFFF"/>
                </a:solidFill>
                <a:latin typeface="Menlo"/>
                <a:ea typeface="Menlo"/>
                <a:cs typeface="Menlo"/>
              </a:defRPr>
            </a:defPPr>
            <a:lvl1pPr>
              <a:defRPr sz="2250" b="0">
                <a:solidFill>
                  <a:srgbClr val="FFFFFF"/>
                </a:solidFill>
                <a:latin typeface="Menlo"/>
                <a:ea typeface="Menlo"/>
                <a:cs typeface="Menlo"/>
              </a:defRPr>
            </a:lvl1pPr>
            <a:lvl2pPr>
              <a:defRPr sz="2250" b="0">
                <a:solidFill>
                  <a:srgbClr val="FFFFFF"/>
                </a:solidFill>
                <a:latin typeface="Menlo"/>
                <a:ea typeface="Menlo"/>
                <a:cs typeface="Menlo"/>
              </a:defRPr>
            </a:lvl2pPr>
            <a:lvl3pPr>
              <a:defRPr sz="2250" b="0">
                <a:solidFill>
                  <a:srgbClr val="FFFFFF"/>
                </a:solidFill>
                <a:latin typeface="Menlo"/>
                <a:ea typeface="Menlo"/>
                <a:cs typeface="Menlo"/>
              </a:defRPr>
            </a:lvl3pPr>
            <a:lvl4pPr>
              <a:defRPr sz="2250" b="0">
                <a:solidFill>
                  <a:srgbClr val="FFFFFF"/>
                </a:solidFill>
                <a:latin typeface="Menlo"/>
                <a:ea typeface="Menlo"/>
                <a:cs typeface="Menlo"/>
              </a:defRPr>
            </a:lvl4pPr>
            <a:lvl5pPr>
              <a:defRPr sz="2250" b="0">
                <a:solidFill>
                  <a:srgbClr val="FFFFFF"/>
                </a:solidFill>
                <a:latin typeface="Menlo"/>
                <a:ea typeface="Menlo"/>
                <a:cs typeface="Menlo"/>
              </a:defRPr>
            </a:lvl5pPr>
            <a:lvl6pPr>
              <a:defRPr sz="2250" b="0">
                <a:solidFill>
                  <a:srgbClr val="FFFFFF"/>
                </a:solidFill>
                <a:latin typeface="Menlo"/>
                <a:ea typeface="Menlo"/>
                <a:cs typeface="Menlo"/>
              </a:defRPr>
            </a:lvl6pPr>
            <a:lvl7pPr>
              <a:defRPr sz="2250" b="0">
                <a:solidFill>
                  <a:srgbClr val="FFFFFF"/>
                </a:solidFill>
                <a:latin typeface="Menlo"/>
                <a:ea typeface="Menlo"/>
                <a:cs typeface="Menlo"/>
              </a:defRPr>
            </a:lvl7pPr>
            <a:lvl8pPr>
              <a:defRPr sz="2250" b="0">
                <a:solidFill>
                  <a:srgbClr val="FFFFFF"/>
                </a:solidFill>
                <a:latin typeface="Menlo"/>
                <a:ea typeface="Menlo"/>
                <a:cs typeface="Menlo"/>
              </a:defRPr>
            </a:lvl8pPr>
            <a:lvl9pPr>
              <a:defRPr sz="2250" b="0">
                <a:solidFill>
                  <a:srgbClr val="FFFFFF"/>
                </a:solidFill>
                <a:latin typeface="Menlo"/>
                <a:ea typeface="Menlo"/>
                <a:cs typeface="Menlo"/>
              </a:defRPr>
            </a:lvl9pPr>
          </a:lstStyle>
          <a:p xmlns:a="http://schemas.openxmlformats.org/drawingml/2006/main">
            <a:pPr>
              <a:defRPr sz="2250" b="0">
                <a:solidFill>
                  <a:srgbClr val="FFFFFF"/>
                </a:solidFill>
                <a:latin typeface="Menlo"/>
                <a:ea typeface="Menlo"/>
                <a:cs typeface="Menlo"/>
              </a:defRPr>
            </a:pPr>
            <a:r>
              <a:rPr sz="2250">
                <a:solidFill>
                  <a:srgbClr val="EEEEEE"/>
                </a:solidFill>
                <a:latin typeface="Menlo"/>
                <a:ea typeface="Menlo"/>
                <a:cs typeface="Menlo"/>
              </a:rPr>
              <a:t>}</a:t>
            </a:r>
          </a:p>
        </p:txBody>
      </p:sp>
      <p:sp>
        <p:nvSpPr>
          <p:cNvPr id="7" name="cue-1">
            <a:extLst xmlns:a="http://schemas.openxmlformats.org/drawingml/2006/main">
              <a:ext uri="{FF2B5EF4-FFF2-40B4-BE49-F238E27FC236}">
                <a16:creationId xmlns:a16="http://schemas.microsoft.com/office/drawing/2014/main" id="{2E7174D4-1184-483A-A902-3F03985AE254}"/>
              </a:ext>
            </a:extLst>
          </p:cNvPr>
          <p:cNvSpPr>
            <a:spLocks xmlns:a="http://schemas.openxmlformats.org/drawingml/2006/main" noGrp="1"/>
          </p:cNvSpPr>
          <p:nvPr/>
        </p:nvSpPr>
        <p:spPr>
          <a:xfrm xmlns:a="http://schemas.openxmlformats.org/drawingml/2006/main">
            <a:off x="800100" y="5467350"/>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FFFFFF"/>
                </a:solidFill>
                <a:latin typeface="PingFang SC"/>
                <a:ea typeface="PingFang SC"/>
                <a:cs typeface="PingFang SC"/>
              </a:defRPr>
            </a:defPPr>
            <a:lvl1pPr>
              <a:defRPr sz="2175" b="0">
                <a:solidFill>
                  <a:srgbClr val="FFFFFF"/>
                </a:solidFill>
                <a:latin typeface="PingFang SC"/>
                <a:ea typeface="PingFang SC"/>
                <a:cs typeface="PingFang SC"/>
              </a:defRPr>
            </a:lvl1pPr>
            <a:lvl2pPr>
              <a:defRPr sz="2175" b="0">
                <a:solidFill>
                  <a:srgbClr val="FFFFFF"/>
                </a:solidFill>
                <a:latin typeface="PingFang SC"/>
                <a:ea typeface="PingFang SC"/>
                <a:cs typeface="PingFang SC"/>
              </a:defRPr>
            </a:lvl2pPr>
            <a:lvl3pPr>
              <a:defRPr sz="2175" b="0">
                <a:solidFill>
                  <a:srgbClr val="FFFFFF"/>
                </a:solidFill>
                <a:latin typeface="PingFang SC"/>
                <a:ea typeface="PingFang SC"/>
                <a:cs typeface="PingFang SC"/>
              </a:defRPr>
            </a:lvl3pPr>
            <a:lvl4pPr>
              <a:defRPr sz="2175" b="0">
                <a:solidFill>
                  <a:srgbClr val="FFFFFF"/>
                </a:solidFill>
                <a:latin typeface="PingFang SC"/>
                <a:ea typeface="PingFang SC"/>
                <a:cs typeface="PingFang SC"/>
              </a:defRPr>
            </a:lvl4pPr>
            <a:lvl5pPr>
              <a:defRPr sz="2175" b="0">
                <a:solidFill>
                  <a:srgbClr val="FFFFFF"/>
                </a:solidFill>
                <a:latin typeface="PingFang SC"/>
                <a:ea typeface="PingFang SC"/>
                <a:cs typeface="PingFang SC"/>
              </a:defRPr>
            </a:lvl5pPr>
            <a:lvl6pPr>
              <a:defRPr sz="2175" b="0">
                <a:solidFill>
                  <a:srgbClr val="FFFFFF"/>
                </a:solidFill>
                <a:latin typeface="PingFang SC"/>
                <a:ea typeface="PingFang SC"/>
                <a:cs typeface="PingFang SC"/>
              </a:defRPr>
            </a:lvl6pPr>
            <a:lvl7pPr>
              <a:defRPr sz="2175" b="0">
                <a:solidFill>
                  <a:srgbClr val="FFFFFF"/>
                </a:solidFill>
                <a:latin typeface="PingFang SC"/>
                <a:ea typeface="PingFang SC"/>
                <a:cs typeface="PingFang SC"/>
              </a:defRPr>
            </a:lvl7pPr>
            <a:lvl8pPr>
              <a:defRPr sz="2175" b="0">
                <a:solidFill>
                  <a:srgbClr val="FFFFFF"/>
                </a:solidFill>
                <a:latin typeface="PingFang SC"/>
                <a:ea typeface="PingFang SC"/>
                <a:cs typeface="PingFang SC"/>
              </a:defRPr>
            </a:lvl8pPr>
            <a:lvl9pPr>
              <a:defRPr sz="2175" b="0">
                <a:solidFill>
                  <a:srgbClr val="FFFFFF"/>
                </a:solidFill>
                <a:latin typeface="PingFang SC"/>
                <a:ea typeface="PingFang SC"/>
                <a:cs typeface="PingFang SC"/>
              </a:defRPr>
            </a:lvl9pPr>
          </a:lstStyle>
          <a:p xmlns:a="http://schemas.openxmlformats.org/drawingml/2006/main">
            <a:pPr>
              <a:defRPr sz="2175" b="0">
                <a:solidFill>
                  <a:srgbClr val="FFFFFF"/>
                </a:solidFill>
                <a:latin typeface="PingFang SC"/>
                <a:ea typeface="PingFang SC"/>
                <a:cs typeface="PingFang SC"/>
              </a:defRPr>
            </a:pPr>
            <a:r>
              <a:rPr sz="2175" b="0">
                <a:solidFill>
                  <a:srgbClr val="FFFFFF"/>
                </a:solidFill>
                <a:latin typeface="PingFang SC"/>
                <a:ea typeface="PingFang SC"/>
                <a:cs typeface="PingFang SC"/>
              </a:rPr>
              <a:t>After add_bonus(score), the caller’s score must increase by 5.</a:t>
            </a:r>
          </a:p>
        </p:txBody>
      </p:sp>
      <p:sp>
        <p:nvSpPr>
          <p:cNvPr id="8" name="cue-2">
            <a:extLst xmlns:a="http://schemas.openxmlformats.org/drawingml/2006/main">
              <a:ext uri="{FF2B5EF4-FFF2-40B4-BE49-F238E27FC236}">
                <a16:creationId xmlns:a16="http://schemas.microsoft.com/office/drawing/2014/main" id="{0DE59CE4-3EBD-406E-AE6D-387D63F65721}"/>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FFFFFF"/>
                </a:solidFill>
                <a:latin typeface="PingFang SC"/>
                <a:ea typeface="PingFang SC"/>
                <a:cs typeface="PingFang SC"/>
              </a:defRPr>
            </a:defPPr>
            <a:lvl1pPr>
              <a:defRPr sz="2175" b="0">
                <a:solidFill>
                  <a:srgbClr val="FFFFFF"/>
                </a:solidFill>
                <a:latin typeface="PingFang SC"/>
                <a:ea typeface="PingFang SC"/>
                <a:cs typeface="PingFang SC"/>
              </a:defRPr>
            </a:lvl1pPr>
            <a:lvl2pPr>
              <a:defRPr sz="2175" b="0">
                <a:solidFill>
                  <a:srgbClr val="FFFFFF"/>
                </a:solidFill>
                <a:latin typeface="PingFang SC"/>
                <a:ea typeface="PingFang SC"/>
                <a:cs typeface="PingFang SC"/>
              </a:defRPr>
            </a:lvl2pPr>
            <a:lvl3pPr>
              <a:defRPr sz="2175" b="0">
                <a:solidFill>
                  <a:srgbClr val="FFFFFF"/>
                </a:solidFill>
                <a:latin typeface="PingFang SC"/>
                <a:ea typeface="PingFang SC"/>
                <a:cs typeface="PingFang SC"/>
              </a:defRPr>
            </a:lvl3pPr>
            <a:lvl4pPr>
              <a:defRPr sz="2175" b="0">
                <a:solidFill>
                  <a:srgbClr val="FFFFFF"/>
                </a:solidFill>
                <a:latin typeface="PingFang SC"/>
                <a:ea typeface="PingFang SC"/>
                <a:cs typeface="PingFang SC"/>
              </a:defRPr>
            </a:lvl4pPr>
            <a:lvl5pPr>
              <a:defRPr sz="2175" b="0">
                <a:solidFill>
                  <a:srgbClr val="FFFFFF"/>
                </a:solidFill>
                <a:latin typeface="PingFang SC"/>
                <a:ea typeface="PingFang SC"/>
                <a:cs typeface="PingFang SC"/>
              </a:defRPr>
            </a:lvl5pPr>
            <a:lvl6pPr>
              <a:defRPr sz="2175" b="0">
                <a:solidFill>
                  <a:srgbClr val="FFFFFF"/>
                </a:solidFill>
                <a:latin typeface="PingFang SC"/>
                <a:ea typeface="PingFang SC"/>
                <a:cs typeface="PingFang SC"/>
              </a:defRPr>
            </a:lvl6pPr>
            <a:lvl7pPr>
              <a:defRPr sz="2175" b="0">
                <a:solidFill>
                  <a:srgbClr val="FFFFFF"/>
                </a:solidFill>
                <a:latin typeface="PingFang SC"/>
                <a:ea typeface="PingFang SC"/>
                <a:cs typeface="PingFang SC"/>
              </a:defRPr>
            </a:lvl7pPr>
            <a:lvl8pPr>
              <a:defRPr sz="2175" b="0">
                <a:solidFill>
                  <a:srgbClr val="FFFFFF"/>
                </a:solidFill>
                <a:latin typeface="PingFang SC"/>
                <a:ea typeface="PingFang SC"/>
                <a:cs typeface="PingFang SC"/>
              </a:defRPr>
            </a:lvl8pPr>
            <a:lvl9pPr>
              <a:defRPr sz="2175" b="0">
                <a:solidFill>
                  <a:srgbClr val="FFFFFF"/>
                </a:solidFill>
                <a:latin typeface="PingFang SC"/>
                <a:ea typeface="PingFang SC"/>
                <a:cs typeface="PingFang SC"/>
              </a:defRPr>
            </a:lvl9pPr>
          </a:lstStyle>
          <a:p xmlns:a="http://schemas.openxmlformats.org/drawingml/2006/main">
            <a:pPr>
              <a:defRPr sz="2175" b="0">
                <a:solidFill>
                  <a:srgbClr val="FFFFFF"/>
                </a:solidFill>
                <a:latin typeface="PingFang SC"/>
                <a:ea typeface="PingFang SC"/>
                <a:cs typeface="PingFang SC"/>
              </a:defRPr>
            </a:pPr>
            <a:r>
              <a:rPr sz="2175" b="0">
                <a:solidFill>
                  <a:srgbClr val="FFFFFF"/>
                </a:solidFill>
                <a:latin typeface="PingFang SC"/>
                <a:ea typeface="PingFang SC"/>
                <a:cs typeface="PingFang SC"/>
              </a:rPr>
              <a:t>What needs to change?</a:t>
            </a:r>
          </a:p>
        </p:txBody>
      </p:sp>
    </p:spTree>
    <p:extLst>
      <p:ext uri="{BB962C8B-B14F-4D97-AF65-F5344CB8AC3E}">
        <p14:creationId xmlns:p14="http://schemas.microsoft.com/office/powerpoint/2010/main" val="37163925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brand">
            <a:extLst xmlns:a="http://schemas.openxmlformats.org/drawingml/2006/main">
              <a:ext uri="{FF2B5EF4-FFF2-40B4-BE49-F238E27FC236}">
                <a16:creationId xmlns:a16="http://schemas.microsoft.com/office/drawing/2014/main" id="{239657C1-4ED1-4DB8-9548-82599D4477EF}"/>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A0C68A1B-D77B-407D-B7F4-7DA947645E7A}"/>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28 / 63</a:t>
            </a:r>
          </a:p>
        </p:txBody>
      </p:sp>
      <p:sp>
        <p:nvSpPr>
          <p:cNvPr id="3" name="heading-1">
            <a:extLst xmlns:a="http://schemas.openxmlformats.org/drawingml/2006/main">
              <a:ext uri="{FF2B5EF4-FFF2-40B4-BE49-F238E27FC236}">
                <a16:creationId xmlns:a16="http://schemas.microsoft.com/office/drawing/2014/main" id="{20025FEB-9EC4-4ED2-9E64-68C91A14D657}"/>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Mutation and returning a new value</a:t>
            </a:r>
          </a:p>
        </p:txBody>
      </p:sp>
      <p:sp>
        <p:nvSpPr>
          <p:cNvPr id="4" name="code-1">
            <a:extLst xmlns:a="http://schemas.openxmlformats.org/drawingml/2006/main">
              <a:ext uri="{FF2B5EF4-FFF2-40B4-BE49-F238E27FC236}">
                <a16:creationId xmlns:a16="http://schemas.microsoft.com/office/drawing/2014/main" id="{AF10EDEB-5D10-41B7-A288-E357152AD562}"/>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void</a:t>
            </a:r>
            <a:r>
              <a:rPr sz="2250">
                <a:solidFill>
                  <a:srgbClr val="222222"/>
                </a:solidFill>
                <a:latin typeface="Menlo"/>
                <a:ea typeface="Menlo"/>
                <a:cs typeface="Menlo"/>
              </a:rPr>
              <a:t> </a:t>
            </a:r>
            <a:r>
              <a:rPr sz="2250">
                <a:solidFill>
                  <a:srgbClr val="6F42C1"/>
                </a:solidFill>
                <a:latin typeface="Menlo"/>
                <a:ea typeface="Menlo"/>
                <a:cs typeface="Menlo"/>
              </a:rPr>
              <a:t>add_bonus</a:t>
            </a:r>
            <a:r>
              <a:rPr sz="2250">
                <a:solidFill>
                  <a:srgbClr val="222222"/>
                </a:solidFill>
                <a:latin typeface="Menlo"/>
                <a:ea typeface="Menlo"/>
                <a:cs typeface="Menlo"/>
              </a:rPr>
              <a:t>(</a:t>
            </a:r>
            <a:r>
              <a:rPr sz="2250">
                <a:solidFill>
                  <a:srgbClr val="6F42C1"/>
                </a:solidFill>
                <a:latin typeface="Menlo"/>
                <a:ea typeface="Menlo"/>
                <a:cs typeface="Menlo"/>
              </a:rPr>
              <a:t>int</a:t>
            </a:r>
            <a:r>
              <a:rPr sz="2250">
                <a:solidFill>
                  <a:srgbClr val="222222"/>
                </a:solidFill>
                <a:latin typeface="Menlo"/>
                <a:ea typeface="Menlo"/>
                <a:cs typeface="Menlo"/>
              </a:rPr>
              <a:t>&amp; score)</a:t>
            </a:r>
            <a:r>
              <a:rPr sz="2250">
                <a:solidFill>
                  <a:srgbClr val="222222"/>
                </a:solidFill>
                <a:latin typeface="Menlo"/>
                <a:ea typeface="Menlo"/>
                <a:cs typeface="Menlo"/>
              </a:rPr>
              <a:t> </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CD19AC0B-64CD-4A17-A7EF-085DAFAC3632}"/>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score +</a:t>
            </a:r>
            <a:r>
              <a:rPr sz="2250">
                <a:solidFill>
                  <a:srgbClr val="222222"/>
                </a:solidFill>
                <a:latin typeface="Menlo"/>
                <a:ea typeface="Menlo"/>
                <a:cs typeface="Menlo"/>
              </a:rPr>
              <a:t>= </a:t>
            </a:r>
            <a:r>
              <a:rPr sz="2250">
                <a:solidFill>
                  <a:srgbClr val="9A4D00"/>
                </a:solidFill>
                <a:latin typeface="Menlo"/>
                <a:ea typeface="Menlo"/>
                <a:cs typeface="Menlo"/>
              </a:rPr>
              <a:t>5</a:t>
            </a:r>
            <a:r>
              <a:rPr sz="2250">
                <a:solidFill>
                  <a:srgbClr val="222222"/>
                </a:solidFill>
                <a:latin typeface="Menlo"/>
                <a:ea typeface="Menlo"/>
                <a:cs typeface="Menlo"/>
              </a:rPr>
              <a:t>;</a:t>
            </a:r>
          </a:p>
        </p:txBody>
      </p:sp>
      <p:sp>
        <p:nvSpPr>
          <p:cNvPr id="6" name="code-3">
            <a:extLst xmlns:a="http://schemas.openxmlformats.org/drawingml/2006/main">
              <a:ext uri="{FF2B5EF4-FFF2-40B4-BE49-F238E27FC236}">
                <a16:creationId xmlns:a16="http://schemas.microsoft.com/office/drawing/2014/main" id="{B76538D2-F5DC-4463-B7DC-38F3671C3C59}"/>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7" name="code-4">
            <a:extLst xmlns:a="http://schemas.openxmlformats.org/drawingml/2006/main">
              <a:ext uri="{FF2B5EF4-FFF2-40B4-BE49-F238E27FC236}">
                <a16:creationId xmlns:a16="http://schemas.microsoft.com/office/drawing/2014/main" id="{99D2B407-A3C0-413B-BB25-A45B777DE2B9}"/>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r>
              <a:t/>
            </a:r>
          </a:p>
        </p:txBody>
      </p:sp>
      <p:sp>
        <p:nvSpPr>
          <p:cNvPr id="8" name="code-5">
            <a:extLst xmlns:a="http://schemas.openxmlformats.org/drawingml/2006/main">
              <a:ext uri="{FF2B5EF4-FFF2-40B4-BE49-F238E27FC236}">
                <a16:creationId xmlns:a16="http://schemas.microsoft.com/office/drawing/2014/main" id="{E69618F0-5023-417D-886D-690B11FAF7AA}"/>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int</a:t>
            </a:r>
            <a:r>
              <a:rPr sz="2250">
                <a:solidFill>
                  <a:srgbClr val="222222"/>
                </a:solidFill>
                <a:latin typeface="Menlo"/>
                <a:ea typeface="Menlo"/>
                <a:cs typeface="Menlo"/>
              </a:rPr>
              <a:t> </a:t>
            </a:r>
            <a:r>
              <a:rPr sz="2250">
                <a:solidFill>
                  <a:srgbClr val="6F42C1"/>
                </a:solidFill>
                <a:latin typeface="Menlo"/>
                <a:ea typeface="Menlo"/>
                <a:cs typeface="Menlo"/>
              </a:rPr>
              <a:t>with_bonus</a:t>
            </a:r>
            <a:r>
              <a:rPr sz="2250">
                <a:solidFill>
                  <a:srgbClr val="222222"/>
                </a:solidFill>
                <a:latin typeface="Menlo"/>
                <a:ea typeface="Menlo"/>
                <a:cs typeface="Menlo"/>
              </a:rPr>
              <a:t>(</a:t>
            </a:r>
            <a:r>
              <a:rPr sz="2250">
                <a:solidFill>
                  <a:srgbClr val="6F42C1"/>
                </a:solidFill>
                <a:latin typeface="Menlo"/>
                <a:ea typeface="Menlo"/>
                <a:cs typeface="Menlo"/>
              </a:rPr>
              <a:t>int</a:t>
            </a:r>
            <a:r>
              <a:rPr sz="2250">
                <a:solidFill>
                  <a:srgbClr val="222222"/>
                </a:solidFill>
                <a:latin typeface="Menlo"/>
                <a:ea typeface="Menlo"/>
                <a:cs typeface="Menlo"/>
              </a:rPr>
              <a:t> score)</a:t>
            </a:r>
            <a:r>
              <a:rPr sz="2250">
                <a:solidFill>
                  <a:srgbClr val="222222"/>
                </a:solidFill>
                <a:latin typeface="Menlo"/>
                <a:ea typeface="Menlo"/>
                <a:cs typeface="Menlo"/>
              </a:rPr>
              <a:t> </a:t>
            </a:r>
            <a:r>
              <a:rPr sz="2250">
                <a:solidFill>
                  <a:srgbClr val="222222"/>
                </a:solidFill>
                <a:latin typeface="Menlo"/>
                <a:ea typeface="Menlo"/>
                <a:cs typeface="Menlo"/>
              </a:rPr>
              <a:t>{</a:t>
            </a:r>
          </a:p>
        </p:txBody>
      </p:sp>
      <p:sp>
        <p:nvSpPr>
          <p:cNvPr id="9" name="code-6">
            <a:extLst xmlns:a="http://schemas.openxmlformats.org/drawingml/2006/main">
              <a:ext uri="{FF2B5EF4-FFF2-40B4-BE49-F238E27FC236}">
                <a16:creationId xmlns:a16="http://schemas.microsoft.com/office/drawing/2014/main" id="{28FACA27-E839-493B-8061-1C035993B5B9}"/>
              </a:ext>
            </a:extLst>
          </p:cNvPr>
          <p:cNvSpPr>
            <a:spLocks xmlns:a="http://schemas.openxmlformats.org/drawingml/2006/main" noGrp="1"/>
          </p:cNvSpPr>
          <p:nvPr/>
        </p:nvSpPr>
        <p:spPr>
          <a:xfrm xmlns:a="http://schemas.openxmlformats.org/drawingml/2006/main">
            <a:off x="800100" y="36861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005CC5"/>
                </a:solidFill>
                <a:latin typeface="Menlo"/>
                <a:ea typeface="Menlo"/>
                <a:cs typeface="Menlo"/>
              </a:rPr>
              <a:t>return</a:t>
            </a:r>
            <a:r>
              <a:rPr sz="2250">
                <a:solidFill>
                  <a:srgbClr val="222222"/>
                </a:solidFill>
                <a:latin typeface="Menlo"/>
                <a:ea typeface="Menlo"/>
                <a:cs typeface="Menlo"/>
              </a:rPr>
              <a:t> score + </a:t>
            </a:r>
            <a:r>
              <a:rPr sz="2250">
                <a:solidFill>
                  <a:srgbClr val="9A4D00"/>
                </a:solidFill>
                <a:latin typeface="Menlo"/>
                <a:ea typeface="Menlo"/>
                <a:cs typeface="Menlo"/>
              </a:rPr>
              <a:t>5</a:t>
            </a:r>
            <a:r>
              <a:rPr sz="2250">
                <a:solidFill>
                  <a:srgbClr val="222222"/>
                </a:solidFill>
                <a:latin typeface="Menlo"/>
                <a:ea typeface="Menlo"/>
                <a:cs typeface="Menlo"/>
              </a:rPr>
              <a:t>;</a:t>
            </a:r>
          </a:p>
        </p:txBody>
      </p:sp>
      <p:sp>
        <p:nvSpPr>
          <p:cNvPr id="10" name="code-7">
            <a:extLst xmlns:a="http://schemas.openxmlformats.org/drawingml/2006/main">
              <a:ext uri="{FF2B5EF4-FFF2-40B4-BE49-F238E27FC236}">
                <a16:creationId xmlns:a16="http://schemas.microsoft.com/office/drawing/2014/main" id="{45A606F2-44DF-424D-9BA4-392664693A73}"/>
              </a:ext>
            </a:extLst>
          </p:cNvPr>
          <p:cNvSpPr>
            <a:spLocks xmlns:a="http://schemas.openxmlformats.org/drawingml/2006/main" noGrp="1"/>
          </p:cNvSpPr>
          <p:nvPr/>
        </p:nvSpPr>
        <p:spPr>
          <a:xfrm xmlns:a="http://schemas.openxmlformats.org/drawingml/2006/main">
            <a:off x="800100" y="40576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11" name="cue-1">
            <a:extLst xmlns:a="http://schemas.openxmlformats.org/drawingml/2006/main">
              <a:ext uri="{FF2B5EF4-FFF2-40B4-BE49-F238E27FC236}">
                <a16:creationId xmlns:a16="http://schemas.microsoft.com/office/drawing/2014/main" id="{7F46D321-088A-49A0-87EB-249744EBCF72}"/>
              </a:ext>
            </a:extLst>
          </p:cNvPr>
          <p:cNvSpPr>
            <a:spLocks xmlns:a="http://schemas.openxmlformats.org/drawingml/2006/main" noGrp="1"/>
          </p:cNvSpPr>
          <p:nvPr/>
        </p:nvSpPr>
        <p:spPr>
          <a:xfrm xmlns:a="http://schemas.openxmlformats.org/drawingml/2006/main">
            <a:off x="800100" y="5467350"/>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add_bonus(score) mutates directly.</a:t>
            </a:r>
          </a:p>
        </p:txBody>
      </p:sp>
      <p:sp>
        <p:nvSpPr>
          <p:cNvPr id="12" name="cue-2">
            <a:extLst xmlns:a="http://schemas.openxmlformats.org/drawingml/2006/main">
              <a:ext uri="{FF2B5EF4-FFF2-40B4-BE49-F238E27FC236}">
                <a16:creationId xmlns:a16="http://schemas.microsoft.com/office/drawing/2014/main" id="{B6C952B6-AE7C-4BD3-AF77-F03816A053F6}"/>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score = with_bonus(score) explicitly stores a new value.</a:t>
            </a:r>
          </a:p>
        </p:txBody>
      </p:sp>
    </p:spTree>
    <p:extLst>
      <p:ext uri="{BB962C8B-B14F-4D97-AF65-F5344CB8AC3E}">
        <p14:creationId xmlns:p14="http://schemas.microsoft.com/office/powerpoint/2010/main" val="244576289"/>
      </p:ext>
    </p:extLst>
  </p:cSld>
</p:sld>
</file>

<file path=ppt/slides/slide29.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6" name="brand">
            <a:extLst xmlns:a="http://schemas.openxmlformats.org/drawingml/2006/main">
              <a:ext uri="{FF2B5EF4-FFF2-40B4-BE49-F238E27FC236}">
                <a16:creationId xmlns:a16="http://schemas.microsoft.com/office/drawing/2014/main" id="{804C8EC8-562D-4F8B-B157-8E79AD7CAB9E}"/>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BBBBBB"/>
                </a:solidFill>
                <a:latin typeface="PingFang SC"/>
                <a:ea typeface="PingFang SC"/>
                <a:cs typeface="PingFang SC"/>
              </a:defRPr>
            </a:defPPr>
            <a:lvl1pPr>
              <a:defRPr sz="1125" b="1">
                <a:solidFill>
                  <a:srgbClr val="BBBBBB"/>
                </a:solidFill>
                <a:latin typeface="PingFang SC"/>
                <a:ea typeface="PingFang SC"/>
                <a:cs typeface="PingFang SC"/>
              </a:defRPr>
            </a:lvl1pPr>
            <a:lvl2pPr>
              <a:defRPr sz="1125" b="1">
                <a:solidFill>
                  <a:srgbClr val="BBBBBB"/>
                </a:solidFill>
                <a:latin typeface="PingFang SC"/>
                <a:ea typeface="PingFang SC"/>
                <a:cs typeface="PingFang SC"/>
              </a:defRPr>
            </a:lvl2pPr>
            <a:lvl3pPr>
              <a:defRPr sz="1125" b="1">
                <a:solidFill>
                  <a:srgbClr val="BBBBBB"/>
                </a:solidFill>
                <a:latin typeface="PingFang SC"/>
                <a:ea typeface="PingFang SC"/>
                <a:cs typeface="PingFang SC"/>
              </a:defRPr>
            </a:lvl3pPr>
            <a:lvl4pPr>
              <a:defRPr sz="1125" b="1">
                <a:solidFill>
                  <a:srgbClr val="BBBBBB"/>
                </a:solidFill>
                <a:latin typeface="PingFang SC"/>
                <a:ea typeface="PingFang SC"/>
                <a:cs typeface="PingFang SC"/>
              </a:defRPr>
            </a:lvl4pPr>
            <a:lvl5pPr>
              <a:defRPr sz="1125" b="1">
                <a:solidFill>
                  <a:srgbClr val="BBBBBB"/>
                </a:solidFill>
                <a:latin typeface="PingFang SC"/>
                <a:ea typeface="PingFang SC"/>
                <a:cs typeface="PingFang SC"/>
              </a:defRPr>
            </a:lvl5pPr>
            <a:lvl6pPr>
              <a:defRPr sz="1125" b="1">
                <a:solidFill>
                  <a:srgbClr val="BBBBBB"/>
                </a:solidFill>
                <a:latin typeface="PingFang SC"/>
                <a:ea typeface="PingFang SC"/>
                <a:cs typeface="PingFang SC"/>
              </a:defRPr>
            </a:lvl6pPr>
            <a:lvl7pPr>
              <a:defRPr sz="1125" b="1">
                <a:solidFill>
                  <a:srgbClr val="BBBBBB"/>
                </a:solidFill>
                <a:latin typeface="PingFang SC"/>
                <a:ea typeface="PingFang SC"/>
                <a:cs typeface="PingFang SC"/>
              </a:defRPr>
            </a:lvl7pPr>
            <a:lvl8pPr>
              <a:defRPr sz="1125" b="1">
                <a:solidFill>
                  <a:srgbClr val="BBBBBB"/>
                </a:solidFill>
                <a:latin typeface="PingFang SC"/>
                <a:ea typeface="PingFang SC"/>
                <a:cs typeface="PingFang SC"/>
              </a:defRPr>
            </a:lvl8pPr>
            <a:lvl9pPr>
              <a:defRPr sz="1125" b="1">
                <a:solidFill>
                  <a:srgbClr val="BBBBBB"/>
                </a:solidFill>
                <a:latin typeface="PingFang SC"/>
                <a:ea typeface="PingFang SC"/>
                <a:cs typeface="PingFang SC"/>
              </a:defRPr>
            </a:lvl9pPr>
          </a:lstStyle>
          <a:p xmlns:a="http://schemas.openxmlformats.org/drawingml/2006/main">
            <a:pPr>
              <a:defRPr sz="1125" b="1">
                <a:solidFill>
                  <a:srgbClr val="BBBBBB"/>
                </a:solidFill>
                <a:latin typeface="PingFang SC"/>
                <a:ea typeface="PingFang SC"/>
                <a:cs typeface="PingFang SC"/>
              </a:defRPr>
            </a:pPr>
            <a:r>
              <a:rPr sz="1125" b="1">
                <a:solidFill>
                  <a:srgbClr val="BBBBBB"/>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EF4800FC-D5EA-45EF-BAD1-4DB17128EABF}"/>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BBBBBB"/>
                </a:solidFill>
                <a:latin typeface="Menlo"/>
                <a:ea typeface="Menlo"/>
                <a:cs typeface="Menlo"/>
              </a:defRPr>
            </a:defPPr>
            <a:lvl1pPr>
              <a:defRPr sz="1200" b="0">
                <a:solidFill>
                  <a:srgbClr val="BBBBBB"/>
                </a:solidFill>
                <a:latin typeface="Menlo"/>
                <a:ea typeface="Menlo"/>
                <a:cs typeface="Menlo"/>
              </a:defRPr>
            </a:lvl1pPr>
            <a:lvl2pPr>
              <a:defRPr sz="1200" b="0">
                <a:solidFill>
                  <a:srgbClr val="BBBBBB"/>
                </a:solidFill>
                <a:latin typeface="Menlo"/>
                <a:ea typeface="Menlo"/>
                <a:cs typeface="Menlo"/>
              </a:defRPr>
            </a:lvl2pPr>
            <a:lvl3pPr>
              <a:defRPr sz="1200" b="0">
                <a:solidFill>
                  <a:srgbClr val="BBBBBB"/>
                </a:solidFill>
                <a:latin typeface="Menlo"/>
                <a:ea typeface="Menlo"/>
                <a:cs typeface="Menlo"/>
              </a:defRPr>
            </a:lvl3pPr>
            <a:lvl4pPr>
              <a:defRPr sz="1200" b="0">
                <a:solidFill>
                  <a:srgbClr val="BBBBBB"/>
                </a:solidFill>
                <a:latin typeface="Menlo"/>
                <a:ea typeface="Menlo"/>
                <a:cs typeface="Menlo"/>
              </a:defRPr>
            </a:lvl4pPr>
            <a:lvl5pPr>
              <a:defRPr sz="1200" b="0">
                <a:solidFill>
                  <a:srgbClr val="BBBBBB"/>
                </a:solidFill>
                <a:latin typeface="Menlo"/>
                <a:ea typeface="Menlo"/>
                <a:cs typeface="Menlo"/>
              </a:defRPr>
            </a:lvl5pPr>
            <a:lvl6pPr>
              <a:defRPr sz="1200" b="0">
                <a:solidFill>
                  <a:srgbClr val="BBBBBB"/>
                </a:solidFill>
                <a:latin typeface="Menlo"/>
                <a:ea typeface="Menlo"/>
                <a:cs typeface="Menlo"/>
              </a:defRPr>
            </a:lvl6pPr>
            <a:lvl7pPr>
              <a:defRPr sz="1200" b="0">
                <a:solidFill>
                  <a:srgbClr val="BBBBBB"/>
                </a:solidFill>
                <a:latin typeface="Menlo"/>
                <a:ea typeface="Menlo"/>
                <a:cs typeface="Menlo"/>
              </a:defRPr>
            </a:lvl7pPr>
            <a:lvl8pPr>
              <a:defRPr sz="1200" b="0">
                <a:solidFill>
                  <a:srgbClr val="BBBBBB"/>
                </a:solidFill>
                <a:latin typeface="Menlo"/>
                <a:ea typeface="Menlo"/>
                <a:cs typeface="Menlo"/>
              </a:defRPr>
            </a:lvl8pPr>
            <a:lvl9pPr>
              <a:defRPr sz="1200" b="0">
                <a:solidFill>
                  <a:srgbClr val="BBBBBB"/>
                </a:solidFill>
                <a:latin typeface="Menlo"/>
                <a:ea typeface="Menlo"/>
                <a:cs typeface="Menlo"/>
              </a:defRPr>
            </a:lvl9pPr>
          </a:lstStyle>
          <a:p xmlns:a="http://schemas.openxmlformats.org/drawingml/2006/main">
            <a:pPr>
              <a:defRPr sz="1200" b="0">
                <a:solidFill>
                  <a:srgbClr val="BBBBBB"/>
                </a:solidFill>
                <a:latin typeface="Menlo"/>
                <a:ea typeface="Menlo"/>
                <a:cs typeface="Menlo"/>
              </a:defRPr>
            </a:pPr>
            <a:r>
              <a:rPr sz="1200" b="0">
                <a:solidFill>
                  <a:srgbClr val="BBBBBB"/>
                </a:solidFill>
                <a:latin typeface="Menlo"/>
                <a:ea typeface="Menlo"/>
                <a:cs typeface="Menlo"/>
              </a:rPr>
              <a:t>29 / 63</a:t>
            </a:r>
          </a:p>
        </p:txBody>
      </p:sp>
      <p:sp>
        <p:nvSpPr>
          <p:cNvPr id="3" name="heading-1">
            <a:extLst xmlns:a="http://schemas.openxmlformats.org/drawingml/2006/main">
              <a:ext uri="{FF2B5EF4-FFF2-40B4-BE49-F238E27FC236}">
                <a16:creationId xmlns:a16="http://schemas.microsoft.com/office/drawing/2014/main" id="{6059473E-B854-4039-85DB-F79041B36646}"/>
              </a:ext>
            </a:extLst>
          </p:cNvPr>
          <p:cNvSpPr>
            <a:spLocks xmlns:a="http://schemas.openxmlformats.org/drawingml/2006/main" noGrp="1"/>
          </p:cNvSpPr>
          <p:nvPr/>
        </p:nvSpPr>
        <p:spPr>
          <a:xfrm xmlns:a="http://schemas.openxmlformats.org/drawingml/2006/main">
            <a:off x="762000" y="2190750"/>
            <a:ext cx="10668000" cy="9022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4800" b="1">
                <a:solidFill>
                  <a:srgbClr val="FFFFFF"/>
                </a:solidFill>
                <a:latin typeface="PingFang SC"/>
                <a:ea typeface="PingFang SC"/>
                <a:cs typeface="PingFang SC"/>
              </a:defRPr>
            </a:defPPr>
            <a:lvl1pPr>
              <a:defRPr sz="4800" b="1">
                <a:solidFill>
                  <a:srgbClr val="FFFFFF"/>
                </a:solidFill>
                <a:latin typeface="PingFang SC"/>
                <a:ea typeface="PingFang SC"/>
                <a:cs typeface="PingFang SC"/>
              </a:defRPr>
            </a:lvl1pPr>
            <a:lvl2pPr>
              <a:defRPr sz="4800" b="1">
                <a:solidFill>
                  <a:srgbClr val="FFFFFF"/>
                </a:solidFill>
                <a:latin typeface="PingFang SC"/>
                <a:ea typeface="PingFang SC"/>
                <a:cs typeface="PingFang SC"/>
              </a:defRPr>
            </a:lvl2pPr>
            <a:lvl3pPr>
              <a:defRPr sz="4800" b="1">
                <a:solidFill>
                  <a:srgbClr val="FFFFFF"/>
                </a:solidFill>
                <a:latin typeface="PingFang SC"/>
                <a:ea typeface="PingFang SC"/>
                <a:cs typeface="PingFang SC"/>
              </a:defRPr>
            </a:lvl3pPr>
            <a:lvl4pPr>
              <a:defRPr sz="4800" b="1">
                <a:solidFill>
                  <a:srgbClr val="FFFFFF"/>
                </a:solidFill>
                <a:latin typeface="PingFang SC"/>
                <a:ea typeface="PingFang SC"/>
                <a:cs typeface="PingFang SC"/>
              </a:defRPr>
            </a:lvl4pPr>
            <a:lvl5pPr>
              <a:defRPr sz="4800" b="1">
                <a:solidFill>
                  <a:srgbClr val="FFFFFF"/>
                </a:solidFill>
                <a:latin typeface="PingFang SC"/>
                <a:ea typeface="PingFang SC"/>
                <a:cs typeface="PingFang SC"/>
              </a:defRPr>
            </a:lvl5pPr>
            <a:lvl6pPr>
              <a:defRPr sz="4800" b="1">
                <a:solidFill>
                  <a:srgbClr val="FFFFFF"/>
                </a:solidFill>
                <a:latin typeface="PingFang SC"/>
                <a:ea typeface="PingFang SC"/>
                <a:cs typeface="PingFang SC"/>
              </a:defRPr>
            </a:lvl6pPr>
            <a:lvl7pPr>
              <a:defRPr sz="4800" b="1">
                <a:solidFill>
                  <a:srgbClr val="FFFFFF"/>
                </a:solidFill>
                <a:latin typeface="PingFang SC"/>
                <a:ea typeface="PingFang SC"/>
                <a:cs typeface="PingFang SC"/>
              </a:defRPr>
            </a:lvl7pPr>
            <a:lvl8pPr>
              <a:defRPr sz="4800" b="1">
                <a:solidFill>
                  <a:srgbClr val="FFFFFF"/>
                </a:solidFill>
                <a:latin typeface="PingFang SC"/>
                <a:ea typeface="PingFang SC"/>
                <a:cs typeface="PingFang SC"/>
              </a:defRPr>
            </a:lvl8pPr>
            <a:lvl9pPr>
              <a:defRPr sz="4800" b="1">
                <a:solidFill>
                  <a:srgbClr val="FFFFFF"/>
                </a:solidFill>
                <a:latin typeface="PingFang SC"/>
                <a:ea typeface="PingFang SC"/>
                <a:cs typeface="PingFang SC"/>
              </a:defRPr>
            </a:lvl9pPr>
          </a:lstStyle>
          <a:p xmlns:a="http://schemas.openxmlformats.org/drawingml/2006/main">
            <a:pPr>
              <a:defRPr sz="4800" b="1">
                <a:solidFill>
                  <a:srgbClr val="FFFFFF"/>
                </a:solidFill>
                <a:latin typeface="PingFang SC"/>
                <a:ea typeface="PingFang SC"/>
                <a:cs typeface="PingFang SC"/>
              </a:defRPr>
            </a:pPr>
            <a:r>
              <a:rPr sz="4800" b="1">
                <a:solidFill>
                  <a:srgbClr val="FFFFFF"/>
                </a:solidFill>
                <a:latin typeface="PingFang SC"/>
                <a:ea typeface="PingFang SC"/>
                <a:cs typeface="PingFang SC"/>
              </a:rPr>
              <a:t>Break</a:t>
            </a:r>
          </a:p>
        </p:txBody>
      </p:sp>
      <p:sp>
        <p:nvSpPr>
          <p:cNvPr id="4" name="body-1">
            <a:extLst xmlns:a="http://schemas.openxmlformats.org/drawingml/2006/main">
              <a:ext uri="{FF2B5EF4-FFF2-40B4-BE49-F238E27FC236}">
                <a16:creationId xmlns:a16="http://schemas.microsoft.com/office/drawing/2014/main" id="{3417F604-B8FC-4A99-A540-0AF08DC44A28}"/>
              </a:ext>
            </a:extLst>
          </p:cNvPr>
          <p:cNvSpPr>
            <a:spLocks xmlns:a="http://schemas.openxmlformats.org/drawingml/2006/main" noGrp="1"/>
          </p:cNvSpPr>
          <p:nvPr/>
        </p:nvSpPr>
        <p:spPr>
          <a:xfrm xmlns:a="http://schemas.openxmlformats.org/drawingml/2006/main">
            <a:off x="800100" y="4953000"/>
            <a:ext cx="104775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DDDDDD"/>
                </a:solidFill>
                <a:latin typeface="PingFang SC"/>
                <a:ea typeface="PingFang SC"/>
                <a:cs typeface="PingFang SC"/>
              </a:defRPr>
            </a:defPPr>
            <a:lvl1pPr>
              <a:defRPr sz="2250" b="0">
                <a:solidFill>
                  <a:srgbClr val="DDDDDD"/>
                </a:solidFill>
                <a:latin typeface="PingFang SC"/>
                <a:ea typeface="PingFang SC"/>
                <a:cs typeface="PingFang SC"/>
              </a:defRPr>
            </a:lvl1pPr>
            <a:lvl2pPr>
              <a:defRPr sz="2250" b="0">
                <a:solidFill>
                  <a:srgbClr val="DDDDDD"/>
                </a:solidFill>
                <a:latin typeface="PingFang SC"/>
                <a:ea typeface="PingFang SC"/>
                <a:cs typeface="PingFang SC"/>
              </a:defRPr>
            </a:lvl2pPr>
            <a:lvl3pPr>
              <a:defRPr sz="2250" b="0">
                <a:solidFill>
                  <a:srgbClr val="DDDDDD"/>
                </a:solidFill>
                <a:latin typeface="PingFang SC"/>
                <a:ea typeface="PingFang SC"/>
                <a:cs typeface="PingFang SC"/>
              </a:defRPr>
            </a:lvl3pPr>
            <a:lvl4pPr>
              <a:defRPr sz="2250" b="0">
                <a:solidFill>
                  <a:srgbClr val="DDDDDD"/>
                </a:solidFill>
                <a:latin typeface="PingFang SC"/>
                <a:ea typeface="PingFang SC"/>
                <a:cs typeface="PingFang SC"/>
              </a:defRPr>
            </a:lvl4pPr>
            <a:lvl5pPr>
              <a:defRPr sz="2250" b="0">
                <a:solidFill>
                  <a:srgbClr val="DDDDDD"/>
                </a:solidFill>
                <a:latin typeface="PingFang SC"/>
                <a:ea typeface="PingFang SC"/>
                <a:cs typeface="PingFang SC"/>
              </a:defRPr>
            </a:lvl5pPr>
            <a:lvl6pPr>
              <a:defRPr sz="2250" b="0">
                <a:solidFill>
                  <a:srgbClr val="DDDDDD"/>
                </a:solidFill>
                <a:latin typeface="PingFang SC"/>
                <a:ea typeface="PingFang SC"/>
                <a:cs typeface="PingFang SC"/>
              </a:defRPr>
            </a:lvl6pPr>
            <a:lvl7pPr>
              <a:defRPr sz="2250" b="0">
                <a:solidFill>
                  <a:srgbClr val="DDDDDD"/>
                </a:solidFill>
                <a:latin typeface="PingFang SC"/>
                <a:ea typeface="PingFang SC"/>
                <a:cs typeface="PingFang SC"/>
              </a:defRPr>
            </a:lvl7pPr>
            <a:lvl8pPr>
              <a:defRPr sz="2250" b="0">
                <a:solidFill>
                  <a:srgbClr val="DDDDDD"/>
                </a:solidFill>
                <a:latin typeface="PingFang SC"/>
                <a:ea typeface="PingFang SC"/>
                <a:cs typeface="PingFang SC"/>
              </a:defRPr>
            </a:lvl8pPr>
            <a:lvl9pPr>
              <a:defRPr sz="2250" b="0">
                <a:solidFill>
                  <a:srgbClr val="DDDDDD"/>
                </a:solidFill>
                <a:latin typeface="PingFang SC"/>
                <a:ea typeface="PingFang SC"/>
                <a:cs typeface="PingFang SC"/>
              </a:defRPr>
            </a:lvl9pPr>
          </a:lstStyle>
          <a:p xmlns:a="http://schemas.openxmlformats.org/drawingml/2006/main">
            <a:pPr>
              <a:defRPr sz="2250" b="0">
                <a:solidFill>
                  <a:srgbClr val="DDDDDD"/>
                </a:solidFill>
                <a:latin typeface="PingFang SC"/>
                <a:ea typeface="PingFang SC"/>
                <a:cs typeface="PingFang SC"/>
              </a:defRPr>
            </a:pPr>
            <a:r>
              <a:rPr sz="2250" b="0">
                <a:solidFill>
                  <a:srgbClr val="DDDDDD"/>
                </a:solidFill>
                <a:latin typeface="PingFang SC"/>
                <a:ea typeface="PingFang SC"/>
                <a:cs typeface="PingFang SC"/>
              </a:rPr>
              <a:t>10 minutes</a:t>
            </a:r>
          </a:p>
        </p:txBody>
      </p:sp>
      <p:sp>
        <p:nvSpPr>
          <p:cNvPr id="5" name="body-2">
            <a:extLst xmlns:a="http://schemas.openxmlformats.org/drawingml/2006/main">
              <a:ext uri="{FF2B5EF4-FFF2-40B4-BE49-F238E27FC236}">
                <a16:creationId xmlns:a16="http://schemas.microsoft.com/office/drawing/2014/main" id="{70475E6C-1CC4-4E62-AAC8-BE7A79C5BFA2}"/>
              </a:ext>
            </a:extLst>
          </p:cNvPr>
          <p:cNvSpPr>
            <a:spLocks xmlns:a="http://schemas.openxmlformats.org/drawingml/2006/main" noGrp="1"/>
          </p:cNvSpPr>
          <p:nvPr/>
        </p:nvSpPr>
        <p:spPr>
          <a:xfrm xmlns:a="http://schemas.openxmlformats.org/drawingml/2006/main">
            <a:off x="800100" y="5353050"/>
            <a:ext cx="104775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DDDDDD"/>
                </a:solidFill>
                <a:latin typeface="PingFang SC"/>
                <a:ea typeface="PingFang SC"/>
                <a:cs typeface="PingFang SC"/>
              </a:defRPr>
            </a:defPPr>
            <a:lvl1pPr>
              <a:defRPr sz="2250" b="0">
                <a:solidFill>
                  <a:srgbClr val="DDDDDD"/>
                </a:solidFill>
                <a:latin typeface="PingFang SC"/>
                <a:ea typeface="PingFang SC"/>
                <a:cs typeface="PingFang SC"/>
              </a:defRPr>
            </a:lvl1pPr>
            <a:lvl2pPr>
              <a:defRPr sz="2250" b="0">
                <a:solidFill>
                  <a:srgbClr val="DDDDDD"/>
                </a:solidFill>
                <a:latin typeface="PingFang SC"/>
                <a:ea typeface="PingFang SC"/>
                <a:cs typeface="PingFang SC"/>
              </a:defRPr>
            </a:lvl2pPr>
            <a:lvl3pPr>
              <a:defRPr sz="2250" b="0">
                <a:solidFill>
                  <a:srgbClr val="DDDDDD"/>
                </a:solidFill>
                <a:latin typeface="PingFang SC"/>
                <a:ea typeface="PingFang SC"/>
                <a:cs typeface="PingFang SC"/>
              </a:defRPr>
            </a:lvl3pPr>
            <a:lvl4pPr>
              <a:defRPr sz="2250" b="0">
                <a:solidFill>
                  <a:srgbClr val="DDDDDD"/>
                </a:solidFill>
                <a:latin typeface="PingFang SC"/>
                <a:ea typeface="PingFang SC"/>
                <a:cs typeface="PingFang SC"/>
              </a:defRPr>
            </a:lvl4pPr>
            <a:lvl5pPr>
              <a:defRPr sz="2250" b="0">
                <a:solidFill>
                  <a:srgbClr val="DDDDDD"/>
                </a:solidFill>
                <a:latin typeface="PingFang SC"/>
                <a:ea typeface="PingFang SC"/>
                <a:cs typeface="PingFang SC"/>
              </a:defRPr>
            </a:lvl5pPr>
            <a:lvl6pPr>
              <a:defRPr sz="2250" b="0">
                <a:solidFill>
                  <a:srgbClr val="DDDDDD"/>
                </a:solidFill>
                <a:latin typeface="PingFang SC"/>
                <a:ea typeface="PingFang SC"/>
                <a:cs typeface="PingFang SC"/>
              </a:defRPr>
            </a:lvl6pPr>
            <a:lvl7pPr>
              <a:defRPr sz="2250" b="0">
                <a:solidFill>
                  <a:srgbClr val="DDDDDD"/>
                </a:solidFill>
                <a:latin typeface="PingFang SC"/>
                <a:ea typeface="PingFang SC"/>
                <a:cs typeface="PingFang SC"/>
              </a:defRPr>
            </a:lvl7pPr>
            <a:lvl8pPr>
              <a:defRPr sz="2250" b="0">
                <a:solidFill>
                  <a:srgbClr val="DDDDDD"/>
                </a:solidFill>
                <a:latin typeface="PingFang SC"/>
                <a:ea typeface="PingFang SC"/>
                <a:cs typeface="PingFang SC"/>
              </a:defRPr>
            </a:lvl8pPr>
            <a:lvl9pPr>
              <a:defRPr sz="2250" b="0">
                <a:solidFill>
                  <a:srgbClr val="DDDDDD"/>
                </a:solidFill>
                <a:latin typeface="PingFang SC"/>
                <a:ea typeface="PingFang SC"/>
                <a:cs typeface="PingFang SC"/>
              </a:defRPr>
            </a:lvl9pPr>
          </a:lstStyle>
          <a:p xmlns:a="http://schemas.openxmlformats.org/drawingml/2006/main">
            <a:pPr>
              <a:defRPr sz="2250" b="0">
                <a:solidFill>
                  <a:srgbClr val="DDDDDD"/>
                </a:solidFill>
                <a:latin typeface="PingFang SC"/>
                <a:ea typeface="PingFang SC"/>
                <a:cs typeface="PingFang SC"/>
              </a:defRPr>
            </a:pPr>
            <a:r>
              <a:rPr sz="2250" b="0">
                <a:solidFill>
                  <a:srgbClr val="DDDDDD"/>
                </a:solidFill>
                <a:latin typeface="PingFang SC"/>
                <a:ea typeface="PingFang SC"/>
                <a:cs typeface="PingFang SC"/>
              </a:rPr>
              <a:t>Next: extend Band and trace the integrated program</a:t>
            </a:r>
          </a:p>
        </p:txBody>
      </p:sp>
    </p:spTree>
    <p:extLst>
      <p:ext uri="{BB962C8B-B14F-4D97-AF65-F5344CB8AC3E}">
        <p14:creationId xmlns:p14="http://schemas.microsoft.com/office/powerpoint/2010/main" val="636005498"/>
      </p:ext>
    </p:extLst>
  </p:cSld>
</p:sld>
</file>

<file path=ppt/slides/slide30.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5" name="brand">
            <a:extLst xmlns:a="http://schemas.openxmlformats.org/drawingml/2006/main">
              <a:ext uri="{FF2B5EF4-FFF2-40B4-BE49-F238E27FC236}">
                <a16:creationId xmlns:a16="http://schemas.microsoft.com/office/drawing/2014/main" id="{EFEE9A26-0593-499F-AB29-693D708CAEAA}"/>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BBBBBB"/>
                </a:solidFill>
                <a:latin typeface="PingFang SC"/>
                <a:ea typeface="PingFang SC"/>
                <a:cs typeface="PingFang SC"/>
              </a:defRPr>
            </a:defPPr>
            <a:lvl1pPr>
              <a:defRPr sz="1125" b="1">
                <a:solidFill>
                  <a:srgbClr val="BBBBBB"/>
                </a:solidFill>
                <a:latin typeface="PingFang SC"/>
                <a:ea typeface="PingFang SC"/>
                <a:cs typeface="PingFang SC"/>
              </a:defRPr>
            </a:lvl1pPr>
            <a:lvl2pPr>
              <a:defRPr sz="1125" b="1">
                <a:solidFill>
                  <a:srgbClr val="BBBBBB"/>
                </a:solidFill>
                <a:latin typeface="PingFang SC"/>
                <a:ea typeface="PingFang SC"/>
                <a:cs typeface="PingFang SC"/>
              </a:defRPr>
            </a:lvl2pPr>
            <a:lvl3pPr>
              <a:defRPr sz="1125" b="1">
                <a:solidFill>
                  <a:srgbClr val="BBBBBB"/>
                </a:solidFill>
                <a:latin typeface="PingFang SC"/>
                <a:ea typeface="PingFang SC"/>
                <a:cs typeface="PingFang SC"/>
              </a:defRPr>
            </a:lvl3pPr>
            <a:lvl4pPr>
              <a:defRPr sz="1125" b="1">
                <a:solidFill>
                  <a:srgbClr val="BBBBBB"/>
                </a:solidFill>
                <a:latin typeface="PingFang SC"/>
                <a:ea typeface="PingFang SC"/>
                <a:cs typeface="PingFang SC"/>
              </a:defRPr>
            </a:lvl4pPr>
            <a:lvl5pPr>
              <a:defRPr sz="1125" b="1">
                <a:solidFill>
                  <a:srgbClr val="BBBBBB"/>
                </a:solidFill>
                <a:latin typeface="PingFang SC"/>
                <a:ea typeface="PingFang SC"/>
                <a:cs typeface="PingFang SC"/>
              </a:defRPr>
            </a:lvl5pPr>
            <a:lvl6pPr>
              <a:defRPr sz="1125" b="1">
                <a:solidFill>
                  <a:srgbClr val="BBBBBB"/>
                </a:solidFill>
                <a:latin typeface="PingFang SC"/>
                <a:ea typeface="PingFang SC"/>
                <a:cs typeface="PingFang SC"/>
              </a:defRPr>
            </a:lvl6pPr>
            <a:lvl7pPr>
              <a:defRPr sz="1125" b="1">
                <a:solidFill>
                  <a:srgbClr val="BBBBBB"/>
                </a:solidFill>
                <a:latin typeface="PingFang SC"/>
                <a:ea typeface="PingFang SC"/>
                <a:cs typeface="PingFang SC"/>
              </a:defRPr>
            </a:lvl7pPr>
            <a:lvl8pPr>
              <a:defRPr sz="1125" b="1">
                <a:solidFill>
                  <a:srgbClr val="BBBBBB"/>
                </a:solidFill>
                <a:latin typeface="PingFang SC"/>
                <a:ea typeface="PingFang SC"/>
                <a:cs typeface="PingFang SC"/>
              </a:defRPr>
            </a:lvl8pPr>
            <a:lvl9pPr>
              <a:defRPr sz="1125" b="1">
                <a:solidFill>
                  <a:srgbClr val="BBBBBB"/>
                </a:solidFill>
                <a:latin typeface="PingFang SC"/>
                <a:ea typeface="PingFang SC"/>
                <a:cs typeface="PingFang SC"/>
              </a:defRPr>
            </a:lvl9pPr>
          </a:lstStyle>
          <a:p xmlns:a="http://schemas.openxmlformats.org/drawingml/2006/main">
            <a:pPr>
              <a:defRPr sz="1125" b="1">
                <a:solidFill>
                  <a:srgbClr val="BBBBBB"/>
                </a:solidFill>
                <a:latin typeface="PingFang SC"/>
                <a:ea typeface="PingFang SC"/>
                <a:cs typeface="PingFang SC"/>
              </a:defRPr>
            </a:pPr>
            <a:r>
              <a:rPr sz="1125" b="1">
                <a:solidFill>
                  <a:srgbClr val="BBBBBB"/>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DC3E91C0-8FCB-4DC8-99FA-3B71B240F1C6}"/>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BBBBBB"/>
                </a:solidFill>
                <a:latin typeface="Menlo"/>
                <a:ea typeface="Menlo"/>
                <a:cs typeface="Menlo"/>
              </a:defRPr>
            </a:defPPr>
            <a:lvl1pPr>
              <a:defRPr sz="1200" b="0">
                <a:solidFill>
                  <a:srgbClr val="BBBBBB"/>
                </a:solidFill>
                <a:latin typeface="Menlo"/>
                <a:ea typeface="Menlo"/>
                <a:cs typeface="Menlo"/>
              </a:defRPr>
            </a:lvl1pPr>
            <a:lvl2pPr>
              <a:defRPr sz="1200" b="0">
                <a:solidFill>
                  <a:srgbClr val="BBBBBB"/>
                </a:solidFill>
                <a:latin typeface="Menlo"/>
                <a:ea typeface="Menlo"/>
                <a:cs typeface="Menlo"/>
              </a:defRPr>
            </a:lvl2pPr>
            <a:lvl3pPr>
              <a:defRPr sz="1200" b="0">
                <a:solidFill>
                  <a:srgbClr val="BBBBBB"/>
                </a:solidFill>
                <a:latin typeface="Menlo"/>
                <a:ea typeface="Menlo"/>
                <a:cs typeface="Menlo"/>
              </a:defRPr>
            </a:lvl3pPr>
            <a:lvl4pPr>
              <a:defRPr sz="1200" b="0">
                <a:solidFill>
                  <a:srgbClr val="BBBBBB"/>
                </a:solidFill>
                <a:latin typeface="Menlo"/>
                <a:ea typeface="Menlo"/>
                <a:cs typeface="Menlo"/>
              </a:defRPr>
            </a:lvl4pPr>
            <a:lvl5pPr>
              <a:defRPr sz="1200" b="0">
                <a:solidFill>
                  <a:srgbClr val="BBBBBB"/>
                </a:solidFill>
                <a:latin typeface="Menlo"/>
                <a:ea typeface="Menlo"/>
                <a:cs typeface="Menlo"/>
              </a:defRPr>
            </a:lvl5pPr>
            <a:lvl6pPr>
              <a:defRPr sz="1200" b="0">
                <a:solidFill>
                  <a:srgbClr val="BBBBBB"/>
                </a:solidFill>
                <a:latin typeface="Menlo"/>
                <a:ea typeface="Menlo"/>
                <a:cs typeface="Menlo"/>
              </a:defRPr>
            </a:lvl6pPr>
            <a:lvl7pPr>
              <a:defRPr sz="1200" b="0">
                <a:solidFill>
                  <a:srgbClr val="BBBBBB"/>
                </a:solidFill>
                <a:latin typeface="Menlo"/>
                <a:ea typeface="Menlo"/>
                <a:cs typeface="Menlo"/>
              </a:defRPr>
            </a:lvl7pPr>
            <a:lvl8pPr>
              <a:defRPr sz="1200" b="0">
                <a:solidFill>
                  <a:srgbClr val="BBBBBB"/>
                </a:solidFill>
                <a:latin typeface="Menlo"/>
                <a:ea typeface="Menlo"/>
                <a:cs typeface="Menlo"/>
              </a:defRPr>
            </a:lvl8pPr>
            <a:lvl9pPr>
              <a:defRPr sz="1200" b="0">
                <a:solidFill>
                  <a:srgbClr val="BBBBBB"/>
                </a:solidFill>
                <a:latin typeface="Menlo"/>
                <a:ea typeface="Menlo"/>
                <a:cs typeface="Menlo"/>
              </a:defRPr>
            </a:lvl9pPr>
          </a:lstStyle>
          <a:p xmlns:a="http://schemas.openxmlformats.org/drawingml/2006/main">
            <a:pPr>
              <a:defRPr sz="1200" b="0">
                <a:solidFill>
                  <a:srgbClr val="BBBBBB"/>
                </a:solidFill>
                <a:latin typeface="Menlo"/>
                <a:ea typeface="Menlo"/>
                <a:cs typeface="Menlo"/>
              </a:defRPr>
            </a:pPr>
            <a:r>
              <a:rPr sz="1200" b="0">
                <a:solidFill>
                  <a:srgbClr val="BBBBBB"/>
                </a:solidFill>
                <a:latin typeface="Menlo"/>
                <a:ea typeface="Menlo"/>
                <a:cs typeface="Menlo"/>
              </a:rPr>
              <a:t>30 / 63</a:t>
            </a:r>
          </a:p>
        </p:txBody>
      </p:sp>
      <p:sp>
        <p:nvSpPr>
          <p:cNvPr id="3" name="heading-1">
            <a:extLst xmlns:a="http://schemas.openxmlformats.org/drawingml/2006/main">
              <a:ext uri="{FF2B5EF4-FFF2-40B4-BE49-F238E27FC236}">
                <a16:creationId xmlns:a16="http://schemas.microsoft.com/office/drawing/2014/main" id="{EFDEAB85-0946-4D73-815D-2870B00D5591}"/>
              </a:ext>
            </a:extLst>
          </p:cNvPr>
          <p:cNvSpPr>
            <a:spLocks xmlns:a="http://schemas.openxmlformats.org/drawingml/2006/main" noGrp="1"/>
          </p:cNvSpPr>
          <p:nvPr/>
        </p:nvSpPr>
        <p:spPr>
          <a:xfrm xmlns:a="http://schemas.openxmlformats.org/drawingml/2006/main">
            <a:off x="762000" y="2190750"/>
            <a:ext cx="10668000" cy="9022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4800" b="1">
                <a:solidFill>
                  <a:srgbClr val="FFFFFF"/>
                </a:solidFill>
                <a:latin typeface="PingFang SC"/>
                <a:ea typeface="PingFang SC"/>
                <a:cs typeface="PingFang SC"/>
              </a:defRPr>
            </a:defPPr>
            <a:lvl1pPr>
              <a:defRPr sz="4800" b="1">
                <a:solidFill>
                  <a:srgbClr val="FFFFFF"/>
                </a:solidFill>
                <a:latin typeface="PingFang SC"/>
                <a:ea typeface="PingFang SC"/>
                <a:cs typeface="PingFang SC"/>
              </a:defRPr>
            </a:lvl1pPr>
            <a:lvl2pPr>
              <a:defRPr sz="4800" b="1">
                <a:solidFill>
                  <a:srgbClr val="FFFFFF"/>
                </a:solidFill>
                <a:latin typeface="PingFang SC"/>
                <a:ea typeface="PingFang SC"/>
                <a:cs typeface="PingFang SC"/>
              </a:defRPr>
            </a:lvl2pPr>
            <a:lvl3pPr>
              <a:defRPr sz="4800" b="1">
                <a:solidFill>
                  <a:srgbClr val="FFFFFF"/>
                </a:solidFill>
                <a:latin typeface="PingFang SC"/>
                <a:ea typeface="PingFang SC"/>
                <a:cs typeface="PingFang SC"/>
              </a:defRPr>
            </a:lvl3pPr>
            <a:lvl4pPr>
              <a:defRPr sz="4800" b="1">
                <a:solidFill>
                  <a:srgbClr val="FFFFFF"/>
                </a:solidFill>
                <a:latin typeface="PingFang SC"/>
                <a:ea typeface="PingFang SC"/>
                <a:cs typeface="PingFang SC"/>
              </a:defRPr>
            </a:lvl4pPr>
            <a:lvl5pPr>
              <a:defRPr sz="4800" b="1">
                <a:solidFill>
                  <a:srgbClr val="FFFFFF"/>
                </a:solidFill>
                <a:latin typeface="PingFang SC"/>
                <a:ea typeface="PingFang SC"/>
                <a:cs typeface="PingFang SC"/>
              </a:defRPr>
            </a:lvl5pPr>
            <a:lvl6pPr>
              <a:defRPr sz="4800" b="1">
                <a:solidFill>
                  <a:srgbClr val="FFFFFF"/>
                </a:solidFill>
                <a:latin typeface="PingFang SC"/>
                <a:ea typeface="PingFang SC"/>
                <a:cs typeface="PingFang SC"/>
              </a:defRPr>
            </a:lvl6pPr>
            <a:lvl7pPr>
              <a:defRPr sz="4800" b="1">
                <a:solidFill>
                  <a:srgbClr val="FFFFFF"/>
                </a:solidFill>
                <a:latin typeface="PingFang SC"/>
                <a:ea typeface="PingFang SC"/>
                <a:cs typeface="PingFang SC"/>
              </a:defRPr>
            </a:lvl7pPr>
            <a:lvl8pPr>
              <a:defRPr sz="4800" b="1">
                <a:solidFill>
                  <a:srgbClr val="FFFFFF"/>
                </a:solidFill>
                <a:latin typeface="PingFang SC"/>
                <a:ea typeface="PingFang SC"/>
                <a:cs typeface="PingFang SC"/>
              </a:defRPr>
            </a:lvl8pPr>
            <a:lvl9pPr>
              <a:defRPr sz="4800" b="1">
                <a:solidFill>
                  <a:srgbClr val="FFFFFF"/>
                </a:solidFill>
                <a:latin typeface="PingFang SC"/>
                <a:ea typeface="PingFang SC"/>
                <a:cs typeface="PingFang SC"/>
              </a:defRPr>
            </a:lvl9pPr>
          </a:lstStyle>
          <a:p xmlns:a="http://schemas.openxmlformats.org/drawingml/2006/main">
            <a:pPr>
              <a:defRPr sz="4800" b="1">
                <a:solidFill>
                  <a:srgbClr val="FFFFFF"/>
                </a:solidFill>
                <a:latin typeface="PingFang SC"/>
                <a:ea typeface="PingFang SC"/>
                <a:cs typeface="PingFang SC"/>
              </a:defRPr>
            </a:pPr>
            <a:r>
              <a:rPr sz="4800" b="1">
                <a:solidFill>
                  <a:srgbClr val="FFFFFF"/>
                </a:solidFill>
                <a:latin typeface="PingFang SC"/>
                <a:ea typeface="PingFang SC"/>
                <a:cs typeface="PingFang SC"/>
              </a:rPr>
              <a:t>Band: data and behavior</a:t>
            </a:r>
          </a:p>
        </p:txBody>
      </p:sp>
      <p:sp>
        <p:nvSpPr>
          <p:cNvPr id="4" name="body-1">
            <a:extLst xmlns:a="http://schemas.openxmlformats.org/drawingml/2006/main">
              <a:ext uri="{FF2B5EF4-FFF2-40B4-BE49-F238E27FC236}">
                <a16:creationId xmlns:a16="http://schemas.microsoft.com/office/drawing/2014/main" id="{BF3A562A-1A13-47C2-BF82-592016472863}"/>
              </a:ext>
            </a:extLst>
          </p:cNvPr>
          <p:cNvSpPr>
            <a:spLocks xmlns:a="http://schemas.openxmlformats.org/drawingml/2006/main" noGrp="1"/>
          </p:cNvSpPr>
          <p:nvPr/>
        </p:nvSpPr>
        <p:spPr>
          <a:xfrm xmlns:a="http://schemas.openxmlformats.org/drawingml/2006/main">
            <a:off x="800100" y="4953000"/>
            <a:ext cx="104775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DDDDDD"/>
                </a:solidFill>
                <a:latin typeface="PingFang SC"/>
                <a:ea typeface="PingFang SC"/>
                <a:cs typeface="PingFang SC"/>
              </a:defRPr>
            </a:defPPr>
            <a:lvl1pPr>
              <a:defRPr sz="2250" b="0">
                <a:solidFill>
                  <a:srgbClr val="DDDDDD"/>
                </a:solidFill>
                <a:latin typeface="PingFang SC"/>
                <a:ea typeface="PingFang SC"/>
                <a:cs typeface="PingFang SC"/>
              </a:defRPr>
            </a:lvl1pPr>
            <a:lvl2pPr>
              <a:defRPr sz="2250" b="0">
                <a:solidFill>
                  <a:srgbClr val="DDDDDD"/>
                </a:solidFill>
                <a:latin typeface="PingFang SC"/>
                <a:ea typeface="PingFang SC"/>
                <a:cs typeface="PingFang SC"/>
              </a:defRPr>
            </a:lvl2pPr>
            <a:lvl3pPr>
              <a:defRPr sz="2250" b="0">
                <a:solidFill>
                  <a:srgbClr val="DDDDDD"/>
                </a:solidFill>
                <a:latin typeface="PingFang SC"/>
                <a:ea typeface="PingFang SC"/>
                <a:cs typeface="PingFang SC"/>
              </a:defRPr>
            </a:lvl3pPr>
            <a:lvl4pPr>
              <a:defRPr sz="2250" b="0">
                <a:solidFill>
                  <a:srgbClr val="DDDDDD"/>
                </a:solidFill>
                <a:latin typeface="PingFang SC"/>
                <a:ea typeface="PingFang SC"/>
                <a:cs typeface="PingFang SC"/>
              </a:defRPr>
            </a:lvl4pPr>
            <a:lvl5pPr>
              <a:defRPr sz="2250" b="0">
                <a:solidFill>
                  <a:srgbClr val="DDDDDD"/>
                </a:solidFill>
                <a:latin typeface="PingFang SC"/>
                <a:ea typeface="PingFang SC"/>
                <a:cs typeface="PingFang SC"/>
              </a:defRPr>
            </a:lvl5pPr>
            <a:lvl6pPr>
              <a:defRPr sz="2250" b="0">
                <a:solidFill>
                  <a:srgbClr val="DDDDDD"/>
                </a:solidFill>
                <a:latin typeface="PingFang SC"/>
                <a:ea typeface="PingFang SC"/>
                <a:cs typeface="PingFang SC"/>
              </a:defRPr>
            </a:lvl6pPr>
            <a:lvl7pPr>
              <a:defRPr sz="2250" b="0">
                <a:solidFill>
                  <a:srgbClr val="DDDDDD"/>
                </a:solidFill>
                <a:latin typeface="PingFang SC"/>
                <a:ea typeface="PingFang SC"/>
                <a:cs typeface="PingFang SC"/>
              </a:defRPr>
            </a:lvl7pPr>
            <a:lvl8pPr>
              <a:defRPr sz="2250" b="0">
                <a:solidFill>
                  <a:srgbClr val="DDDDDD"/>
                </a:solidFill>
                <a:latin typeface="PingFang SC"/>
                <a:ea typeface="PingFang SC"/>
                <a:cs typeface="PingFang SC"/>
              </a:defRPr>
            </a:lvl8pPr>
            <a:lvl9pPr>
              <a:defRPr sz="2250" b="0">
                <a:solidFill>
                  <a:srgbClr val="DDDDDD"/>
                </a:solidFill>
                <a:latin typeface="PingFang SC"/>
                <a:ea typeface="PingFang SC"/>
                <a:cs typeface="PingFang SC"/>
              </a:defRPr>
            </a:lvl9pPr>
          </a:lstStyle>
          <a:p xmlns:a="http://schemas.openxmlformats.org/drawingml/2006/main">
            <a:pPr>
              <a:defRPr sz="2250" b="0">
                <a:solidFill>
                  <a:srgbClr val="DDDDDD"/>
                </a:solidFill>
                <a:latin typeface="PingFang SC"/>
                <a:ea typeface="PingFang SC"/>
                <a:cs typeface="PingFang SC"/>
              </a:defRPr>
            </a:pPr>
            <a:r>
              <a:rPr sz="2250" b="0">
                <a:solidFill>
                  <a:srgbClr val="DDDDDD"/>
                </a:solidFill>
                <a:latin typeface="PingFang SC"/>
                <a:ea typeface="PingFang SC"/>
                <a:cs typeface="PingFang SC"/>
              </a:rPr>
              <a:t>Each band has its own members and operations</a:t>
            </a:r>
          </a:p>
        </p:txBody>
      </p:sp>
    </p:spTree>
    <p:extLst>
      <p:ext uri="{BB962C8B-B14F-4D97-AF65-F5344CB8AC3E}">
        <p14:creationId xmlns:p14="http://schemas.microsoft.com/office/powerpoint/2010/main" val="35308626"/>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brand">
            <a:extLst xmlns:a="http://schemas.openxmlformats.org/drawingml/2006/main">
              <a:ext uri="{FF2B5EF4-FFF2-40B4-BE49-F238E27FC236}">
                <a16:creationId xmlns:a16="http://schemas.microsoft.com/office/drawing/2014/main" id="{EF3D944C-EB5B-4480-8AAC-F7B35F4257BA}"/>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62616C37-ACF4-4D69-92DA-BEBC1DFA9B81}"/>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31 / 63</a:t>
            </a:r>
          </a:p>
        </p:txBody>
      </p:sp>
      <p:sp>
        <p:nvSpPr>
          <p:cNvPr id="3" name="heading-1">
            <a:extLst xmlns:a="http://schemas.openxmlformats.org/drawingml/2006/main">
              <a:ext uri="{FF2B5EF4-FFF2-40B4-BE49-F238E27FC236}">
                <a16:creationId xmlns:a16="http://schemas.microsoft.com/office/drawing/2014/main" id="{47C2A841-85F0-4E27-B2BE-BF0C4116BF6E}"/>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From a record to Band</a:t>
            </a:r>
          </a:p>
        </p:txBody>
      </p:sp>
      <p:sp>
        <p:nvSpPr>
          <p:cNvPr id="4" name="code-1">
            <a:extLst xmlns:a="http://schemas.openxmlformats.org/drawingml/2006/main">
              <a:ext uri="{FF2B5EF4-FFF2-40B4-BE49-F238E27FC236}">
                <a16:creationId xmlns:a16="http://schemas.microsoft.com/office/drawing/2014/main" id="{219F5051-39C7-4F03-8789-1CE9FA4FC6A4}"/>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class</a:t>
            </a:r>
            <a:r>
              <a:rPr sz="2250">
                <a:solidFill>
                  <a:srgbClr val="222222"/>
                </a:solidFill>
                <a:latin typeface="Menlo"/>
                <a:ea typeface="Menlo"/>
                <a:cs typeface="Menlo"/>
              </a:rPr>
              <a:t> </a:t>
            </a:r>
            <a:r>
              <a:rPr sz="2250">
                <a:solidFill>
                  <a:srgbClr val="222222"/>
                </a:solidFill>
                <a:latin typeface="Menlo"/>
                <a:ea typeface="Menlo"/>
                <a:cs typeface="Menlo"/>
              </a:rPr>
              <a:t>Band</a:t>
            </a:r>
            <a:r>
              <a:rPr sz="2250">
                <a:solidFill>
                  <a:srgbClr val="222222"/>
                </a:solidFill>
                <a:latin typeface="Menlo"/>
                <a:ea typeface="Menlo"/>
                <a:cs typeface="Menlo"/>
              </a:rPr>
              <a:t> {</a:t>
            </a:r>
          </a:p>
        </p:txBody>
      </p:sp>
      <p:sp>
        <p:nvSpPr>
          <p:cNvPr id="5" name="code-2">
            <a:extLst xmlns:a="http://schemas.openxmlformats.org/drawingml/2006/main">
              <a:ext uri="{FF2B5EF4-FFF2-40B4-BE49-F238E27FC236}">
                <a16:creationId xmlns:a16="http://schemas.microsoft.com/office/drawing/2014/main" id="{E927D343-CA91-4061-99F3-2626027A8664}"/>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private</a:t>
            </a:r>
            <a:r>
              <a:rPr sz="2250">
                <a:solidFill>
                  <a:srgbClr val="222222"/>
                </a:solidFill>
                <a:latin typeface="Menlo"/>
                <a:ea typeface="Menlo"/>
                <a:cs typeface="Menlo"/>
              </a:rPr>
              <a:t>:</a:t>
            </a:r>
          </a:p>
        </p:txBody>
      </p:sp>
      <p:sp>
        <p:nvSpPr>
          <p:cNvPr id="6" name="code-3">
            <a:extLst xmlns:a="http://schemas.openxmlformats.org/drawingml/2006/main">
              <a:ext uri="{FF2B5EF4-FFF2-40B4-BE49-F238E27FC236}">
                <a16:creationId xmlns:a16="http://schemas.microsoft.com/office/drawing/2014/main" id="{1E2300CD-AF77-43A9-A5CD-0A3FB973D6CE}"/>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222222"/>
                </a:solidFill>
                <a:latin typeface="Menlo"/>
                <a:ea typeface="Menlo"/>
                <a:cs typeface="Menlo"/>
              </a:rPr>
              <a:t>std::</a:t>
            </a:r>
            <a:r>
              <a:rPr sz="2250">
                <a:solidFill>
                  <a:srgbClr val="222222"/>
                </a:solidFill>
                <a:latin typeface="Menlo"/>
                <a:ea typeface="Menlo"/>
                <a:cs typeface="Menlo"/>
              </a:rPr>
              <a:t>string keyboard;</a:t>
            </a:r>
          </a:p>
        </p:txBody>
      </p:sp>
      <p:sp>
        <p:nvSpPr>
          <p:cNvPr id="7" name="code-4">
            <a:extLst xmlns:a="http://schemas.openxmlformats.org/drawingml/2006/main">
              <a:ext uri="{FF2B5EF4-FFF2-40B4-BE49-F238E27FC236}">
                <a16:creationId xmlns:a16="http://schemas.microsoft.com/office/drawing/2014/main" id="{D70F0264-42D5-4BD7-946D-86430F7840D2}"/>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public</a:t>
            </a:r>
            <a:r>
              <a:rPr sz="2250">
                <a:solidFill>
                  <a:srgbClr val="222222"/>
                </a:solidFill>
                <a:latin typeface="Menlo"/>
                <a:ea typeface="Menlo"/>
                <a:cs typeface="Menlo"/>
              </a:rPr>
              <a:t>:</a:t>
            </a:r>
          </a:p>
        </p:txBody>
      </p:sp>
      <p:sp>
        <p:nvSpPr>
          <p:cNvPr id="8" name="code-5">
            <a:extLst xmlns:a="http://schemas.openxmlformats.org/drawingml/2006/main">
              <a:ext uri="{FF2B5EF4-FFF2-40B4-BE49-F238E27FC236}">
                <a16:creationId xmlns:a16="http://schemas.microsoft.com/office/drawing/2014/main" id="{A4028EA2-01F8-4E8F-B0C9-D3D327F469F4}"/>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6F42C1"/>
                </a:solidFill>
                <a:latin typeface="Menlo"/>
                <a:ea typeface="Menlo"/>
                <a:cs typeface="Menlo"/>
              </a:rPr>
              <a:t>void</a:t>
            </a:r>
            <a:r>
              <a:rPr sz="2250">
                <a:solidFill>
                  <a:srgbClr val="222222"/>
                </a:solidFill>
                <a:latin typeface="Menlo"/>
                <a:ea typeface="Menlo"/>
                <a:cs typeface="Menlo"/>
              </a:rPr>
              <a:t> </a:t>
            </a:r>
            <a:r>
              <a:rPr sz="2250">
                <a:solidFill>
                  <a:srgbClr val="6F42C1"/>
                </a:solidFill>
                <a:latin typeface="Menlo"/>
                <a:ea typeface="Menlo"/>
                <a:cs typeface="Menlo"/>
              </a:rPr>
              <a:t>set_keyboard_anon</a:t>
            </a:r>
            <a:r>
              <a:rPr sz="2250">
                <a:solidFill>
                  <a:srgbClr val="222222"/>
                </a:solidFill>
                <a:latin typeface="Menlo"/>
                <a:ea typeface="Menlo"/>
                <a:cs typeface="Menlo"/>
              </a:rPr>
              <a:t>()</a:t>
            </a:r>
            <a:r>
              <a:rPr sz="2250">
                <a:solidFill>
                  <a:srgbClr val="222222"/>
                </a:solidFill>
                <a:latin typeface="Menlo"/>
                <a:ea typeface="Menlo"/>
                <a:cs typeface="Menlo"/>
              </a:rPr>
              <a:t> </a:t>
            </a:r>
            <a:r>
              <a:rPr sz="2250">
                <a:solidFill>
                  <a:srgbClr val="222222"/>
                </a:solidFill>
                <a:latin typeface="Menlo"/>
                <a:ea typeface="Menlo"/>
                <a:cs typeface="Menlo"/>
              </a:rPr>
              <a:t>{</a:t>
            </a:r>
          </a:p>
        </p:txBody>
      </p:sp>
      <p:sp>
        <p:nvSpPr>
          <p:cNvPr id="9" name="code-6">
            <a:extLst xmlns:a="http://schemas.openxmlformats.org/drawingml/2006/main">
              <a:ext uri="{FF2B5EF4-FFF2-40B4-BE49-F238E27FC236}">
                <a16:creationId xmlns:a16="http://schemas.microsoft.com/office/drawing/2014/main" id="{799214D4-F6E7-483F-87FE-F9CDF04F36B9}"/>
              </a:ext>
            </a:extLst>
          </p:cNvPr>
          <p:cNvSpPr>
            <a:spLocks xmlns:a="http://schemas.openxmlformats.org/drawingml/2006/main" noGrp="1"/>
          </p:cNvSpPr>
          <p:nvPr/>
        </p:nvSpPr>
        <p:spPr>
          <a:xfrm xmlns:a="http://schemas.openxmlformats.org/drawingml/2006/main">
            <a:off x="800100" y="36861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keyboard </a:t>
            </a:r>
            <a:r>
              <a:rPr sz="2250">
                <a:solidFill>
                  <a:srgbClr val="222222"/>
                </a:solidFill>
                <a:latin typeface="Menlo"/>
                <a:ea typeface="Menlo"/>
                <a:cs typeface="Menlo"/>
              </a:rPr>
              <a:t>= </a:t>
            </a:r>
            <a:r>
              <a:rPr sz="2250">
                <a:solidFill>
                  <a:srgbClr val="0B6B3A"/>
                </a:solidFill>
                <a:latin typeface="Menlo"/>
                <a:ea typeface="Menlo"/>
                <a:cs typeface="Menlo"/>
              </a:rPr>
              <a:t>"anon"</a:t>
            </a:r>
            <a:r>
              <a:rPr sz="2250">
                <a:solidFill>
                  <a:srgbClr val="222222"/>
                </a:solidFill>
                <a:latin typeface="Menlo"/>
                <a:ea typeface="Menlo"/>
                <a:cs typeface="Menlo"/>
              </a:rPr>
              <a:t>;</a:t>
            </a:r>
          </a:p>
        </p:txBody>
      </p:sp>
      <p:sp>
        <p:nvSpPr>
          <p:cNvPr id="10" name="code-7">
            <a:extLst xmlns:a="http://schemas.openxmlformats.org/drawingml/2006/main">
              <a:ext uri="{FF2B5EF4-FFF2-40B4-BE49-F238E27FC236}">
                <a16:creationId xmlns:a16="http://schemas.microsoft.com/office/drawing/2014/main" id="{E9403858-70F6-461F-B3A5-157BB9F6706B}"/>
              </a:ext>
            </a:extLst>
          </p:cNvPr>
          <p:cNvSpPr>
            <a:spLocks xmlns:a="http://schemas.openxmlformats.org/drawingml/2006/main" noGrp="1"/>
          </p:cNvSpPr>
          <p:nvPr/>
        </p:nvSpPr>
        <p:spPr>
          <a:xfrm xmlns:a="http://schemas.openxmlformats.org/drawingml/2006/main">
            <a:off x="800100" y="40576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p>
        </p:txBody>
      </p:sp>
      <p:sp>
        <p:nvSpPr>
          <p:cNvPr id="11" name="code-8">
            <a:extLst xmlns:a="http://schemas.openxmlformats.org/drawingml/2006/main">
              <a:ext uri="{FF2B5EF4-FFF2-40B4-BE49-F238E27FC236}">
                <a16:creationId xmlns:a16="http://schemas.microsoft.com/office/drawing/2014/main" id="{6D47F4B2-3F18-4B04-B4DE-5EF1FDD58693}"/>
              </a:ext>
            </a:extLst>
          </p:cNvPr>
          <p:cNvSpPr>
            <a:spLocks xmlns:a="http://schemas.openxmlformats.org/drawingml/2006/main" noGrp="1"/>
          </p:cNvSpPr>
          <p:nvPr/>
        </p:nvSpPr>
        <p:spPr>
          <a:xfrm xmlns:a="http://schemas.openxmlformats.org/drawingml/2006/main">
            <a:off x="800100" y="44291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12" name="cue-1">
            <a:extLst xmlns:a="http://schemas.openxmlformats.org/drawingml/2006/main">
              <a:ext uri="{FF2B5EF4-FFF2-40B4-BE49-F238E27FC236}">
                <a16:creationId xmlns:a16="http://schemas.microsoft.com/office/drawing/2014/main" id="{FCC3CCF3-94FD-4A21-9AF9-BE07D48BFBFB}"/>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Public methods change internal state.</a:t>
            </a:r>
          </a:p>
        </p:txBody>
      </p:sp>
    </p:spTree>
    <p:extLst>
      <p:ext uri="{BB962C8B-B14F-4D97-AF65-F5344CB8AC3E}">
        <p14:creationId xmlns:p14="http://schemas.microsoft.com/office/powerpoint/2010/main" val="2581537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brand">
            <a:extLst xmlns:a="http://schemas.openxmlformats.org/drawingml/2006/main">
              <a:ext uri="{FF2B5EF4-FFF2-40B4-BE49-F238E27FC236}">
                <a16:creationId xmlns:a16="http://schemas.microsoft.com/office/drawing/2014/main" id="{9163D764-6F67-4995-AF2B-6F5DC1F93E99}"/>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B856E827-CD70-488B-8ECE-11E8183C36C1}"/>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32 / 63</a:t>
            </a:r>
          </a:p>
        </p:txBody>
      </p:sp>
      <p:sp>
        <p:nvSpPr>
          <p:cNvPr id="3" name="heading-1">
            <a:extLst xmlns:a="http://schemas.openxmlformats.org/drawingml/2006/main">
              <a:ext uri="{FF2B5EF4-FFF2-40B4-BE49-F238E27FC236}">
                <a16:creationId xmlns:a16="http://schemas.microsoft.com/office/drawing/2014/main" id="{0CE9EFB8-FACF-48EA-B39B-CC3D377333A8}"/>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Five fields belong to one band</a:t>
            </a:r>
          </a:p>
        </p:txBody>
      </p:sp>
      <p:sp>
        <p:nvSpPr>
          <p:cNvPr id="4" name="code-1">
            <a:extLst xmlns:a="http://schemas.openxmlformats.org/drawingml/2006/main">
              <a:ext uri="{FF2B5EF4-FFF2-40B4-BE49-F238E27FC236}">
                <a16:creationId xmlns:a16="http://schemas.microsoft.com/office/drawing/2014/main" id="{FBD82882-E334-4B1F-BA35-DF14C29DEEF4}"/>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guitar    mutsumi</a:t>
            </a:r>
          </a:p>
        </p:txBody>
      </p:sp>
      <p:sp>
        <p:nvSpPr>
          <p:cNvPr id="5" name="code-2">
            <a:extLst xmlns:a="http://schemas.openxmlformats.org/drawingml/2006/main">
              <a:ext uri="{FF2B5EF4-FFF2-40B4-BE49-F238E27FC236}">
                <a16:creationId xmlns:a16="http://schemas.microsoft.com/office/drawing/2014/main" id="{74A1543C-FDF5-41A7-AA49-EF23A753D9DA}"/>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vocal     hatsune</a:t>
            </a:r>
          </a:p>
        </p:txBody>
      </p:sp>
      <p:sp>
        <p:nvSpPr>
          <p:cNvPr id="6" name="code-3">
            <a:extLst xmlns:a="http://schemas.openxmlformats.org/drawingml/2006/main">
              <a:ext uri="{FF2B5EF4-FFF2-40B4-BE49-F238E27FC236}">
                <a16:creationId xmlns:a16="http://schemas.microsoft.com/office/drawing/2014/main" id="{8110485F-2959-4DD9-9690-A5AAAF82D94E}"/>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drum      nyamu</a:t>
            </a:r>
          </a:p>
        </p:txBody>
      </p:sp>
      <p:sp>
        <p:nvSpPr>
          <p:cNvPr id="7" name="code-4">
            <a:extLst xmlns:a="http://schemas.openxmlformats.org/drawingml/2006/main">
              <a:ext uri="{FF2B5EF4-FFF2-40B4-BE49-F238E27FC236}">
                <a16:creationId xmlns:a16="http://schemas.microsoft.com/office/drawing/2014/main" id="{0377A75D-6097-48C4-AB38-A2A2F874252D}"/>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bass      umiri</a:t>
            </a:r>
          </a:p>
        </p:txBody>
      </p:sp>
      <p:sp>
        <p:nvSpPr>
          <p:cNvPr id="8" name="code-5">
            <a:extLst xmlns:a="http://schemas.openxmlformats.org/drawingml/2006/main">
              <a:ext uri="{FF2B5EF4-FFF2-40B4-BE49-F238E27FC236}">
                <a16:creationId xmlns:a16="http://schemas.microsoft.com/office/drawing/2014/main" id="{15F63F6F-93AE-470D-BCAB-A6FDFF4FB188}"/>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keyboard  saki</a:t>
            </a:r>
          </a:p>
        </p:txBody>
      </p:sp>
      <p:sp>
        <p:nvSpPr>
          <p:cNvPr id="9" name="cue-1">
            <a:extLst xmlns:a="http://schemas.openxmlformats.org/drawingml/2006/main">
              <a:ext uri="{FF2B5EF4-FFF2-40B4-BE49-F238E27FC236}">
                <a16:creationId xmlns:a16="http://schemas.microsoft.com/office/drawing/2014/main" id="{6BAB2926-5BDC-4753-BECF-F26A18656A2E}"/>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Field names belong to the type. Each object holds its own values.</a:t>
            </a:r>
          </a:p>
        </p:txBody>
      </p:sp>
    </p:spTree>
    <p:extLst>
      <p:ext uri="{BB962C8B-B14F-4D97-AF65-F5344CB8AC3E}">
        <p14:creationId xmlns:p14="http://schemas.microsoft.com/office/powerpoint/2010/main" val="34692177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brand">
            <a:extLst xmlns:a="http://schemas.openxmlformats.org/drawingml/2006/main">
              <a:ext uri="{FF2B5EF4-FFF2-40B4-BE49-F238E27FC236}">
                <a16:creationId xmlns:a16="http://schemas.microsoft.com/office/drawing/2014/main" id="{8463F072-A4D2-4EDD-8791-3629B6A1A792}"/>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0602F337-8C65-48C1-A318-219F24E143FA}"/>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33 / 63</a:t>
            </a:r>
          </a:p>
        </p:txBody>
      </p:sp>
      <p:sp>
        <p:nvSpPr>
          <p:cNvPr id="3" name="heading-1">
            <a:extLst xmlns:a="http://schemas.openxmlformats.org/drawingml/2006/main">
              <a:ext uri="{FF2B5EF4-FFF2-40B4-BE49-F238E27FC236}">
                <a16:creationId xmlns:a16="http://schemas.microsoft.com/office/drawing/2014/main" id="{27D9AE23-5FF1-404A-B4E8-26D9F11259C5}"/>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Objects have independent state</a:t>
            </a:r>
          </a:p>
        </p:txBody>
      </p:sp>
      <p:sp>
        <p:nvSpPr>
          <p:cNvPr id="4" name="code-1">
            <a:extLst xmlns:a="http://schemas.openxmlformats.org/drawingml/2006/main">
              <a:ext uri="{FF2B5EF4-FFF2-40B4-BE49-F238E27FC236}">
                <a16:creationId xmlns:a16="http://schemas.microsoft.com/office/drawing/2014/main" id="{D653C2F3-A01E-456C-9651-8682E9C1A445}"/>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Band a;</a:t>
            </a:r>
          </a:p>
        </p:txBody>
      </p:sp>
      <p:sp>
        <p:nvSpPr>
          <p:cNvPr id="5" name="code-2">
            <a:extLst xmlns:a="http://schemas.openxmlformats.org/drawingml/2006/main">
              <a:ext uri="{FF2B5EF4-FFF2-40B4-BE49-F238E27FC236}">
                <a16:creationId xmlns:a16="http://schemas.microsoft.com/office/drawing/2014/main" id="{E3DA7CE5-8DAD-4776-B880-48098BF136F5}"/>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Band b;</a:t>
            </a:r>
          </a:p>
        </p:txBody>
      </p:sp>
      <p:sp>
        <p:nvSpPr>
          <p:cNvPr id="6" name="code-3">
            <a:extLst xmlns:a="http://schemas.openxmlformats.org/drawingml/2006/main">
              <a:ext uri="{FF2B5EF4-FFF2-40B4-BE49-F238E27FC236}">
                <a16:creationId xmlns:a16="http://schemas.microsoft.com/office/drawing/2014/main" id="{A2FCB0FB-CCB5-443B-A15E-988457CA75B6}"/>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a:t>
            </a:r>
            <a:r>
              <a:rPr sz="2250">
                <a:solidFill>
                  <a:srgbClr val="005CC5"/>
                </a:solidFill>
                <a:latin typeface="Menlo"/>
                <a:ea typeface="Menlo"/>
                <a:cs typeface="Menlo"/>
              </a:rPr>
              <a:t>set_keyboard_anon</a:t>
            </a:r>
            <a:r>
              <a:rPr sz="2250">
                <a:solidFill>
                  <a:srgbClr val="222222"/>
                </a:solidFill>
                <a:latin typeface="Menlo"/>
                <a:ea typeface="Menlo"/>
                <a:cs typeface="Menlo"/>
              </a:rPr>
              <a:t>()</a:t>
            </a:r>
            <a:r>
              <a:rPr sz="2250">
                <a:solidFill>
                  <a:srgbClr val="222222"/>
                </a:solidFill>
                <a:latin typeface="Menlo"/>
                <a:ea typeface="Menlo"/>
                <a:cs typeface="Menlo"/>
              </a:rPr>
              <a:t>;</a:t>
            </a:r>
          </a:p>
        </p:txBody>
      </p:sp>
      <p:sp>
        <p:nvSpPr>
          <p:cNvPr id="7" name="cue-1">
            <a:extLst xmlns:a="http://schemas.openxmlformats.org/drawingml/2006/main">
              <a:ext uri="{FF2B5EF4-FFF2-40B4-BE49-F238E27FC236}">
                <a16:creationId xmlns:a16="http://schemas.microsoft.com/office/drawing/2014/main" id="{D3F94146-B8EF-46B1-93A2-E7684F476053}"/>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Does changing a automatically change b?</a:t>
            </a:r>
          </a:p>
        </p:txBody>
      </p:sp>
    </p:spTree>
    <p:extLst>
      <p:ext uri="{BB962C8B-B14F-4D97-AF65-F5344CB8AC3E}">
        <p14:creationId xmlns:p14="http://schemas.microsoft.com/office/powerpoint/2010/main" val="155840193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rand">
            <a:extLst xmlns:a="http://schemas.openxmlformats.org/drawingml/2006/main">
              <a:ext uri="{FF2B5EF4-FFF2-40B4-BE49-F238E27FC236}">
                <a16:creationId xmlns:a16="http://schemas.microsoft.com/office/drawing/2014/main" id="{0B38283C-89CB-4937-84FD-DDE0C7122B7E}"/>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0E51DF00-2DA6-4F65-94B5-B77A9AE941AA}"/>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34 / 63</a:t>
            </a:r>
          </a:p>
        </p:txBody>
      </p:sp>
      <p:sp>
        <p:nvSpPr>
          <p:cNvPr id="3" name="heading-1">
            <a:extLst xmlns:a="http://schemas.openxmlformats.org/drawingml/2006/main">
              <a:ext uri="{FF2B5EF4-FFF2-40B4-BE49-F238E27FC236}">
                <a16:creationId xmlns:a16="http://schemas.microsoft.com/office/drawing/2014/main" id="{FFBA8F33-66C2-43C7-BE3F-36503DD75918}"/>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Independent state in two objects</a:t>
            </a:r>
          </a:p>
        </p:txBody>
      </p:sp>
      <p:sp>
        <p:nvSpPr>
          <p:cNvPr id="4" name="code-1">
            <a:extLst xmlns:a="http://schemas.openxmlformats.org/drawingml/2006/main">
              <a:ext uri="{FF2B5EF4-FFF2-40B4-BE49-F238E27FC236}">
                <a16:creationId xmlns:a16="http://schemas.microsoft.com/office/drawing/2014/main" id="{2F3A452F-65F5-4F90-BDBC-1982976369B8}"/>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before       a.keyboard=""   b.keyboard=""</a:t>
            </a:r>
          </a:p>
        </p:txBody>
      </p:sp>
      <p:sp>
        <p:nvSpPr>
          <p:cNvPr id="5" name="code-2">
            <a:extLst xmlns:a="http://schemas.openxmlformats.org/drawingml/2006/main">
              <a:ext uri="{FF2B5EF4-FFF2-40B4-BE49-F238E27FC236}">
                <a16:creationId xmlns:a16="http://schemas.microsoft.com/office/drawing/2014/main" id="{33266230-4D2E-4737-8A94-812E838ED55F}"/>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a.set_keyboard_anon()</a:t>
            </a:r>
          </a:p>
        </p:txBody>
      </p:sp>
      <p:sp>
        <p:nvSpPr>
          <p:cNvPr id="6" name="code-3">
            <a:extLst xmlns:a="http://schemas.openxmlformats.org/drawingml/2006/main">
              <a:ext uri="{FF2B5EF4-FFF2-40B4-BE49-F238E27FC236}">
                <a16:creationId xmlns:a16="http://schemas.microsoft.com/office/drawing/2014/main" id="{C0024892-B941-4D44-AB23-653B5AC96656}"/>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after        a.keyboard="anon"</a:t>
            </a:r>
          </a:p>
        </p:txBody>
      </p:sp>
      <p:sp>
        <p:nvSpPr>
          <p:cNvPr id="7" name="code-4">
            <a:extLst xmlns:a="http://schemas.openxmlformats.org/drawingml/2006/main">
              <a:ext uri="{FF2B5EF4-FFF2-40B4-BE49-F238E27FC236}">
                <a16:creationId xmlns:a16="http://schemas.microsoft.com/office/drawing/2014/main" id="{344CCD8C-663A-4B60-9417-58E5F3F76F6C}"/>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b="0">
                <a:solidFill>
                  <a:srgbClr val="111111"/>
                </a:solidFill>
                <a:latin typeface="Menlo"/>
                <a:ea typeface="Menlo"/>
                <a:cs typeface="Menlo"/>
              </a:rPr>
              <a:t>             b.keyboard=""</a:t>
            </a:r>
          </a:p>
        </p:txBody>
      </p:sp>
      <p:sp>
        <p:nvSpPr>
          <p:cNvPr id="8" name="cue-1">
            <a:extLst xmlns:a="http://schemas.openxmlformats.org/drawingml/2006/main">
              <a:ext uri="{FF2B5EF4-FFF2-40B4-BE49-F238E27FC236}">
                <a16:creationId xmlns:a16="http://schemas.microsoft.com/office/drawing/2014/main" id="{5AB5A3B1-41B7-4485-A039-6EF0C19CC287}"/>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Matching member names do not imply shared storage.</a:t>
            </a:r>
          </a:p>
        </p:txBody>
      </p:sp>
    </p:spTree>
    <p:extLst>
      <p:ext uri="{BB962C8B-B14F-4D97-AF65-F5344CB8AC3E}">
        <p14:creationId xmlns:p14="http://schemas.microsoft.com/office/powerpoint/2010/main" val="1338677518"/>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brand">
            <a:extLst xmlns:a="http://schemas.openxmlformats.org/drawingml/2006/main">
              <a:ext uri="{FF2B5EF4-FFF2-40B4-BE49-F238E27FC236}">
                <a16:creationId xmlns:a16="http://schemas.microsoft.com/office/drawing/2014/main" id="{79FDEA89-4141-4612-84FC-7892F4CF3C52}"/>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F7547E16-43DF-4720-9024-D3C5EFA2B259}"/>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35 / 63</a:t>
            </a:r>
          </a:p>
        </p:txBody>
      </p:sp>
      <p:sp>
        <p:nvSpPr>
          <p:cNvPr id="3" name="heading-1">
            <a:extLst xmlns:a="http://schemas.openxmlformats.org/drawingml/2006/main">
              <a:ext uri="{FF2B5EF4-FFF2-40B4-BE49-F238E27FC236}">
                <a16:creationId xmlns:a16="http://schemas.microsoft.com/office/drawing/2014/main" id="{F9D41E54-E3C2-422C-8827-F80D83ED3CD8}"/>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private and public</a:t>
            </a:r>
          </a:p>
        </p:txBody>
      </p:sp>
      <p:sp>
        <p:nvSpPr>
          <p:cNvPr id="4" name="code-1">
            <a:extLst xmlns:a="http://schemas.openxmlformats.org/drawingml/2006/main">
              <a:ext uri="{FF2B5EF4-FFF2-40B4-BE49-F238E27FC236}">
                <a16:creationId xmlns:a16="http://schemas.microsoft.com/office/drawing/2014/main" id="{30998434-53B4-41FB-AE19-CD2D391A5FAA}"/>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a.keyboard </a:t>
            </a:r>
            <a:r>
              <a:rPr sz="2250">
                <a:solidFill>
                  <a:srgbClr val="222222"/>
                </a:solidFill>
                <a:latin typeface="Menlo"/>
                <a:ea typeface="Menlo"/>
                <a:cs typeface="Menlo"/>
              </a:rPr>
              <a:t>= </a:t>
            </a:r>
            <a:r>
              <a:rPr sz="2250">
                <a:solidFill>
                  <a:srgbClr val="0B6B3A"/>
                </a:solidFill>
                <a:latin typeface="Menlo"/>
                <a:ea typeface="Menlo"/>
                <a:cs typeface="Menlo"/>
              </a:rPr>
              <a:t>"anon"</a:t>
            </a:r>
            <a:r>
              <a:rPr sz="2250">
                <a:solidFill>
                  <a:srgbClr val="222222"/>
                </a:solidFill>
                <a:latin typeface="Menlo"/>
                <a:ea typeface="Menlo"/>
                <a:cs typeface="Menlo"/>
              </a:rPr>
              <a:t>;</a:t>
            </a:r>
            <a:r>
              <a:rPr sz="2250">
                <a:solidFill>
                  <a:srgbClr val="222222"/>
                </a:solidFill>
                <a:latin typeface="Menlo"/>
                <a:ea typeface="Menlo"/>
                <a:cs typeface="Menlo"/>
              </a:rPr>
              <a:t>  </a:t>
            </a:r>
            <a:r>
              <a:rPr sz="2250">
                <a:solidFill>
                  <a:srgbClr val="59636E"/>
                </a:solidFill>
                <a:latin typeface="Menlo"/>
                <a:ea typeface="Menlo"/>
                <a:cs typeface="Menlo"/>
              </a:rPr>
              <a:t>// error</a:t>
            </a:r>
          </a:p>
        </p:txBody>
      </p:sp>
      <p:sp>
        <p:nvSpPr>
          <p:cNvPr id="5" name="code-2">
            <a:extLst xmlns:a="http://schemas.openxmlformats.org/drawingml/2006/main">
              <a:ext uri="{FF2B5EF4-FFF2-40B4-BE49-F238E27FC236}">
                <a16:creationId xmlns:a16="http://schemas.microsoft.com/office/drawing/2014/main" id="{1E2105E9-562E-4BD0-AFAD-A89A9E7A182E}"/>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a:t>
            </a:r>
            <a:r>
              <a:rPr sz="2250">
                <a:solidFill>
                  <a:srgbClr val="005CC5"/>
                </a:solidFill>
                <a:latin typeface="Menlo"/>
                <a:ea typeface="Menlo"/>
                <a:cs typeface="Menlo"/>
              </a:rPr>
              <a:t>set_keyboard_anon</a:t>
            </a:r>
            <a:r>
              <a:rPr sz="2250">
                <a:solidFill>
                  <a:srgbClr val="222222"/>
                </a:solidFill>
                <a:latin typeface="Menlo"/>
                <a:ea typeface="Menlo"/>
                <a:cs typeface="Menlo"/>
              </a:rPr>
              <a:t>()</a:t>
            </a:r>
            <a:r>
              <a:rPr sz="2250">
                <a:solidFill>
                  <a:srgbClr val="222222"/>
                </a:solidFill>
                <a:latin typeface="Menlo"/>
                <a:ea typeface="Menlo"/>
                <a:cs typeface="Menlo"/>
              </a:rPr>
              <a:t>; </a:t>
            </a:r>
            <a:r>
              <a:rPr sz="2250">
                <a:solidFill>
                  <a:srgbClr val="59636E"/>
                </a:solidFill>
                <a:latin typeface="Menlo"/>
                <a:ea typeface="Menlo"/>
                <a:cs typeface="Menlo"/>
              </a:rPr>
              <a:t>// OK</a:t>
            </a:r>
          </a:p>
        </p:txBody>
      </p:sp>
      <p:sp>
        <p:nvSpPr>
          <p:cNvPr id="6" name="cue-1">
            <a:extLst xmlns:a="http://schemas.openxmlformats.org/drawingml/2006/main">
              <a:ext uri="{FF2B5EF4-FFF2-40B4-BE49-F238E27FC236}">
                <a16:creationId xmlns:a16="http://schemas.microsoft.com/office/drawing/2014/main" id="{F416C0AD-7C1B-4186-A679-86DAE56A8506}"/>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Member functions can access their class’s private members.</a:t>
            </a:r>
          </a:p>
        </p:txBody>
      </p:sp>
    </p:spTree>
    <p:extLst>
      <p:ext uri="{BB962C8B-B14F-4D97-AF65-F5344CB8AC3E}">
        <p14:creationId xmlns:p14="http://schemas.microsoft.com/office/powerpoint/2010/main" val="25076741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rand">
            <a:extLst xmlns:a="http://schemas.openxmlformats.org/drawingml/2006/main">
              <a:ext uri="{FF2B5EF4-FFF2-40B4-BE49-F238E27FC236}">
                <a16:creationId xmlns:a16="http://schemas.microsoft.com/office/drawing/2014/main" id="{E164571C-35CF-4DF4-A160-B5B8D9DCADCA}"/>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51FDF503-ED53-4D29-B6E8-934F38A2A74D}"/>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36 / 63</a:t>
            </a:r>
          </a:p>
        </p:txBody>
      </p:sp>
      <p:sp>
        <p:nvSpPr>
          <p:cNvPr id="3" name="heading-1">
            <a:extLst xmlns:a="http://schemas.openxmlformats.org/drawingml/2006/main">
              <a:ext uri="{FF2B5EF4-FFF2-40B4-BE49-F238E27FC236}">
                <a16:creationId xmlns:a16="http://schemas.microsoft.com/office/drawing/2014/main" id="{E0C0F99F-3BF9-404E-9694-C18FB4835BE2}"/>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Encapsulation provides one update interface</a:t>
            </a:r>
          </a:p>
        </p:txBody>
      </p:sp>
      <p:sp>
        <p:nvSpPr>
          <p:cNvPr id="4" name="code-1">
            <a:extLst xmlns:a="http://schemas.openxmlformats.org/drawingml/2006/main">
              <a:ext uri="{FF2B5EF4-FFF2-40B4-BE49-F238E27FC236}">
                <a16:creationId xmlns:a16="http://schemas.microsoft.com/office/drawing/2014/main" id="{99C639F9-4218-4B75-87D9-E4FBAE6122D2}"/>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void</a:t>
            </a:r>
            <a:r>
              <a:rPr sz="2250">
                <a:solidFill>
                  <a:srgbClr val="222222"/>
                </a:solidFill>
                <a:latin typeface="Menlo"/>
                <a:ea typeface="Menlo"/>
                <a:cs typeface="Menlo"/>
              </a:rPr>
              <a:t> </a:t>
            </a:r>
            <a:r>
              <a:rPr sz="2250">
                <a:solidFill>
                  <a:srgbClr val="6F42C1"/>
                </a:solidFill>
                <a:latin typeface="Menlo"/>
                <a:ea typeface="Menlo"/>
                <a:cs typeface="Menlo"/>
              </a:rPr>
              <a:t>set_keyboard</a:t>
            </a:r>
            <a:r>
              <a:rPr sz="2250">
                <a:solidFill>
                  <a:srgbClr val="222222"/>
                </a:solidFill>
                <a:latin typeface="Menlo"/>
                <a:ea typeface="Menlo"/>
                <a:cs typeface="Menlo"/>
              </a:rPr>
              <a:t>(</a:t>
            </a:r>
            <a:r>
              <a:rPr sz="2250">
                <a:solidFill>
                  <a:srgbClr val="6F42C1"/>
                </a:solidFill>
                <a:latin typeface="Menlo"/>
                <a:ea typeface="Menlo"/>
                <a:cs typeface="Menlo"/>
              </a:rPr>
              <a:t>const</a:t>
            </a:r>
            <a:r>
              <a:rPr sz="2250">
                <a:solidFill>
                  <a:srgbClr val="222222"/>
                </a:solidFill>
                <a:latin typeface="Menlo"/>
                <a:ea typeface="Menlo"/>
                <a:cs typeface="Menlo"/>
              </a:rPr>
              <a:t> std::string&amp; name)</a:t>
            </a:r>
            <a:r>
              <a:rPr sz="2250">
                <a:solidFill>
                  <a:srgbClr val="222222"/>
                </a:solidFill>
                <a:latin typeface="Menlo"/>
                <a:ea typeface="Menlo"/>
                <a:cs typeface="Menlo"/>
              </a:rPr>
              <a:t> </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192B9264-E66B-40AA-B6EC-91A6458F50B9}"/>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005CC5"/>
                </a:solidFill>
                <a:latin typeface="Menlo"/>
                <a:ea typeface="Menlo"/>
                <a:cs typeface="Menlo"/>
              </a:rPr>
              <a:t>if</a:t>
            </a:r>
            <a:r>
              <a:rPr sz="2250">
                <a:solidFill>
                  <a:srgbClr val="222222"/>
                </a:solidFill>
                <a:latin typeface="Menlo"/>
                <a:ea typeface="Menlo"/>
                <a:cs typeface="Menlo"/>
              </a:rPr>
              <a:t> </a:t>
            </a:r>
            <a:r>
              <a:rPr sz="2250">
                <a:solidFill>
                  <a:srgbClr val="222222"/>
                </a:solidFill>
                <a:latin typeface="Menlo"/>
                <a:ea typeface="Menlo"/>
                <a:cs typeface="Menlo"/>
              </a:rPr>
              <a:t>(name.</a:t>
            </a:r>
            <a:r>
              <a:rPr sz="2250">
                <a:solidFill>
                  <a:srgbClr val="005CC5"/>
                </a:solidFill>
                <a:latin typeface="Menlo"/>
                <a:ea typeface="Menlo"/>
                <a:cs typeface="Menlo"/>
              </a:rPr>
              <a:t>empty</a:t>
            </a:r>
            <a:r>
              <a:rPr sz="2250">
                <a:solidFill>
                  <a:srgbClr val="222222"/>
                </a:solidFill>
                <a:latin typeface="Menlo"/>
                <a:ea typeface="Menlo"/>
                <a:cs typeface="Menlo"/>
              </a:rPr>
              <a:t>()</a:t>
            </a:r>
            <a:r>
              <a:rPr sz="2250">
                <a:solidFill>
                  <a:srgbClr val="222222"/>
                </a:solidFill>
                <a:latin typeface="Menlo"/>
                <a:ea typeface="Menlo"/>
                <a:cs typeface="Menlo"/>
              </a:rPr>
              <a:t>)</a:t>
            </a:r>
            <a:r>
              <a:rPr sz="2250">
                <a:solidFill>
                  <a:srgbClr val="222222"/>
                </a:solidFill>
                <a:latin typeface="Menlo"/>
                <a:ea typeface="Menlo"/>
                <a:cs typeface="Menlo"/>
              </a:rPr>
              <a:t> </a:t>
            </a:r>
            <a:r>
              <a:rPr sz="2250">
                <a:solidFill>
                  <a:srgbClr val="005CC5"/>
                </a:solidFill>
                <a:latin typeface="Menlo"/>
                <a:ea typeface="Menlo"/>
                <a:cs typeface="Menlo"/>
              </a:rPr>
              <a:t>return</a:t>
            </a:r>
            <a:r>
              <a:rPr sz="2250">
                <a:solidFill>
                  <a:srgbClr val="222222"/>
                </a:solidFill>
                <a:latin typeface="Menlo"/>
                <a:ea typeface="Menlo"/>
                <a:cs typeface="Menlo"/>
              </a:rPr>
              <a:t>;</a:t>
            </a:r>
          </a:p>
        </p:txBody>
      </p:sp>
      <p:sp>
        <p:nvSpPr>
          <p:cNvPr id="6" name="code-3">
            <a:extLst xmlns:a="http://schemas.openxmlformats.org/drawingml/2006/main">
              <a:ext uri="{FF2B5EF4-FFF2-40B4-BE49-F238E27FC236}">
                <a16:creationId xmlns:a16="http://schemas.microsoft.com/office/drawing/2014/main" id="{07F588FC-E7A0-4EFF-96E8-1606D4E9E58D}"/>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keyboard </a:t>
            </a:r>
            <a:r>
              <a:rPr sz="2250">
                <a:solidFill>
                  <a:srgbClr val="222222"/>
                </a:solidFill>
                <a:latin typeface="Menlo"/>
                <a:ea typeface="Menlo"/>
                <a:cs typeface="Menlo"/>
              </a:rPr>
              <a:t>= name;</a:t>
            </a:r>
          </a:p>
        </p:txBody>
      </p:sp>
      <p:sp>
        <p:nvSpPr>
          <p:cNvPr id="7" name="code-4">
            <a:extLst xmlns:a="http://schemas.openxmlformats.org/drawingml/2006/main">
              <a:ext uri="{FF2B5EF4-FFF2-40B4-BE49-F238E27FC236}">
                <a16:creationId xmlns:a16="http://schemas.microsoft.com/office/drawing/2014/main" id="{82529AF2-4949-4DF1-B666-DD88A598E930}"/>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8" name="cue-1">
            <a:extLst xmlns:a="http://schemas.openxmlformats.org/drawingml/2006/main">
              <a:ext uri="{FF2B5EF4-FFF2-40B4-BE49-F238E27FC236}">
                <a16:creationId xmlns:a16="http://schemas.microsoft.com/office/drawing/2014/main" id="{F2BF4512-4352-4602-B7F9-A0339D518507}"/>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The caller requests a change. The class decides whether to accept it.</a:t>
            </a:r>
          </a:p>
        </p:txBody>
      </p:sp>
    </p:spTree>
    <p:extLst>
      <p:ext uri="{BB962C8B-B14F-4D97-AF65-F5344CB8AC3E}">
        <p14:creationId xmlns:p14="http://schemas.microsoft.com/office/powerpoint/2010/main" val="721668308"/>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brand">
            <a:extLst xmlns:a="http://schemas.openxmlformats.org/drawingml/2006/main">
              <a:ext uri="{FF2B5EF4-FFF2-40B4-BE49-F238E27FC236}">
                <a16:creationId xmlns:a16="http://schemas.microsoft.com/office/drawing/2014/main" id="{3253EB12-D6B2-4D40-9AE8-74F06E08BDF0}"/>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B0F1A877-80DA-4662-9A2D-A658085482F4}"/>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37 / 63</a:t>
            </a:r>
          </a:p>
        </p:txBody>
      </p:sp>
      <p:sp>
        <p:nvSpPr>
          <p:cNvPr id="3" name="heading-1">
            <a:extLst xmlns:a="http://schemas.openxmlformats.org/drawingml/2006/main">
              <a:ext uri="{FF2B5EF4-FFF2-40B4-BE49-F238E27FC236}">
                <a16:creationId xmlns:a16="http://schemas.microsoft.com/office/drawing/2014/main" id="{E34A68D9-CEE5-45F1-8555-D3AE395EB2F0}"/>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Constructors establish initial state</a:t>
            </a:r>
          </a:p>
        </p:txBody>
      </p:sp>
      <p:sp>
        <p:nvSpPr>
          <p:cNvPr id="4" name="code-1">
            <a:extLst xmlns:a="http://schemas.openxmlformats.org/drawingml/2006/main">
              <a:ext uri="{FF2B5EF4-FFF2-40B4-BE49-F238E27FC236}">
                <a16:creationId xmlns:a16="http://schemas.microsoft.com/office/drawing/2014/main" id="{173A1CF6-63FF-498B-B3E3-ADBD39AE3498}"/>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Band</a:t>
            </a:r>
            <a:r>
              <a:rPr sz="2250">
                <a:solidFill>
                  <a:srgbClr val="222222"/>
                </a:solidFill>
                <a:latin typeface="Menlo"/>
                <a:ea typeface="Menlo"/>
                <a:cs typeface="Menlo"/>
              </a:rPr>
              <a:t>(std::string key)</a:t>
            </a:r>
            <a:r>
              <a:rPr sz="2250">
                <a:solidFill>
                  <a:srgbClr val="222222"/>
                </a:solidFill>
                <a:latin typeface="Menlo"/>
                <a:ea typeface="Menlo"/>
                <a:cs typeface="Menlo"/>
              </a:rPr>
              <a:t> {</a:t>
            </a:r>
          </a:p>
        </p:txBody>
      </p:sp>
      <p:sp>
        <p:nvSpPr>
          <p:cNvPr id="5" name="code-2">
            <a:extLst xmlns:a="http://schemas.openxmlformats.org/drawingml/2006/main">
              <a:ext uri="{FF2B5EF4-FFF2-40B4-BE49-F238E27FC236}">
                <a16:creationId xmlns:a16="http://schemas.microsoft.com/office/drawing/2014/main" id="{C4FD0683-7257-4CA4-9EEB-F8B65D29FF07}"/>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keyboard </a:t>
            </a:r>
            <a:r>
              <a:rPr sz="2250">
                <a:solidFill>
                  <a:srgbClr val="222222"/>
                </a:solidFill>
                <a:latin typeface="Menlo"/>
                <a:ea typeface="Menlo"/>
                <a:cs typeface="Menlo"/>
              </a:rPr>
              <a:t>= key;</a:t>
            </a:r>
          </a:p>
        </p:txBody>
      </p:sp>
      <p:sp>
        <p:nvSpPr>
          <p:cNvPr id="6" name="code-3">
            <a:extLst xmlns:a="http://schemas.openxmlformats.org/drawingml/2006/main">
              <a:ext uri="{FF2B5EF4-FFF2-40B4-BE49-F238E27FC236}">
                <a16:creationId xmlns:a16="http://schemas.microsoft.com/office/drawing/2014/main" id="{C0139690-EC93-439F-9B96-C792FA772779}"/>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7" name="code-4">
            <a:extLst xmlns:a="http://schemas.openxmlformats.org/drawingml/2006/main">
              <a:ext uri="{FF2B5EF4-FFF2-40B4-BE49-F238E27FC236}">
                <a16:creationId xmlns:a16="http://schemas.microsoft.com/office/drawing/2014/main" id="{481248B1-855B-4866-9C10-907B93BD744E}"/>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r>
              <a:t/>
            </a:r>
          </a:p>
        </p:txBody>
      </p:sp>
      <p:sp>
        <p:nvSpPr>
          <p:cNvPr id="8" name="code-5">
            <a:extLst xmlns:a="http://schemas.openxmlformats.org/drawingml/2006/main">
              <a:ext uri="{FF2B5EF4-FFF2-40B4-BE49-F238E27FC236}">
                <a16:creationId xmlns:a16="http://schemas.microsoft.com/office/drawing/2014/main" id="{1D4C72A4-5792-4B8F-AC31-334B71A0F3EF}"/>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Band </a:t>
            </a:r>
            <a:r>
              <a:rPr sz="2250">
                <a:solidFill>
                  <a:srgbClr val="6F42C1"/>
                </a:solidFill>
                <a:latin typeface="Menlo"/>
                <a:ea typeface="Menlo"/>
                <a:cs typeface="Menlo"/>
              </a:rPr>
              <a:t>a</a:t>
            </a:r>
            <a:r>
              <a:rPr sz="2250">
                <a:solidFill>
                  <a:srgbClr val="222222"/>
                </a:solidFill>
                <a:latin typeface="Menlo"/>
                <a:ea typeface="Menlo"/>
                <a:cs typeface="Menlo"/>
              </a:rPr>
              <a:t>(</a:t>
            </a:r>
            <a:r>
              <a:rPr sz="2250">
                <a:solidFill>
                  <a:srgbClr val="0B6B3A"/>
                </a:solidFill>
                <a:latin typeface="Menlo"/>
                <a:ea typeface="Menlo"/>
                <a:cs typeface="Menlo"/>
              </a:rPr>
              <a:t>"saki"</a:t>
            </a:r>
            <a:r>
              <a:rPr sz="2250">
                <a:solidFill>
                  <a:srgbClr val="222222"/>
                </a:solidFill>
                <a:latin typeface="Menlo"/>
                <a:ea typeface="Menlo"/>
                <a:cs typeface="Menlo"/>
              </a:rPr>
              <a:t>)</a:t>
            </a:r>
            <a:r>
              <a:rPr sz="2250">
                <a:solidFill>
                  <a:srgbClr val="222222"/>
                </a:solidFill>
                <a:latin typeface="Menlo"/>
                <a:ea typeface="Menlo"/>
                <a:cs typeface="Menlo"/>
              </a:rPr>
              <a:t>;</a:t>
            </a:r>
          </a:p>
        </p:txBody>
      </p:sp>
      <p:sp>
        <p:nvSpPr>
          <p:cNvPr id="9" name="cue-1">
            <a:extLst xmlns:a="http://schemas.openxmlformats.org/drawingml/2006/main">
              <a:ext uri="{FF2B5EF4-FFF2-40B4-BE49-F238E27FC236}">
                <a16:creationId xmlns:a16="http://schemas.microsoft.com/office/drawing/2014/main" id="{641D0595-9F61-4BB9-B709-EDAE5C85B1D6}"/>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The constructor has the class name and no return type.</a:t>
            </a:r>
          </a:p>
        </p:txBody>
      </p:sp>
    </p:spTree>
    <p:extLst>
      <p:ext uri="{BB962C8B-B14F-4D97-AF65-F5344CB8AC3E}">
        <p14:creationId xmlns:p14="http://schemas.microsoft.com/office/powerpoint/2010/main" val="85289322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brand">
            <a:extLst xmlns:a="http://schemas.openxmlformats.org/drawingml/2006/main">
              <a:ext uri="{FF2B5EF4-FFF2-40B4-BE49-F238E27FC236}">
                <a16:creationId xmlns:a16="http://schemas.microsoft.com/office/drawing/2014/main" id="{99C0AE7B-A9C9-4BAC-A69C-632B3BCDFF19}"/>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875A5C4E-630B-49FA-9877-82A3681EC899}"/>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38 / 63</a:t>
            </a:r>
          </a:p>
        </p:txBody>
      </p:sp>
      <p:sp>
        <p:nvSpPr>
          <p:cNvPr id="3" name="heading-1">
            <a:extLst xmlns:a="http://schemas.openxmlformats.org/drawingml/2006/main">
              <a:ext uri="{FF2B5EF4-FFF2-40B4-BE49-F238E27FC236}">
                <a16:creationId xmlns:a16="http://schemas.microsoft.com/office/drawing/2014/main" id="{0C94CC27-DD3C-4271-B851-8B0A8D1B0C79}"/>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Parameterized and default construction</a:t>
            </a:r>
          </a:p>
        </p:txBody>
      </p:sp>
      <p:sp>
        <p:nvSpPr>
          <p:cNvPr id="4" name="code-1">
            <a:extLst xmlns:a="http://schemas.openxmlformats.org/drawingml/2006/main">
              <a:ext uri="{FF2B5EF4-FFF2-40B4-BE49-F238E27FC236}">
                <a16:creationId xmlns:a16="http://schemas.microsoft.com/office/drawing/2014/main" id="{882F2E57-658C-4140-B339-67681A7C86B5}"/>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Band </a:t>
            </a:r>
            <a:r>
              <a:rPr sz="2250">
                <a:solidFill>
                  <a:srgbClr val="6F42C1"/>
                </a:solidFill>
                <a:latin typeface="Menlo"/>
                <a:ea typeface="Menlo"/>
                <a:cs typeface="Menlo"/>
              </a:rPr>
              <a:t>a</a:t>
            </a:r>
            <a:r>
              <a:rPr sz="2250">
                <a:solidFill>
                  <a:srgbClr val="222222"/>
                </a:solidFill>
                <a:latin typeface="Menlo"/>
                <a:ea typeface="Menlo"/>
                <a:cs typeface="Menlo"/>
              </a:rPr>
              <a:t>(</a:t>
            </a:r>
            <a:r>
              <a:rPr sz="2250">
                <a:solidFill>
                  <a:srgbClr val="0B6B3A"/>
                </a:solidFill>
                <a:latin typeface="Menlo"/>
                <a:ea typeface="Menlo"/>
                <a:cs typeface="Menlo"/>
              </a:rPr>
              <a:t>"saki"</a:t>
            </a:r>
            <a:r>
              <a:rPr sz="2250">
                <a:solidFill>
                  <a:srgbClr val="222222"/>
                </a:solidFill>
                <a:latin typeface="Menlo"/>
                <a:ea typeface="Menlo"/>
                <a:cs typeface="Menlo"/>
              </a:rPr>
              <a:t>)</a:t>
            </a:r>
            <a:r>
              <a:rPr sz="2250">
                <a:solidFill>
                  <a:srgbClr val="222222"/>
                </a:solidFill>
                <a:latin typeface="Menlo"/>
                <a:ea typeface="Menlo"/>
                <a:cs typeface="Menlo"/>
              </a:rPr>
              <a:t>; </a:t>
            </a:r>
            <a:r>
              <a:rPr sz="2250">
                <a:solidFill>
                  <a:srgbClr val="59636E"/>
                </a:solidFill>
                <a:latin typeface="Menlo"/>
                <a:ea typeface="Menlo"/>
                <a:cs typeface="Menlo"/>
              </a:rPr>
              <a:t>// OK</a:t>
            </a:r>
            <a:r>
              <a:rPr sz="2250">
                <a:solidFill>
                  <a:srgbClr val="59636E"/>
                </a:solidFill>
                <a:latin typeface="Menlo"/>
                <a:ea typeface="Menlo"/>
                <a:cs typeface="Menlo"/>
              </a:rPr>
              <a:t> in the reduced </a:t>
            </a:r>
            <a:r>
              <a:rPr sz="2250">
                <a:solidFill>
                  <a:srgbClr val="59636E"/>
                </a:solidFill>
                <a:latin typeface="Menlo"/>
                <a:ea typeface="Menlo"/>
                <a:cs typeface="Menlo"/>
              </a:rPr>
              <a:t>class</a:t>
            </a:r>
          </a:p>
        </p:txBody>
      </p:sp>
      <p:sp>
        <p:nvSpPr>
          <p:cNvPr id="5" name="code-2">
            <a:extLst xmlns:a="http://schemas.openxmlformats.org/drawingml/2006/main">
              <a:ext uri="{FF2B5EF4-FFF2-40B4-BE49-F238E27FC236}">
                <a16:creationId xmlns:a16="http://schemas.microsoft.com/office/drawing/2014/main" id="{8F2498E1-B855-485D-BEBA-5FFFE5CBFD89}"/>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59636E"/>
                </a:solidFill>
                <a:latin typeface="Menlo"/>
                <a:ea typeface="Menlo"/>
                <a:cs typeface="Menlo"/>
              </a:rPr>
              <a:t>// Band b;      // no matching constructor</a:t>
            </a:r>
          </a:p>
        </p:txBody>
      </p:sp>
      <p:sp>
        <p:nvSpPr>
          <p:cNvPr id="6" name="cue-1">
            <a:extLst xmlns:a="http://schemas.openxmlformats.org/drawingml/2006/main">
              <a:ext uri="{FF2B5EF4-FFF2-40B4-BE49-F238E27FC236}">
                <a16:creationId xmlns:a16="http://schemas.microsoft.com/office/drawing/2014/main" id="{E00301DD-C6DC-48D3-8104-83448C0F47F6}"/>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Declaring this constructor prevents an implicit default constructor.</a:t>
            </a:r>
          </a:p>
        </p:txBody>
      </p:sp>
    </p:spTree>
    <p:extLst>
      <p:ext uri="{BB962C8B-B14F-4D97-AF65-F5344CB8AC3E}">
        <p14:creationId xmlns:p14="http://schemas.microsoft.com/office/powerpoint/2010/main" val="1601743756"/>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brand">
            <a:extLst xmlns:a="http://schemas.openxmlformats.org/drawingml/2006/main">
              <a:ext uri="{FF2B5EF4-FFF2-40B4-BE49-F238E27FC236}">
                <a16:creationId xmlns:a16="http://schemas.microsoft.com/office/drawing/2014/main" id="{4913A1CF-36A7-4C01-BE09-7FE9B647EAC0}"/>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CBF06EA6-4F54-4992-A67C-4C6CFCE8FFE5}"/>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39 / 63</a:t>
            </a:r>
          </a:p>
        </p:txBody>
      </p:sp>
      <p:sp>
        <p:nvSpPr>
          <p:cNvPr id="3" name="heading-1">
            <a:extLst xmlns:a="http://schemas.openxmlformats.org/drawingml/2006/main">
              <a:ext uri="{FF2B5EF4-FFF2-40B4-BE49-F238E27FC236}">
                <a16:creationId xmlns:a16="http://schemas.microsoft.com/office/drawing/2014/main" id="{6CCC3DE5-4C95-4D02-9D81-413FB491B3EB}"/>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Member initializer lists</a:t>
            </a:r>
          </a:p>
        </p:txBody>
      </p:sp>
      <p:sp>
        <p:nvSpPr>
          <p:cNvPr id="4" name="code-1">
            <a:extLst xmlns:a="http://schemas.openxmlformats.org/drawingml/2006/main">
              <a:ext uri="{FF2B5EF4-FFF2-40B4-BE49-F238E27FC236}">
                <a16:creationId xmlns:a16="http://schemas.microsoft.com/office/drawing/2014/main" id="{58A1981B-D6EC-4384-9F86-30EA8C72C5B1}"/>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Band</a:t>
            </a:r>
            <a:r>
              <a:rPr sz="2250">
                <a:solidFill>
                  <a:srgbClr val="222222"/>
                </a:solidFill>
                <a:latin typeface="Menlo"/>
                <a:ea typeface="Menlo"/>
                <a:cs typeface="Menlo"/>
              </a:rPr>
              <a:t>(std::string key)</a:t>
            </a:r>
          </a:p>
        </p:txBody>
      </p:sp>
      <p:sp>
        <p:nvSpPr>
          <p:cNvPr id="5" name="code-2">
            <a:extLst xmlns:a="http://schemas.openxmlformats.org/drawingml/2006/main">
              <a:ext uri="{FF2B5EF4-FFF2-40B4-BE49-F238E27FC236}">
                <a16:creationId xmlns:a16="http://schemas.microsoft.com/office/drawing/2014/main" id="{04CEA23D-2525-42AD-AED0-466901D5E43D}"/>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 </a:t>
            </a:r>
            <a:r>
              <a:rPr sz="2250">
                <a:solidFill>
                  <a:srgbClr val="005CC5"/>
                </a:solidFill>
                <a:latin typeface="Menlo"/>
                <a:ea typeface="Menlo"/>
                <a:cs typeface="Menlo"/>
              </a:rPr>
              <a:t>keyboard</a:t>
            </a:r>
            <a:r>
              <a:rPr sz="2250">
                <a:solidFill>
                  <a:srgbClr val="222222"/>
                </a:solidFill>
                <a:latin typeface="Menlo"/>
                <a:ea typeface="Menlo"/>
                <a:cs typeface="Menlo"/>
              </a:rPr>
              <a:t>(key)</a:t>
            </a:r>
            <a:r>
              <a:rPr sz="2250">
                <a:solidFill>
                  <a:srgbClr val="222222"/>
                </a:solidFill>
                <a:latin typeface="Menlo"/>
                <a:ea typeface="Menlo"/>
                <a:cs typeface="Menlo"/>
              </a:rPr>
              <a:t> {}</a:t>
            </a:r>
          </a:p>
        </p:txBody>
      </p:sp>
      <p:sp>
        <p:nvSpPr>
          <p:cNvPr id="6" name="cue-1">
            <a:extLst xmlns:a="http://schemas.openxmlformats.org/drawingml/2006/main">
              <a:ext uri="{FF2B5EF4-FFF2-40B4-BE49-F238E27FC236}">
                <a16:creationId xmlns:a16="http://schemas.microsoft.com/office/drawing/2014/main" id="{7BFFA559-E9E9-41F9-BC7D-F8B890A95294}"/>
              </a:ext>
            </a:extLst>
          </p:cNvPr>
          <p:cNvSpPr>
            <a:spLocks xmlns:a="http://schemas.openxmlformats.org/drawingml/2006/main" noGrp="1"/>
          </p:cNvSpPr>
          <p:nvPr/>
        </p:nvSpPr>
        <p:spPr>
          <a:xfrm xmlns:a="http://schemas.openxmlformats.org/drawingml/2006/main">
            <a:off x="800100" y="5467350"/>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keyboard is initialized directly from key.</a:t>
            </a:r>
          </a:p>
        </p:txBody>
      </p:sp>
      <p:sp>
        <p:nvSpPr>
          <p:cNvPr id="7" name="cue-2">
            <a:extLst xmlns:a="http://schemas.openxmlformats.org/drawingml/2006/main">
              <a:ext uri="{FF2B5EF4-FFF2-40B4-BE49-F238E27FC236}">
                <a16:creationId xmlns:a16="http://schemas.microsoft.com/office/drawing/2014/main" id="{1B9C715A-A6E0-46A3-A7F3-E166D49F6752}"/>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Members initialize in declaration order.</a:t>
            </a:r>
          </a:p>
        </p:txBody>
      </p:sp>
    </p:spTree>
    <p:extLst>
      <p:ext uri="{BB962C8B-B14F-4D97-AF65-F5344CB8AC3E}">
        <p14:creationId xmlns:p14="http://schemas.microsoft.com/office/powerpoint/2010/main" val="1152144209"/>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rand">
            <a:extLst xmlns:a="http://schemas.openxmlformats.org/drawingml/2006/main">
              <a:ext uri="{FF2B5EF4-FFF2-40B4-BE49-F238E27FC236}">
                <a16:creationId xmlns:a16="http://schemas.microsoft.com/office/drawing/2014/main" id="{E7D2DB50-A7E3-45AD-8A82-AE290C3813B9}"/>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D5121910-48BB-4ED7-9D94-CC99360C306B}"/>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40 / 63</a:t>
            </a:r>
          </a:p>
        </p:txBody>
      </p:sp>
      <p:sp>
        <p:nvSpPr>
          <p:cNvPr id="3" name="heading-1">
            <a:extLst xmlns:a="http://schemas.openxmlformats.org/drawingml/2006/main">
              <a:ext uri="{FF2B5EF4-FFF2-40B4-BE49-F238E27FC236}">
                <a16:creationId xmlns:a16="http://schemas.microsoft.com/office/drawing/2014/main" id="{22EAB754-E8BB-4949-BD4C-4A23F6E17784}"/>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Declaration order controls initialization</a:t>
            </a:r>
          </a:p>
        </p:txBody>
      </p:sp>
      <p:sp>
        <p:nvSpPr>
          <p:cNvPr id="4" name="code-1">
            <a:extLst xmlns:a="http://schemas.openxmlformats.org/drawingml/2006/main">
              <a:ext uri="{FF2B5EF4-FFF2-40B4-BE49-F238E27FC236}">
                <a16:creationId xmlns:a16="http://schemas.microsoft.com/office/drawing/2014/main" id="{6F6452CC-4A4F-4640-B39A-2B84D96A7109}"/>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class</a:t>
            </a:r>
            <a:r>
              <a:rPr sz="2250">
                <a:solidFill>
                  <a:srgbClr val="222222"/>
                </a:solidFill>
                <a:latin typeface="Menlo"/>
                <a:ea typeface="Menlo"/>
                <a:cs typeface="Menlo"/>
              </a:rPr>
              <a:t> </a:t>
            </a:r>
            <a:r>
              <a:rPr sz="2250">
                <a:solidFill>
                  <a:srgbClr val="222222"/>
                </a:solidFill>
                <a:latin typeface="Menlo"/>
                <a:ea typeface="Menlo"/>
                <a:cs typeface="Menlo"/>
              </a:rPr>
              <a:t>Example</a:t>
            </a:r>
            <a:r>
              <a:rPr sz="2250">
                <a:solidFill>
                  <a:srgbClr val="222222"/>
                </a:solidFill>
                <a:latin typeface="Menlo"/>
                <a:ea typeface="Menlo"/>
                <a:cs typeface="Menlo"/>
              </a:rPr>
              <a:t> {</a:t>
            </a:r>
          </a:p>
        </p:txBody>
      </p:sp>
      <p:sp>
        <p:nvSpPr>
          <p:cNvPr id="5" name="code-2">
            <a:extLst xmlns:a="http://schemas.openxmlformats.org/drawingml/2006/main">
              <a:ext uri="{FF2B5EF4-FFF2-40B4-BE49-F238E27FC236}">
                <a16:creationId xmlns:a16="http://schemas.microsoft.com/office/drawing/2014/main" id="{57CB7A19-D532-4524-BEE6-A960B1296106}"/>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6F42C1"/>
                </a:solidFill>
                <a:latin typeface="Menlo"/>
                <a:ea typeface="Menlo"/>
                <a:cs typeface="Menlo"/>
              </a:rPr>
              <a:t>int</a:t>
            </a:r>
            <a:r>
              <a:rPr sz="2250">
                <a:solidFill>
                  <a:srgbClr val="222222"/>
                </a:solidFill>
                <a:latin typeface="Menlo"/>
                <a:ea typeface="Menlo"/>
                <a:cs typeface="Menlo"/>
              </a:rPr>
              <a:t> first;</a:t>
            </a:r>
          </a:p>
        </p:txBody>
      </p:sp>
      <p:sp>
        <p:nvSpPr>
          <p:cNvPr id="6" name="code-3">
            <a:extLst xmlns:a="http://schemas.openxmlformats.org/drawingml/2006/main">
              <a:ext uri="{FF2B5EF4-FFF2-40B4-BE49-F238E27FC236}">
                <a16:creationId xmlns:a16="http://schemas.microsoft.com/office/drawing/2014/main" id="{89AF13CF-CABB-4699-BE73-1ED8C5849901}"/>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6F42C1"/>
                </a:solidFill>
                <a:latin typeface="Menlo"/>
                <a:ea typeface="Menlo"/>
                <a:cs typeface="Menlo"/>
              </a:rPr>
              <a:t>int</a:t>
            </a:r>
            <a:r>
              <a:rPr sz="2250">
                <a:solidFill>
                  <a:srgbClr val="222222"/>
                </a:solidFill>
                <a:latin typeface="Menlo"/>
                <a:ea typeface="Menlo"/>
                <a:cs typeface="Menlo"/>
              </a:rPr>
              <a:t> second;</a:t>
            </a:r>
          </a:p>
        </p:txBody>
      </p:sp>
      <p:sp>
        <p:nvSpPr>
          <p:cNvPr id="7" name="code-4">
            <a:extLst xmlns:a="http://schemas.openxmlformats.org/drawingml/2006/main">
              <a:ext uri="{FF2B5EF4-FFF2-40B4-BE49-F238E27FC236}">
                <a16:creationId xmlns:a16="http://schemas.microsoft.com/office/drawing/2014/main" id="{5911A23A-89A1-4C12-B286-127D0D0EF4F3}"/>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public</a:t>
            </a:r>
            <a:r>
              <a:rPr sz="2250">
                <a:solidFill>
                  <a:srgbClr val="222222"/>
                </a:solidFill>
                <a:latin typeface="Menlo"/>
                <a:ea typeface="Menlo"/>
                <a:cs typeface="Menlo"/>
              </a:rPr>
              <a:t>:</a:t>
            </a:r>
          </a:p>
        </p:txBody>
      </p:sp>
      <p:sp>
        <p:nvSpPr>
          <p:cNvPr id="8" name="code-5">
            <a:extLst xmlns:a="http://schemas.openxmlformats.org/drawingml/2006/main">
              <a:ext uri="{FF2B5EF4-FFF2-40B4-BE49-F238E27FC236}">
                <a16:creationId xmlns:a16="http://schemas.microsoft.com/office/drawing/2014/main" id="{0E4F60FD-A1BA-429A-91A9-45AC974D10CE}"/>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005CC5"/>
                </a:solidFill>
                <a:latin typeface="Menlo"/>
                <a:ea typeface="Menlo"/>
                <a:cs typeface="Menlo"/>
              </a:rPr>
              <a:t>Example</a:t>
            </a:r>
            <a:r>
              <a:rPr sz="2250">
                <a:solidFill>
                  <a:srgbClr val="222222"/>
                </a:solidFill>
                <a:latin typeface="Menlo"/>
                <a:ea typeface="Menlo"/>
                <a:cs typeface="Menlo"/>
              </a:rPr>
              <a:t>()</a:t>
            </a:r>
            <a:r>
              <a:rPr sz="2250">
                <a:solidFill>
                  <a:srgbClr val="222222"/>
                </a:solidFill>
                <a:latin typeface="Menlo"/>
                <a:ea typeface="Menlo"/>
                <a:cs typeface="Menlo"/>
              </a:rPr>
              <a:t> : </a:t>
            </a:r>
            <a:r>
              <a:rPr sz="2250">
                <a:solidFill>
                  <a:srgbClr val="005CC5"/>
                </a:solidFill>
                <a:latin typeface="Menlo"/>
                <a:ea typeface="Menlo"/>
                <a:cs typeface="Menlo"/>
              </a:rPr>
              <a:t>second</a:t>
            </a:r>
            <a:r>
              <a:rPr sz="2250">
                <a:solidFill>
                  <a:srgbClr val="222222"/>
                </a:solidFill>
                <a:latin typeface="Menlo"/>
                <a:ea typeface="Menlo"/>
                <a:cs typeface="Menlo"/>
              </a:rPr>
              <a:t>(</a:t>
            </a:r>
            <a:r>
              <a:rPr sz="2250">
                <a:solidFill>
                  <a:srgbClr val="9A4D00"/>
                </a:solidFill>
                <a:latin typeface="Menlo"/>
                <a:ea typeface="Menlo"/>
                <a:cs typeface="Menlo"/>
              </a:rPr>
              <a:t>2</a:t>
            </a:r>
            <a:r>
              <a:rPr sz="2250">
                <a:solidFill>
                  <a:srgbClr val="222222"/>
                </a:solidFill>
                <a:latin typeface="Menlo"/>
                <a:ea typeface="Menlo"/>
                <a:cs typeface="Menlo"/>
              </a:rPr>
              <a:t>)</a:t>
            </a:r>
            <a:r>
              <a:rPr sz="2250">
                <a:solidFill>
                  <a:srgbClr val="222222"/>
                </a:solidFill>
                <a:latin typeface="Menlo"/>
                <a:ea typeface="Menlo"/>
                <a:cs typeface="Menlo"/>
              </a:rPr>
              <a:t>, </a:t>
            </a:r>
            <a:r>
              <a:rPr sz="2250">
                <a:solidFill>
                  <a:srgbClr val="005CC5"/>
                </a:solidFill>
                <a:latin typeface="Menlo"/>
                <a:ea typeface="Menlo"/>
                <a:cs typeface="Menlo"/>
              </a:rPr>
              <a:t>first</a:t>
            </a:r>
            <a:r>
              <a:rPr sz="2250">
                <a:solidFill>
                  <a:srgbClr val="222222"/>
                </a:solidFill>
                <a:latin typeface="Menlo"/>
                <a:ea typeface="Menlo"/>
                <a:cs typeface="Menlo"/>
              </a:rPr>
              <a:t>(</a:t>
            </a:r>
            <a:r>
              <a:rPr sz="2250">
                <a:solidFill>
                  <a:srgbClr val="9A4D00"/>
                </a:solidFill>
                <a:latin typeface="Menlo"/>
                <a:ea typeface="Menlo"/>
                <a:cs typeface="Menlo"/>
              </a:rPr>
              <a:t>1</a:t>
            </a:r>
            <a:r>
              <a:rPr sz="2250">
                <a:solidFill>
                  <a:srgbClr val="222222"/>
                </a:solidFill>
                <a:latin typeface="Menlo"/>
                <a:ea typeface="Menlo"/>
                <a:cs typeface="Menlo"/>
              </a:rPr>
              <a:t>)</a:t>
            </a:r>
            <a:r>
              <a:rPr sz="2250">
                <a:solidFill>
                  <a:srgbClr val="222222"/>
                </a:solidFill>
                <a:latin typeface="Menlo"/>
                <a:ea typeface="Menlo"/>
                <a:cs typeface="Menlo"/>
              </a:rPr>
              <a:t> {}</a:t>
            </a:r>
          </a:p>
        </p:txBody>
      </p:sp>
      <p:sp>
        <p:nvSpPr>
          <p:cNvPr id="9" name="code-6">
            <a:extLst xmlns:a="http://schemas.openxmlformats.org/drawingml/2006/main">
              <a:ext uri="{FF2B5EF4-FFF2-40B4-BE49-F238E27FC236}">
                <a16:creationId xmlns:a16="http://schemas.microsoft.com/office/drawing/2014/main" id="{CDA5A450-E350-4A49-9170-D60C3D56B308}"/>
              </a:ext>
            </a:extLst>
          </p:cNvPr>
          <p:cNvSpPr>
            <a:spLocks xmlns:a="http://schemas.openxmlformats.org/drawingml/2006/main" noGrp="1"/>
          </p:cNvSpPr>
          <p:nvPr/>
        </p:nvSpPr>
        <p:spPr>
          <a:xfrm xmlns:a="http://schemas.openxmlformats.org/drawingml/2006/main">
            <a:off x="800100" y="36861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10" name="cue-1">
            <a:extLst xmlns:a="http://schemas.openxmlformats.org/drawingml/2006/main">
              <a:ext uri="{FF2B5EF4-FFF2-40B4-BE49-F238E27FC236}">
                <a16:creationId xmlns:a16="http://schemas.microsoft.com/office/drawing/2014/main" id="{0833EFD7-32EE-4784-954B-049BC32B697A}"/>
              </a:ext>
            </a:extLst>
          </p:cNvPr>
          <p:cNvSpPr>
            <a:spLocks xmlns:a="http://schemas.openxmlformats.org/drawingml/2006/main" noGrp="1"/>
          </p:cNvSpPr>
          <p:nvPr/>
        </p:nvSpPr>
        <p:spPr>
          <a:xfrm xmlns:a="http://schemas.openxmlformats.org/drawingml/2006/main">
            <a:off x="800100" y="5467350"/>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first still initializes before second.</a:t>
            </a:r>
          </a:p>
        </p:txBody>
      </p:sp>
      <p:sp>
        <p:nvSpPr>
          <p:cNvPr id="11" name="cue-2">
            <a:extLst xmlns:a="http://schemas.openxmlformats.org/drawingml/2006/main">
              <a:ext uri="{FF2B5EF4-FFF2-40B4-BE49-F238E27FC236}">
                <a16:creationId xmlns:a16="http://schemas.microsoft.com/office/drawing/2014/main" id="{248BF622-EE0A-45E5-87CF-C4797159DE16}"/>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Writing the list in declaration order makes this clear.</a:t>
            </a:r>
          </a:p>
        </p:txBody>
      </p:sp>
    </p:spTree>
    <p:extLst>
      <p:ext uri="{BB962C8B-B14F-4D97-AF65-F5344CB8AC3E}">
        <p14:creationId xmlns:p14="http://schemas.microsoft.com/office/powerpoint/2010/main" val="1836136428"/>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rand">
            <a:extLst xmlns:a="http://schemas.openxmlformats.org/drawingml/2006/main">
              <a:ext uri="{FF2B5EF4-FFF2-40B4-BE49-F238E27FC236}">
                <a16:creationId xmlns:a16="http://schemas.microsoft.com/office/drawing/2014/main" id="{E6308096-05C6-4F5E-BCC5-5A43A3538CC3}"/>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769BE422-424B-4133-BC56-B061D81BFFBA}"/>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41 / 63</a:t>
            </a:r>
          </a:p>
        </p:txBody>
      </p:sp>
      <p:sp>
        <p:nvSpPr>
          <p:cNvPr id="3" name="heading-1">
            <a:extLst xmlns:a="http://schemas.openxmlformats.org/drawingml/2006/main">
              <a:ext uri="{FF2B5EF4-FFF2-40B4-BE49-F238E27FC236}">
                <a16:creationId xmlns:a16="http://schemas.microsoft.com/office/drawing/2014/main" id="{F34626A9-149C-4FAF-8280-D39DF027CBBD}"/>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Reading and changing state</a:t>
            </a:r>
          </a:p>
        </p:txBody>
      </p:sp>
      <p:sp>
        <p:nvSpPr>
          <p:cNvPr id="4" name="code-1">
            <a:extLst xmlns:a="http://schemas.openxmlformats.org/drawingml/2006/main">
              <a:ext uri="{FF2B5EF4-FFF2-40B4-BE49-F238E27FC236}">
                <a16:creationId xmlns:a16="http://schemas.microsoft.com/office/drawing/2014/main" id="{007DAEE4-2392-4743-919E-47C3EC7775C4}"/>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void</a:t>
            </a:r>
            <a:r>
              <a:rPr sz="2250">
                <a:solidFill>
                  <a:srgbClr val="222222"/>
                </a:solidFill>
                <a:latin typeface="Menlo"/>
                <a:ea typeface="Menlo"/>
                <a:cs typeface="Menlo"/>
              </a:rPr>
              <a:t> </a:t>
            </a:r>
            <a:r>
              <a:rPr sz="2250">
                <a:solidFill>
                  <a:srgbClr val="6F42C1"/>
                </a:solidFill>
                <a:latin typeface="Menlo"/>
                <a:ea typeface="Menlo"/>
                <a:cs typeface="Menlo"/>
              </a:rPr>
              <a:t>print_info</a:t>
            </a:r>
            <a:r>
              <a:rPr sz="2250">
                <a:solidFill>
                  <a:srgbClr val="222222"/>
                </a:solidFill>
                <a:latin typeface="Menlo"/>
                <a:ea typeface="Menlo"/>
                <a:cs typeface="Menlo"/>
              </a:rPr>
              <a:t>()</a:t>
            </a:r>
            <a:r>
              <a:rPr sz="2250">
                <a:solidFill>
                  <a:srgbClr val="222222"/>
                </a:solidFill>
                <a:latin typeface="Menlo"/>
                <a:ea typeface="Menlo"/>
                <a:cs typeface="Menlo"/>
              </a:rPr>
              <a:t> </a:t>
            </a:r>
            <a:r>
              <a:rPr sz="2250">
                <a:solidFill>
                  <a:srgbClr val="6F42C1"/>
                </a:solidFill>
                <a:latin typeface="Menlo"/>
                <a:ea typeface="Menlo"/>
                <a:cs typeface="Menlo"/>
              </a:rPr>
              <a:t>const</a:t>
            </a:r>
            <a:r>
              <a:rPr sz="2250">
                <a:solidFill>
                  <a:srgbClr val="222222"/>
                </a:solidFill>
                <a:latin typeface="Menlo"/>
                <a:ea typeface="Menlo"/>
                <a:cs typeface="Menlo"/>
              </a:rPr>
              <a:t> </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59A00FF7-7AC7-423E-B345-6C16B8E6620C}"/>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222222"/>
                </a:solidFill>
                <a:latin typeface="Menlo"/>
                <a:ea typeface="Menlo"/>
                <a:cs typeface="Menlo"/>
              </a:rPr>
              <a:t>std::</a:t>
            </a:r>
            <a:r>
              <a:rPr sz="2250">
                <a:solidFill>
                  <a:srgbClr val="222222"/>
                </a:solidFill>
                <a:latin typeface="Menlo"/>
                <a:ea typeface="Menlo"/>
                <a:cs typeface="Menlo"/>
              </a:rPr>
              <a:t>cout &lt;&lt; keyboard &lt;&lt; </a:t>
            </a:r>
            <a:r>
              <a:rPr sz="2250">
                <a:solidFill>
                  <a:srgbClr val="0B6B3A"/>
                </a:solidFill>
                <a:latin typeface="Menlo"/>
                <a:ea typeface="Menlo"/>
                <a:cs typeface="Menlo"/>
              </a:rPr>
              <a:t>'\n'</a:t>
            </a:r>
            <a:r>
              <a:rPr sz="2250">
                <a:solidFill>
                  <a:srgbClr val="222222"/>
                </a:solidFill>
                <a:latin typeface="Menlo"/>
                <a:ea typeface="Menlo"/>
                <a:cs typeface="Menlo"/>
              </a:rPr>
              <a:t>;</a:t>
            </a:r>
          </a:p>
        </p:txBody>
      </p:sp>
      <p:sp>
        <p:nvSpPr>
          <p:cNvPr id="6" name="code-3">
            <a:extLst xmlns:a="http://schemas.openxmlformats.org/drawingml/2006/main">
              <a:ext uri="{FF2B5EF4-FFF2-40B4-BE49-F238E27FC236}">
                <a16:creationId xmlns:a16="http://schemas.microsoft.com/office/drawing/2014/main" id="{34F6AD81-0C65-4D00-8723-1CE9A495095A}"/>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7" name="code-4">
            <a:extLst xmlns:a="http://schemas.openxmlformats.org/drawingml/2006/main">
              <a:ext uri="{FF2B5EF4-FFF2-40B4-BE49-F238E27FC236}">
                <a16:creationId xmlns:a16="http://schemas.microsoft.com/office/drawing/2014/main" id="{83A53C1B-B418-4EB6-BB39-4559A9682499}"/>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r>
              <a:t/>
            </a:r>
          </a:p>
        </p:txBody>
      </p:sp>
      <p:sp>
        <p:nvSpPr>
          <p:cNvPr id="8" name="code-5">
            <a:extLst xmlns:a="http://schemas.openxmlformats.org/drawingml/2006/main">
              <a:ext uri="{FF2B5EF4-FFF2-40B4-BE49-F238E27FC236}">
                <a16:creationId xmlns:a16="http://schemas.microsoft.com/office/drawing/2014/main" id="{FB98D88D-EC44-4DA6-8BD1-2593AAB5B2BB}"/>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void</a:t>
            </a:r>
            <a:r>
              <a:rPr sz="2250">
                <a:solidFill>
                  <a:srgbClr val="222222"/>
                </a:solidFill>
                <a:latin typeface="Menlo"/>
                <a:ea typeface="Menlo"/>
                <a:cs typeface="Menlo"/>
              </a:rPr>
              <a:t> </a:t>
            </a:r>
            <a:r>
              <a:rPr sz="2250">
                <a:solidFill>
                  <a:srgbClr val="6F42C1"/>
                </a:solidFill>
                <a:latin typeface="Menlo"/>
                <a:ea typeface="Menlo"/>
                <a:cs typeface="Menlo"/>
              </a:rPr>
              <a:t>set_keyboard_anon</a:t>
            </a:r>
            <a:r>
              <a:rPr sz="2250">
                <a:solidFill>
                  <a:srgbClr val="222222"/>
                </a:solidFill>
                <a:latin typeface="Menlo"/>
                <a:ea typeface="Menlo"/>
                <a:cs typeface="Menlo"/>
              </a:rPr>
              <a:t>()</a:t>
            </a:r>
            <a:r>
              <a:rPr sz="2250">
                <a:solidFill>
                  <a:srgbClr val="222222"/>
                </a:solidFill>
                <a:latin typeface="Menlo"/>
                <a:ea typeface="Menlo"/>
                <a:cs typeface="Menlo"/>
              </a:rPr>
              <a:t> </a:t>
            </a:r>
            <a:r>
              <a:rPr sz="2250">
                <a:solidFill>
                  <a:srgbClr val="222222"/>
                </a:solidFill>
                <a:latin typeface="Menlo"/>
                <a:ea typeface="Menlo"/>
                <a:cs typeface="Menlo"/>
              </a:rPr>
              <a:t>{</a:t>
            </a:r>
          </a:p>
        </p:txBody>
      </p:sp>
      <p:sp>
        <p:nvSpPr>
          <p:cNvPr id="9" name="code-6">
            <a:extLst xmlns:a="http://schemas.openxmlformats.org/drawingml/2006/main">
              <a:ext uri="{FF2B5EF4-FFF2-40B4-BE49-F238E27FC236}">
                <a16:creationId xmlns:a16="http://schemas.microsoft.com/office/drawing/2014/main" id="{39454500-8207-4C31-AA61-CA3E3B69E207}"/>
              </a:ext>
            </a:extLst>
          </p:cNvPr>
          <p:cNvSpPr>
            <a:spLocks xmlns:a="http://schemas.openxmlformats.org/drawingml/2006/main" noGrp="1"/>
          </p:cNvSpPr>
          <p:nvPr/>
        </p:nvSpPr>
        <p:spPr>
          <a:xfrm xmlns:a="http://schemas.openxmlformats.org/drawingml/2006/main">
            <a:off x="800100" y="36861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keyboard </a:t>
            </a:r>
            <a:r>
              <a:rPr sz="2250">
                <a:solidFill>
                  <a:srgbClr val="222222"/>
                </a:solidFill>
                <a:latin typeface="Menlo"/>
                <a:ea typeface="Menlo"/>
                <a:cs typeface="Menlo"/>
              </a:rPr>
              <a:t>= </a:t>
            </a:r>
            <a:r>
              <a:rPr sz="2250">
                <a:solidFill>
                  <a:srgbClr val="0B6B3A"/>
                </a:solidFill>
                <a:latin typeface="Menlo"/>
                <a:ea typeface="Menlo"/>
                <a:cs typeface="Menlo"/>
              </a:rPr>
              <a:t>"anon"</a:t>
            </a:r>
            <a:r>
              <a:rPr sz="2250">
                <a:solidFill>
                  <a:srgbClr val="222222"/>
                </a:solidFill>
                <a:latin typeface="Menlo"/>
                <a:ea typeface="Menlo"/>
                <a:cs typeface="Menlo"/>
              </a:rPr>
              <a:t>;</a:t>
            </a:r>
          </a:p>
        </p:txBody>
      </p:sp>
      <p:sp>
        <p:nvSpPr>
          <p:cNvPr id="10" name="code-7">
            <a:extLst xmlns:a="http://schemas.openxmlformats.org/drawingml/2006/main">
              <a:ext uri="{FF2B5EF4-FFF2-40B4-BE49-F238E27FC236}">
                <a16:creationId xmlns:a16="http://schemas.microsoft.com/office/drawing/2014/main" id="{ACF3F452-0766-4C45-9AE8-C795300FFFB3}"/>
              </a:ext>
            </a:extLst>
          </p:cNvPr>
          <p:cNvSpPr>
            <a:spLocks xmlns:a="http://schemas.openxmlformats.org/drawingml/2006/main" noGrp="1"/>
          </p:cNvSpPr>
          <p:nvPr/>
        </p:nvSpPr>
        <p:spPr>
          <a:xfrm xmlns:a="http://schemas.openxmlformats.org/drawingml/2006/main">
            <a:off x="800100" y="40576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11" name="cue-1">
            <a:extLst xmlns:a="http://schemas.openxmlformats.org/drawingml/2006/main">
              <a:ext uri="{FF2B5EF4-FFF2-40B4-BE49-F238E27FC236}">
                <a16:creationId xmlns:a16="http://schemas.microsoft.com/office/drawing/2014/main" id="{C7644FDE-253A-41B6-8D71-78792B8C5D7C}"/>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The trailing const prevents changes to ordinary members.</a:t>
            </a:r>
          </a:p>
        </p:txBody>
      </p:sp>
    </p:spTree>
    <p:extLst>
      <p:ext uri="{BB962C8B-B14F-4D97-AF65-F5344CB8AC3E}">
        <p14:creationId xmlns:p14="http://schemas.microsoft.com/office/powerpoint/2010/main" val="1534080740"/>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brand">
            <a:extLst xmlns:a="http://schemas.openxmlformats.org/drawingml/2006/main">
              <a:ext uri="{FF2B5EF4-FFF2-40B4-BE49-F238E27FC236}">
                <a16:creationId xmlns:a16="http://schemas.microsoft.com/office/drawing/2014/main" id="{6333EFC1-AA18-451D-9958-ADFC6CAD93BF}"/>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C0BDF0E7-7300-40F2-A67E-E724A6B0C8E0}"/>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42 / 63</a:t>
            </a:r>
          </a:p>
        </p:txBody>
      </p:sp>
      <p:sp>
        <p:nvSpPr>
          <p:cNvPr id="3" name="heading-1">
            <a:extLst xmlns:a="http://schemas.openxmlformats.org/drawingml/2006/main">
              <a:ext uri="{FF2B5EF4-FFF2-40B4-BE49-F238E27FC236}">
                <a16:creationId xmlns:a16="http://schemas.microsoft.com/office/drawing/2014/main" id="{2D95E205-D600-4A9B-81D4-252865616BB6}"/>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What can a const object call?</a:t>
            </a:r>
          </a:p>
        </p:txBody>
      </p:sp>
      <p:sp>
        <p:nvSpPr>
          <p:cNvPr id="4" name="code-1">
            <a:extLst xmlns:a="http://schemas.openxmlformats.org/drawingml/2006/main">
              <a:ext uri="{FF2B5EF4-FFF2-40B4-BE49-F238E27FC236}">
                <a16:creationId xmlns:a16="http://schemas.microsoft.com/office/drawing/2014/main" id="{F965AAFA-9647-4361-8EB8-E2595BEA9DEA}"/>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const</a:t>
            </a:r>
            <a:r>
              <a:rPr sz="2250">
                <a:solidFill>
                  <a:srgbClr val="222222"/>
                </a:solidFill>
                <a:latin typeface="Menlo"/>
                <a:ea typeface="Menlo"/>
                <a:cs typeface="Menlo"/>
              </a:rPr>
              <a:t> Band </a:t>
            </a:r>
            <a:r>
              <a:rPr sz="2250">
                <a:solidFill>
                  <a:srgbClr val="6F42C1"/>
                </a:solidFill>
                <a:latin typeface="Menlo"/>
                <a:ea typeface="Menlo"/>
                <a:cs typeface="Menlo"/>
              </a:rPr>
              <a:t>band</a:t>
            </a:r>
            <a:r>
              <a:rPr sz="2250">
                <a:solidFill>
                  <a:srgbClr val="222222"/>
                </a:solidFill>
                <a:latin typeface="Menlo"/>
                <a:ea typeface="Menlo"/>
                <a:cs typeface="Menlo"/>
              </a:rPr>
              <a:t>(</a:t>
            </a:r>
            <a:r>
              <a:rPr sz="2250">
                <a:solidFill>
                  <a:srgbClr val="0B6B3A"/>
                </a:solidFill>
                <a:latin typeface="Menlo"/>
                <a:ea typeface="Menlo"/>
                <a:cs typeface="Menlo"/>
              </a:rPr>
              <a:t>"saki"</a:t>
            </a:r>
            <a:r>
              <a:rPr sz="2250">
                <a:solidFill>
                  <a:srgbClr val="222222"/>
                </a:solidFill>
                <a:latin typeface="Menlo"/>
                <a:ea typeface="Menlo"/>
                <a:cs typeface="Menlo"/>
              </a:rPr>
              <a:t>)</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96056CF0-EBE8-4BE4-B0B6-D8587C1BD707}"/>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band.</a:t>
            </a:r>
            <a:r>
              <a:rPr sz="2250">
                <a:solidFill>
                  <a:srgbClr val="005CC5"/>
                </a:solidFill>
                <a:latin typeface="Menlo"/>
                <a:ea typeface="Menlo"/>
                <a:cs typeface="Menlo"/>
              </a:rPr>
              <a:t>print_info</a:t>
            </a:r>
            <a:r>
              <a:rPr sz="2250">
                <a:solidFill>
                  <a:srgbClr val="222222"/>
                </a:solidFill>
                <a:latin typeface="Menlo"/>
                <a:ea typeface="Menlo"/>
                <a:cs typeface="Menlo"/>
              </a:rPr>
              <a:t>()</a:t>
            </a:r>
            <a:r>
              <a:rPr sz="2250">
                <a:solidFill>
                  <a:srgbClr val="222222"/>
                </a:solidFill>
                <a:latin typeface="Menlo"/>
                <a:ea typeface="Menlo"/>
                <a:cs typeface="Menlo"/>
              </a:rPr>
              <a:t>;       </a:t>
            </a:r>
            <a:r>
              <a:rPr sz="2250">
                <a:solidFill>
                  <a:srgbClr val="59636E"/>
                </a:solidFill>
                <a:latin typeface="Menlo"/>
                <a:ea typeface="Menlo"/>
                <a:cs typeface="Menlo"/>
              </a:rPr>
              <a:t>// OK</a:t>
            </a:r>
          </a:p>
        </p:txBody>
      </p:sp>
      <p:sp>
        <p:nvSpPr>
          <p:cNvPr id="6" name="code-3">
            <a:extLst xmlns:a="http://schemas.openxmlformats.org/drawingml/2006/main">
              <a:ext uri="{FF2B5EF4-FFF2-40B4-BE49-F238E27FC236}">
                <a16:creationId xmlns:a16="http://schemas.microsoft.com/office/drawing/2014/main" id="{E0C7BB0D-F9C9-4099-BD4C-3B5F0ABCCA6E}"/>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59636E"/>
                </a:solidFill>
                <a:latin typeface="Menlo"/>
                <a:ea typeface="Menlo"/>
                <a:cs typeface="Menlo"/>
              </a:rPr>
              <a:t>// band.set_keyboard_anon(); // error</a:t>
            </a:r>
          </a:p>
        </p:txBody>
      </p:sp>
      <p:sp>
        <p:nvSpPr>
          <p:cNvPr id="7" name="cue-1">
            <a:extLst xmlns:a="http://schemas.openxmlformats.org/drawingml/2006/main">
              <a:ext uri="{FF2B5EF4-FFF2-40B4-BE49-F238E27FC236}">
                <a16:creationId xmlns:a16="http://schemas.microsoft.com/office/drawing/2014/main" id="{FF96725D-E8B2-43BA-8CD8-FB32615C4F9A}"/>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Read-only access becomes part of the callable interface.</a:t>
            </a:r>
          </a:p>
        </p:txBody>
      </p:sp>
    </p:spTree>
    <p:extLst>
      <p:ext uri="{BB962C8B-B14F-4D97-AF65-F5344CB8AC3E}">
        <p14:creationId xmlns:p14="http://schemas.microsoft.com/office/powerpoint/2010/main" val="741293876"/>
      </p:ext>
    </p:extLst>
  </p:cSld>
</p:sld>
</file>

<file path=ppt/slides/slide43.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8" name="brand">
            <a:extLst xmlns:a="http://schemas.openxmlformats.org/drawingml/2006/main">
              <a:ext uri="{FF2B5EF4-FFF2-40B4-BE49-F238E27FC236}">
                <a16:creationId xmlns:a16="http://schemas.microsoft.com/office/drawing/2014/main" id="{6F2DF314-9626-4E4C-A52E-88B078DCD80E}"/>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BBBBBB"/>
                </a:solidFill>
                <a:latin typeface="PingFang SC"/>
                <a:ea typeface="PingFang SC"/>
                <a:cs typeface="PingFang SC"/>
              </a:defRPr>
            </a:defPPr>
            <a:lvl1pPr>
              <a:defRPr sz="1125" b="1">
                <a:solidFill>
                  <a:srgbClr val="BBBBBB"/>
                </a:solidFill>
                <a:latin typeface="PingFang SC"/>
                <a:ea typeface="PingFang SC"/>
                <a:cs typeface="PingFang SC"/>
              </a:defRPr>
            </a:lvl1pPr>
            <a:lvl2pPr>
              <a:defRPr sz="1125" b="1">
                <a:solidFill>
                  <a:srgbClr val="BBBBBB"/>
                </a:solidFill>
                <a:latin typeface="PingFang SC"/>
                <a:ea typeface="PingFang SC"/>
                <a:cs typeface="PingFang SC"/>
              </a:defRPr>
            </a:lvl2pPr>
            <a:lvl3pPr>
              <a:defRPr sz="1125" b="1">
                <a:solidFill>
                  <a:srgbClr val="BBBBBB"/>
                </a:solidFill>
                <a:latin typeface="PingFang SC"/>
                <a:ea typeface="PingFang SC"/>
                <a:cs typeface="PingFang SC"/>
              </a:defRPr>
            </a:lvl3pPr>
            <a:lvl4pPr>
              <a:defRPr sz="1125" b="1">
                <a:solidFill>
                  <a:srgbClr val="BBBBBB"/>
                </a:solidFill>
                <a:latin typeface="PingFang SC"/>
                <a:ea typeface="PingFang SC"/>
                <a:cs typeface="PingFang SC"/>
              </a:defRPr>
            </a:lvl4pPr>
            <a:lvl5pPr>
              <a:defRPr sz="1125" b="1">
                <a:solidFill>
                  <a:srgbClr val="BBBBBB"/>
                </a:solidFill>
                <a:latin typeface="PingFang SC"/>
                <a:ea typeface="PingFang SC"/>
                <a:cs typeface="PingFang SC"/>
              </a:defRPr>
            </a:lvl5pPr>
            <a:lvl6pPr>
              <a:defRPr sz="1125" b="1">
                <a:solidFill>
                  <a:srgbClr val="BBBBBB"/>
                </a:solidFill>
                <a:latin typeface="PingFang SC"/>
                <a:ea typeface="PingFang SC"/>
                <a:cs typeface="PingFang SC"/>
              </a:defRPr>
            </a:lvl6pPr>
            <a:lvl7pPr>
              <a:defRPr sz="1125" b="1">
                <a:solidFill>
                  <a:srgbClr val="BBBBBB"/>
                </a:solidFill>
                <a:latin typeface="PingFang SC"/>
                <a:ea typeface="PingFang SC"/>
                <a:cs typeface="PingFang SC"/>
              </a:defRPr>
            </a:lvl7pPr>
            <a:lvl8pPr>
              <a:defRPr sz="1125" b="1">
                <a:solidFill>
                  <a:srgbClr val="BBBBBB"/>
                </a:solidFill>
                <a:latin typeface="PingFang SC"/>
                <a:ea typeface="PingFang SC"/>
                <a:cs typeface="PingFang SC"/>
              </a:defRPr>
            </a:lvl8pPr>
            <a:lvl9pPr>
              <a:defRPr sz="1125" b="1">
                <a:solidFill>
                  <a:srgbClr val="BBBBBB"/>
                </a:solidFill>
                <a:latin typeface="PingFang SC"/>
                <a:ea typeface="PingFang SC"/>
                <a:cs typeface="PingFang SC"/>
              </a:defRPr>
            </a:lvl9pPr>
          </a:lstStyle>
          <a:p xmlns:a="http://schemas.openxmlformats.org/drawingml/2006/main">
            <a:pPr>
              <a:defRPr sz="1125" b="1">
                <a:solidFill>
                  <a:srgbClr val="BBBBBB"/>
                </a:solidFill>
                <a:latin typeface="PingFang SC"/>
                <a:ea typeface="PingFang SC"/>
                <a:cs typeface="PingFang SC"/>
              </a:defRPr>
            </a:pPr>
            <a:r>
              <a:rPr sz="1125" b="1">
                <a:solidFill>
                  <a:srgbClr val="BBBBBB"/>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999458C0-BF88-48F9-A4EE-100509BB6EE1}"/>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BBBBBB"/>
                </a:solidFill>
                <a:latin typeface="Menlo"/>
                <a:ea typeface="Menlo"/>
                <a:cs typeface="Menlo"/>
              </a:defRPr>
            </a:defPPr>
            <a:lvl1pPr>
              <a:defRPr sz="1200" b="0">
                <a:solidFill>
                  <a:srgbClr val="BBBBBB"/>
                </a:solidFill>
                <a:latin typeface="Menlo"/>
                <a:ea typeface="Menlo"/>
                <a:cs typeface="Menlo"/>
              </a:defRPr>
            </a:lvl1pPr>
            <a:lvl2pPr>
              <a:defRPr sz="1200" b="0">
                <a:solidFill>
                  <a:srgbClr val="BBBBBB"/>
                </a:solidFill>
                <a:latin typeface="Menlo"/>
                <a:ea typeface="Menlo"/>
                <a:cs typeface="Menlo"/>
              </a:defRPr>
            </a:lvl2pPr>
            <a:lvl3pPr>
              <a:defRPr sz="1200" b="0">
                <a:solidFill>
                  <a:srgbClr val="BBBBBB"/>
                </a:solidFill>
                <a:latin typeface="Menlo"/>
                <a:ea typeface="Menlo"/>
                <a:cs typeface="Menlo"/>
              </a:defRPr>
            </a:lvl3pPr>
            <a:lvl4pPr>
              <a:defRPr sz="1200" b="0">
                <a:solidFill>
                  <a:srgbClr val="BBBBBB"/>
                </a:solidFill>
                <a:latin typeface="Menlo"/>
                <a:ea typeface="Menlo"/>
                <a:cs typeface="Menlo"/>
              </a:defRPr>
            </a:lvl4pPr>
            <a:lvl5pPr>
              <a:defRPr sz="1200" b="0">
                <a:solidFill>
                  <a:srgbClr val="BBBBBB"/>
                </a:solidFill>
                <a:latin typeface="Menlo"/>
                <a:ea typeface="Menlo"/>
                <a:cs typeface="Menlo"/>
              </a:defRPr>
            </a:lvl5pPr>
            <a:lvl6pPr>
              <a:defRPr sz="1200" b="0">
                <a:solidFill>
                  <a:srgbClr val="BBBBBB"/>
                </a:solidFill>
                <a:latin typeface="Menlo"/>
                <a:ea typeface="Menlo"/>
                <a:cs typeface="Menlo"/>
              </a:defRPr>
            </a:lvl6pPr>
            <a:lvl7pPr>
              <a:defRPr sz="1200" b="0">
                <a:solidFill>
                  <a:srgbClr val="BBBBBB"/>
                </a:solidFill>
                <a:latin typeface="Menlo"/>
                <a:ea typeface="Menlo"/>
                <a:cs typeface="Menlo"/>
              </a:defRPr>
            </a:lvl7pPr>
            <a:lvl8pPr>
              <a:defRPr sz="1200" b="0">
                <a:solidFill>
                  <a:srgbClr val="BBBBBB"/>
                </a:solidFill>
                <a:latin typeface="Menlo"/>
                <a:ea typeface="Menlo"/>
                <a:cs typeface="Menlo"/>
              </a:defRPr>
            </a:lvl8pPr>
            <a:lvl9pPr>
              <a:defRPr sz="1200" b="0">
                <a:solidFill>
                  <a:srgbClr val="BBBBBB"/>
                </a:solidFill>
                <a:latin typeface="Menlo"/>
                <a:ea typeface="Menlo"/>
                <a:cs typeface="Menlo"/>
              </a:defRPr>
            </a:lvl9pPr>
          </a:lstStyle>
          <a:p xmlns:a="http://schemas.openxmlformats.org/drawingml/2006/main">
            <a:pPr>
              <a:defRPr sz="1200" b="0">
                <a:solidFill>
                  <a:srgbClr val="BBBBBB"/>
                </a:solidFill>
                <a:latin typeface="Menlo"/>
                <a:ea typeface="Menlo"/>
                <a:cs typeface="Menlo"/>
              </a:defRPr>
            </a:pPr>
            <a:r>
              <a:rPr sz="1200" b="0">
                <a:solidFill>
                  <a:srgbClr val="BBBBBB"/>
                </a:solidFill>
                <a:latin typeface="Menlo"/>
                <a:ea typeface="Menlo"/>
                <a:cs typeface="Menlo"/>
              </a:rPr>
              <a:t>43 / 63</a:t>
            </a:r>
          </a:p>
        </p:txBody>
      </p:sp>
      <p:sp>
        <p:nvSpPr>
          <p:cNvPr id="3" name="heading-1">
            <a:extLst xmlns:a="http://schemas.openxmlformats.org/drawingml/2006/main">
              <a:ext uri="{FF2B5EF4-FFF2-40B4-BE49-F238E27FC236}">
                <a16:creationId xmlns:a16="http://schemas.microsoft.com/office/drawing/2014/main" id="{519F3098-37B5-4161-ADB0-218BEF1077A6}"/>
              </a:ext>
            </a:extLst>
          </p:cNvPr>
          <p:cNvSpPr>
            <a:spLocks xmlns:a="http://schemas.openxmlformats.org/drawingml/2006/main" noGrp="1"/>
          </p:cNvSpPr>
          <p:nvPr/>
        </p:nvSpPr>
        <p:spPr>
          <a:xfrm xmlns:a="http://schemas.openxmlformats.org/drawingml/2006/main">
            <a:off x="762000" y="9144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FFFFFF"/>
                </a:solidFill>
                <a:latin typeface="PingFang SC"/>
                <a:ea typeface="PingFang SC"/>
                <a:cs typeface="PingFang SC"/>
              </a:defRPr>
            </a:defPPr>
            <a:lvl1pPr>
              <a:defRPr sz="3300" b="1">
                <a:solidFill>
                  <a:srgbClr val="FFFFFF"/>
                </a:solidFill>
                <a:latin typeface="PingFang SC"/>
                <a:ea typeface="PingFang SC"/>
                <a:cs typeface="PingFang SC"/>
              </a:defRPr>
            </a:lvl1pPr>
            <a:lvl2pPr>
              <a:defRPr sz="3300" b="1">
                <a:solidFill>
                  <a:srgbClr val="FFFFFF"/>
                </a:solidFill>
                <a:latin typeface="PingFang SC"/>
                <a:ea typeface="PingFang SC"/>
                <a:cs typeface="PingFang SC"/>
              </a:defRPr>
            </a:lvl2pPr>
            <a:lvl3pPr>
              <a:defRPr sz="3300" b="1">
                <a:solidFill>
                  <a:srgbClr val="FFFFFF"/>
                </a:solidFill>
                <a:latin typeface="PingFang SC"/>
                <a:ea typeface="PingFang SC"/>
                <a:cs typeface="PingFang SC"/>
              </a:defRPr>
            </a:lvl3pPr>
            <a:lvl4pPr>
              <a:defRPr sz="3300" b="1">
                <a:solidFill>
                  <a:srgbClr val="FFFFFF"/>
                </a:solidFill>
                <a:latin typeface="PingFang SC"/>
                <a:ea typeface="PingFang SC"/>
                <a:cs typeface="PingFang SC"/>
              </a:defRPr>
            </a:lvl4pPr>
            <a:lvl5pPr>
              <a:defRPr sz="3300" b="1">
                <a:solidFill>
                  <a:srgbClr val="FFFFFF"/>
                </a:solidFill>
                <a:latin typeface="PingFang SC"/>
                <a:ea typeface="PingFang SC"/>
                <a:cs typeface="PingFang SC"/>
              </a:defRPr>
            </a:lvl5pPr>
            <a:lvl6pPr>
              <a:defRPr sz="3300" b="1">
                <a:solidFill>
                  <a:srgbClr val="FFFFFF"/>
                </a:solidFill>
                <a:latin typeface="PingFang SC"/>
                <a:ea typeface="PingFang SC"/>
                <a:cs typeface="PingFang SC"/>
              </a:defRPr>
            </a:lvl6pPr>
            <a:lvl7pPr>
              <a:defRPr sz="3300" b="1">
                <a:solidFill>
                  <a:srgbClr val="FFFFFF"/>
                </a:solidFill>
                <a:latin typeface="PingFang SC"/>
                <a:ea typeface="PingFang SC"/>
                <a:cs typeface="PingFang SC"/>
              </a:defRPr>
            </a:lvl7pPr>
            <a:lvl8pPr>
              <a:defRPr sz="3300" b="1">
                <a:solidFill>
                  <a:srgbClr val="FFFFFF"/>
                </a:solidFill>
                <a:latin typeface="PingFang SC"/>
                <a:ea typeface="PingFang SC"/>
                <a:cs typeface="PingFang SC"/>
              </a:defRPr>
            </a:lvl8pPr>
            <a:lvl9pPr>
              <a:defRPr sz="3300" b="1">
                <a:solidFill>
                  <a:srgbClr val="FFFFFF"/>
                </a:solidFill>
                <a:latin typeface="PingFang SC"/>
                <a:ea typeface="PingFang SC"/>
                <a:cs typeface="PingFang SC"/>
              </a:defRPr>
            </a:lvl9pPr>
          </a:lstStyle>
          <a:p xmlns:a="http://schemas.openxmlformats.org/drawingml/2006/main">
            <a:pPr>
              <a:defRPr sz="3300" b="1">
                <a:solidFill>
                  <a:srgbClr val="FFFFFF"/>
                </a:solidFill>
                <a:latin typeface="PingFang SC"/>
                <a:ea typeface="PingFang SC"/>
                <a:cs typeface="PingFang SC"/>
              </a:defRPr>
            </a:pPr>
            <a:r>
              <a:rPr sz="3300" b="1">
                <a:solidFill>
                  <a:srgbClr val="FFFFFF"/>
                </a:solidFill>
                <a:latin typeface="PingFang SC"/>
                <a:ea typeface="PingFang SC"/>
                <a:cs typeface="PingFang SC"/>
              </a:rPr>
              <a:t>Practice: complete a small Band</a:t>
            </a:r>
          </a:p>
        </p:txBody>
      </p:sp>
      <p:sp>
        <p:nvSpPr>
          <p:cNvPr id="4" name="body-1">
            <a:extLst xmlns:a="http://schemas.openxmlformats.org/drawingml/2006/main">
              <a:ext uri="{FF2B5EF4-FFF2-40B4-BE49-F238E27FC236}">
                <a16:creationId xmlns:a16="http://schemas.microsoft.com/office/drawing/2014/main" id="{B60153A4-F033-4BFF-95A1-553B997CBE2D}"/>
              </a:ext>
            </a:extLst>
          </p:cNvPr>
          <p:cNvSpPr>
            <a:spLocks xmlns:a="http://schemas.openxmlformats.org/drawingml/2006/main" noGrp="1"/>
          </p:cNvSpPr>
          <p:nvPr/>
        </p:nvSpPr>
        <p:spPr>
          <a:xfrm xmlns:a="http://schemas.openxmlformats.org/drawingml/2006/main">
            <a:off x="800100" y="2238375"/>
            <a:ext cx="10477500" cy="5356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850" b="0">
                <a:solidFill>
                  <a:srgbClr val="FFFFFF"/>
                </a:solidFill>
                <a:latin typeface="PingFang SC"/>
                <a:ea typeface="PingFang SC"/>
                <a:cs typeface="PingFang SC"/>
              </a:defRPr>
            </a:defPPr>
            <a:lvl1pPr>
              <a:defRPr sz="2850" b="0">
                <a:solidFill>
                  <a:srgbClr val="FFFFFF"/>
                </a:solidFill>
                <a:latin typeface="PingFang SC"/>
                <a:ea typeface="PingFang SC"/>
                <a:cs typeface="PingFang SC"/>
              </a:defRPr>
            </a:lvl1pPr>
            <a:lvl2pPr>
              <a:defRPr sz="2850" b="0">
                <a:solidFill>
                  <a:srgbClr val="FFFFFF"/>
                </a:solidFill>
                <a:latin typeface="PingFang SC"/>
                <a:ea typeface="PingFang SC"/>
                <a:cs typeface="PingFang SC"/>
              </a:defRPr>
            </a:lvl2pPr>
            <a:lvl3pPr>
              <a:defRPr sz="2850" b="0">
                <a:solidFill>
                  <a:srgbClr val="FFFFFF"/>
                </a:solidFill>
                <a:latin typeface="PingFang SC"/>
                <a:ea typeface="PingFang SC"/>
                <a:cs typeface="PingFang SC"/>
              </a:defRPr>
            </a:lvl3pPr>
            <a:lvl4pPr>
              <a:defRPr sz="2850" b="0">
                <a:solidFill>
                  <a:srgbClr val="FFFFFF"/>
                </a:solidFill>
                <a:latin typeface="PingFang SC"/>
                <a:ea typeface="PingFang SC"/>
                <a:cs typeface="PingFang SC"/>
              </a:defRPr>
            </a:lvl4pPr>
            <a:lvl5pPr>
              <a:defRPr sz="2850" b="0">
                <a:solidFill>
                  <a:srgbClr val="FFFFFF"/>
                </a:solidFill>
                <a:latin typeface="PingFang SC"/>
                <a:ea typeface="PingFang SC"/>
                <a:cs typeface="PingFang SC"/>
              </a:defRPr>
            </a:lvl5pPr>
            <a:lvl6pPr>
              <a:defRPr sz="2850" b="0">
                <a:solidFill>
                  <a:srgbClr val="FFFFFF"/>
                </a:solidFill>
                <a:latin typeface="PingFang SC"/>
                <a:ea typeface="PingFang SC"/>
                <a:cs typeface="PingFang SC"/>
              </a:defRPr>
            </a:lvl6pPr>
            <a:lvl7pPr>
              <a:defRPr sz="2850" b="0">
                <a:solidFill>
                  <a:srgbClr val="FFFFFF"/>
                </a:solidFill>
                <a:latin typeface="PingFang SC"/>
                <a:ea typeface="PingFang SC"/>
                <a:cs typeface="PingFang SC"/>
              </a:defRPr>
            </a:lvl7pPr>
            <a:lvl8pPr>
              <a:defRPr sz="2850" b="0">
                <a:solidFill>
                  <a:srgbClr val="FFFFFF"/>
                </a:solidFill>
                <a:latin typeface="PingFang SC"/>
                <a:ea typeface="PingFang SC"/>
                <a:cs typeface="PingFang SC"/>
              </a:defRPr>
            </a:lvl8pPr>
            <a:lvl9pPr>
              <a:defRPr sz="2850" b="0">
                <a:solidFill>
                  <a:srgbClr val="FFFFFF"/>
                </a:solidFill>
                <a:latin typeface="PingFang SC"/>
                <a:ea typeface="PingFang SC"/>
                <a:cs typeface="PingFang SC"/>
              </a:defRPr>
            </a:lvl9pPr>
          </a:lstStyle>
          <a:p xmlns:a="http://schemas.openxmlformats.org/drawingml/2006/main">
            <a:pPr>
              <a:defRPr sz="2850" b="0">
                <a:solidFill>
                  <a:srgbClr val="FFFFFF"/>
                </a:solidFill>
                <a:latin typeface="PingFang SC"/>
                <a:ea typeface="PingFang SC"/>
                <a:cs typeface="PingFang SC"/>
              </a:defRPr>
            </a:pPr>
            <a:r>
              <a:rPr sz="2850" b="0">
                <a:solidFill>
                  <a:srgbClr val="FFFFFF"/>
                </a:solidFill>
                <a:latin typeface="PingFang SC"/>
                <a:ea typeface="PingFang SC"/>
                <a:cs typeface="PingFang SC"/>
              </a:rPr>
              <a:t>Keep one private string: keyboard</a:t>
            </a:r>
          </a:p>
        </p:txBody>
      </p:sp>
      <p:sp>
        <p:nvSpPr>
          <p:cNvPr id="5" name="body-2">
            <a:extLst xmlns:a="http://schemas.openxmlformats.org/drawingml/2006/main">
              <a:ext uri="{FF2B5EF4-FFF2-40B4-BE49-F238E27FC236}">
                <a16:creationId xmlns:a16="http://schemas.microsoft.com/office/drawing/2014/main" id="{A6CC80D4-C43D-435D-8FC5-E77A34E85B4C}"/>
              </a:ext>
            </a:extLst>
          </p:cNvPr>
          <p:cNvSpPr>
            <a:spLocks xmlns:a="http://schemas.openxmlformats.org/drawingml/2006/main" noGrp="1"/>
          </p:cNvSpPr>
          <p:nvPr/>
        </p:nvSpPr>
        <p:spPr>
          <a:xfrm xmlns:a="http://schemas.openxmlformats.org/drawingml/2006/main">
            <a:off x="800100" y="2752725"/>
            <a:ext cx="10477500" cy="5356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850" b="0">
                <a:solidFill>
                  <a:srgbClr val="FFFFFF"/>
                </a:solidFill>
                <a:latin typeface="PingFang SC"/>
                <a:ea typeface="PingFang SC"/>
                <a:cs typeface="PingFang SC"/>
              </a:defRPr>
            </a:defPPr>
            <a:lvl1pPr>
              <a:defRPr sz="2850" b="0">
                <a:solidFill>
                  <a:srgbClr val="FFFFFF"/>
                </a:solidFill>
                <a:latin typeface="PingFang SC"/>
                <a:ea typeface="PingFang SC"/>
                <a:cs typeface="PingFang SC"/>
              </a:defRPr>
            </a:lvl1pPr>
            <a:lvl2pPr>
              <a:defRPr sz="2850" b="0">
                <a:solidFill>
                  <a:srgbClr val="FFFFFF"/>
                </a:solidFill>
                <a:latin typeface="PingFang SC"/>
                <a:ea typeface="PingFang SC"/>
                <a:cs typeface="PingFang SC"/>
              </a:defRPr>
            </a:lvl2pPr>
            <a:lvl3pPr>
              <a:defRPr sz="2850" b="0">
                <a:solidFill>
                  <a:srgbClr val="FFFFFF"/>
                </a:solidFill>
                <a:latin typeface="PingFang SC"/>
                <a:ea typeface="PingFang SC"/>
                <a:cs typeface="PingFang SC"/>
              </a:defRPr>
            </a:lvl3pPr>
            <a:lvl4pPr>
              <a:defRPr sz="2850" b="0">
                <a:solidFill>
                  <a:srgbClr val="FFFFFF"/>
                </a:solidFill>
                <a:latin typeface="PingFang SC"/>
                <a:ea typeface="PingFang SC"/>
                <a:cs typeface="PingFang SC"/>
              </a:defRPr>
            </a:lvl4pPr>
            <a:lvl5pPr>
              <a:defRPr sz="2850" b="0">
                <a:solidFill>
                  <a:srgbClr val="FFFFFF"/>
                </a:solidFill>
                <a:latin typeface="PingFang SC"/>
                <a:ea typeface="PingFang SC"/>
                <a:cs typeface="PingFang SC"/>
              </a:defRPr>
            </a:lvl5pPr>
            <a:lvl6pPr>
              <a:defRPr sz="2850" b="0">
                <a:solidFill>
                  <a:srgbClr val="FFFFFF"/>
                </a:solidFill>
                <a:latin typeface="PingFang SC"/>
                <a:ea typeface="PingFang SC"/>
                <a:cs typeface="PingFang SC"/>
              </a:defRPr>
            </a:lvl6pPr>
            <a:lvl7pPr>
              <a:defRPr sz="2850" b="0">
                <a:solidFill>
                  <a:srgbClr val="FFFFFF"/>
                </a:solidFill>
                <a:latin typeface="PingFang SC"/>
                <a:ea typeface="PingFang SC"/>
                <a:cs typeface="PingFang SC"/>
              </a:defRPr>
            </a:lvl7pPr>
            <a:lvl8pPr>
              <a:defRPr sz="2850" b="0">
                <a:solidFill>
                  <a:srgbClr val="FFFFFF"/>
                </a:solidFill>
                <a:latin typeface="PingFang SC"/>
                <a:ea typeface="PingFang SC"/>
                <a:cs typeface="PingFang SC"/>
              </a:defRPr>
            </a:lvl8pPr>
            <a:lvl9pPr>
              <a:defRPr sz="2850" b="0">
                <a:solidFill>
                  <a:srgbClr val="FFFFFF"/>
                </a:solidFill>
                <a:latin typeface="PingFang SC"/>
                <a:ea typeface="PingFang SC"/>
                <a:cs typeface="PingFang SC"/>
              </a:defRPr>
            </a:lvl9pPr>
          </a:lstStyle>
          <a:p xmlns:a="http://schemas.openxmlformats.org/drawingml/2006/main">
            <a:pPr>
              <a:defRPr sz="2850" b="0">
                <a:solidFill>
                  <a:srgbClr val="FFFFFF"/>
                </a:solidFill>
                <a:latin typeface="PingFang SC"/>
                <a:ea typeface="PingFang SC"/>
                <a:cs typeface="PingFang SC"/>
              </a:defRPr>
            </a:pPr>
            <a:r>
              <a:rPr sz="2850" b="0">
                <a:solidFill>
                  <a:srgbClr val="FFFFFF"/>
                </a:solidFill>
                <a:latin typeface="PingFang SC"/>
                <a:ea typeface="PingFang SC"/>
                <a:cs typeface="PingFang SC"/>
              </a:rPr>
              <a:t>Accept its initial value in a constructor</a:t>
            </a:r>
          </a:p>
        </p:txBody>
      </p:sp>
      <p:sp>
        <p:nvSpPr>
          <p:cNvPr id="6" name="body-3">
            <a:extLst xmlns:a="http://schemas.openxmlformats.org/drawingml/2006/main">
              <a:ext uri="{FF2B5EF4-FFF2-40B4-BE49-F238E27FC236}">
                <a16:creationId xmlns:a16="http://schemas.microsoft.com/office/drawing/2014/main" id="{98D655F4-A74E-47B7-A609-4BFC36363AF9}"/>
              </a:ext>
            </a:extLst>
          </p:cNvPr>
          <p:cNvSpPr>
            <a:spLocks xmlns:a="http://schemas.openxmlformats.org/drawingml/2006/main" noGrp="1"/>
          </p:cNvSpPr>
          <p:nvPr/>
        </p:nvSpPr>
        <p:spPr>
          <a:xfrm xmlns:a="http://schemas.openxmlformats.org/drawingml/2006/main">
            <a:off x="800100" y="3267075"/>
            <a:ext cx="10477500" cy="5356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850" b="0">
                <a:solidFill>
                  <a:srgbClr val="FFFFFF"/>
                </a:solidFill>
                <a:latin typeface="PingFang SC"/>
                <a:ea typeface="PingFang SC"/>
                <a:cs typeface="PingFang SC"/>
              </a:defRPr>
            </a:defPPr>
            <a:lvl1pPr>
              <a:defRPr sz="2850" b="0">
                <a:solidFill>
                  <a:srgbClr val="FFFFFF"/>
                </a:solidFill>
                <a:latin typeface="PingFang SC"/>
                <a:ea typeface="PingFang SC"/>
                <a:cs typeface="PingFang SC"/>
              </a:defRPr>
            </a:lvl1pPr>
            <a:lvl2pPr>
              <a:defRPr sz="2850" b="0">
                <a:solidFill>
                  <a:srgbClr val="FFFFFF"/>
                </a:solidFill>
                <a:latin typeface="PingFang SC"/>
                <a:ea typeface="PingFang SC"/>
                <a:cs typeface="PingFang SC"/>
              </a:defRPr>
            </a:lvl2pPr>
            <a:lvl3pPr>
              <a:defRPr sz="2850" b="0">
                <a:solidFill>
                  <a:srgbClr val="FFFFFF"/>
                </a:solidFill>
                <a:latin typeface="PingFang SC"/>
                <a:ea typeface="PingFang SC"/>
                <a:cs typeface="PingFang SC"/>
              </a:defRPr>
            </a:lvl3pPr>
            <a:lvl4pPr>
              <a:defRPr sz="2850" b="0">
                <a:solidFill>
                  <a:srgbClr val="FFFFFF"/>
                </a:solidFill>
                <a:latin typeface="PingFang SC"/>
                <a:ea typeface="PingFang SC"/>
                <a:cs typeface="PingFang SC"/>
              </a:defRPr>
            </a:lvl4pPr>
            <a:lvl5pPr>
              <a:defRPr sz="2850" b="0">
                <a:solidFill>
                  <a:srgbClr val="FFFFFF"/>
                </a:solidFill>
                <a:latin typeface="PingFang SC"/>
                <a:ea typeface="PingFang SC"/>
                <a:cs typeface="PingFang SC"/>
              </a:defRPr>
            </a:lvl5pPr>
            <a:lvl6pPr>
              <a:defRPr sz="2850" b="0">
                <a:solidFill>
                  <a:srgbClr val="FFFFFF"/>
                </a:solidFill>
                <a:latin typeface="PingFang SC"/>
                <a:ea typeface="PingFang SC"/>
                <a:cs typeface="PingFang SC"/>
              </a:defRPr>
            </a:lvl6pPr>
            <a:lvl7pPr>
              <a:defRPr sz="2850" b="0">
                <a:solidFill>
                  <a:srgbClr val="FFFFFF"/>
                </a:solidFill>
                <a:latin typeface="PingFang SC"/>
                <a:ea typeface="PingFang SC"/>
                <a:cs typeface="PingFang SC"/>
              </a:defRPr>
            </a:lvl7pPr>
            <a:lvl8pPr>
              <a:defRPr sz="2850" b="0">
                <a:solidFill>
                  <a:srgbClr val="FFFFFF"/>
                </a:solidFill>
                <a:latin typeface="PingFang SC"/>
                <a:ea typeface="PingFang SC"/>
                <a:cs typeface="PingFang SC"/>
              </a:defRPr>
            </a:lvl8pPr>
            <a:lvl9pPr>
              <a:defRPr sz="2850" b="0">
                <a:solidFill>
                  <a:srgbClr val="FFFFFF"/>
                </a:solidFill>
                <a:latin typeface="PingFang SC"/>
                <a:ea typeface="PingFang SC"/>
                <a:cs typeface="PingFang SC"/>
              </a:defRPr>
            </a:lvl9pPr>
          </a:lstStyle>
          <a:p xmlns:a="http://schemas.openxmlformats.org/drawingml/2006/main">
            <a:pPr>
              <a:defRPr sz="2850" b="0">
                <a:solidFill>
                  <a:srgbClr val="FFFFFF"/>
                </a:solidFill>
                <a:latin typeface="PingFang SC"/>
                <a:ea typeface="PingFang SC"/>
                <a:cs typeface="PingFang SC"/>
              </a:defRPr>
            </a:pPr>
            <a:r>
              <a:rPr sz="2850" b="0">
                <a:solidFill>
                  <a:srgbClr val="FFFFFF"/>
                </a:solidFill>
                <a:latin typeface="PingFang SC"/>
                <a:ea typeface="PingFang SC"/>
                <a:cs typeface="PingFang SC"/>
              </a:rPr>
              <a:t>Provide print and update methods</a:t>
            </a:r>
          </a:p>
        </p:txBody>
      </p:sp>
      <p:sp>
        <p:nvSpPr>
          <p:cNvPr id="7" name="body-4">
            <a:extLst xmlns:a="http://schemas.openxmlformats.org/drawingml/2006/main">
              <a:ext uri="{FF2B5EF4-FFF2-40B4-BE49-F238E27FC236}">
                <a16:creationId xmlns:a16="http://schemas.microsoft.com/office/drawing/2014/main" id="{326AB545-A214-4949-B955-3E844DDB2AAA}"/>
              </a:ext>
            </a:extLst>
          </p:cNvPr>
          <p:cNvSpPr>
            <a:spLocks xmlns:a="http://schemas.openxmlformats.org/drawingml/2006/main" noGrp="1"/>
          </p:cNvSpPr>
          <p:nvPr/>
        </p:nvSpPr>
        <p:spPr>
          <a:xfrm xmlns:a="http://schemas.openxmlformats.org/drawingml/2006/main">
            <a:off x="800100" y="3781425"/>
            <a:ext cx="10477500" cy="5356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850" b="0">
                <a:solidFill>
                  <a:srgbClr val="FFFFFF"/>
                </a:solidFill>
                <a:latin typeface="PingFang SC"/>
                <a:ea typeface="PingFang SC"/>
                <a:cs typeface="PingFang SC"/>
              </a:defRPr>
            </a:defPPr>
            <a:lvl1pPr>
              <a:defRPr sz="2850" b="0">
                <a:solidFill>
                  <a:srgbClr val="FFFFFF"/>
                </a:solidFill>
                <a:latin typeface="PingFang SC"/>
                <a:ea typeface="PingFang SC"/>
                <a:cs typeface="PingFang SC"/>
              </a:defRPr>
            </a:lvl1pPr>
            <a:lvl2pPr>
              <a:defRPr sz="2850" b="0">
                <a:solidFill>
                  <a:srgbClr val="FFFFFF"/>
                </a:solidFill>
                <a:latin typeface="PingFang SC"/>
                <a:ea typeface="PingFang SC"/>
                <a:cs typeface="PingFang SC"/>
              </a:defRPr>
            </a:lvl2pPr>
            <a:lvl3pPr>
              <a:defRPr sz="2850" b="0">
                <a:solidFill>
                  <a:srgbClr val="FFFFFF"/>
                </a:solidFill>
                <a:latin typeface="PingFang SC"/>
                <a:ea typeface="PingFang SC"/>
                <a:cs typeface="PingFang SC"/>
              </a:defRPr>
            </a:lvl3pPr>
            <a:lvl4pPr>
              <a:defRPr sz="2850" b="0">
                <a:solidFill>
                  <a:srgbClr val="FFFFFF"/>
                </a:solidFill>
                <a:latin typeface="PingFang SC"/>
                <a:ea typeface="PingFang SC"/>
                <a:cs typeface="PingFang SC"/>
              </a:defRPr>
            </a:lvl4pPr>
            <a:lvl5pPr>
              <a:defRPr sz="2850" b="0">
                <a:solidFill>
                  <a:srgbClr val="FFFFFF"/>
                </a:solidFill>
                <a:latin typeface="PingFang SC"/>
                <a:ea typeface="PingFang SC"/>
                <a:cs typeface="PingFang SC"/>
              </a:defRPr>
            </a:lvl5pPr>
            <a:lvl6pPr>
              <a:defRPr sz="2850" b="0">
                <a:solidFill>
                  <a:srgbClr val="FFFFFF"/>
                </a:solidFill>
                <a:latin typeface="PingFang SC"/>
                <a:ea typeface="PingFang SC"/>
                <a:cs typeface="PingFang SC"/>
              </a:defRPr>
            </a:lvl6pPr>
            <a:lvl7pPr>
              <a:defRPr sz="2850" b="0">
                <a:solidFill>
                  <a:srgbClr val="FFFFFF"/>
                </a:solidFill>
                <a:latin typeface="PingFang SC"/>
                <a:ea typeface="PingFang SC"/>
                <a:cs typeface="PingFang SC"/>
              </a:defRPr>
            </a:lvl7pPr>
            <a:lvl8pPr>
              <a:defRPr sz="2850" b="0">
                <a:solidFill>
                  <a:srgbClr val="FFFFFF"/>
                </a:solidFill>
                <a:latin typeface="PingFang SC"/>
                <a:ea typeface="PingFang SC"/>
                <a:cs typeface="PingFang SC"/>
              </a:defRPr>
            </a:lvl8pPr>
            <a:lvl9pPr>
              <a:defRPr sz="2850" b="0">
                <a:solidFill>
                  <a:srgbClr val="FFFFFF"/>
                </a:solidFill>
                <a:latin typeface="PingFang SC"/>
                <a:ea typeface="PingFang SC"/>
                <a:cs typeface="PingFang SC"/>
              </a:defRPr>
            </a:lvl9pPr>
          </a:lstStyle>
          <a:p xmlns:a="http://schemas.openxmlformats.org/drawingml/2006/main">
            <a:pPr>
              <a:defRPr sz="2850" b="0">
                <a:solidFill>
                  <a:srgbClr val="FFFFFF"/>
                </a:solidFill>
                <a:latin typeface="PingFang SC"/>
                <a:ea typeface="PingFang SC"/>
                <a:cs typeface="PingFang SC"/>
              </a:defRPr>
            </a:pPr>
            <a:r>
              <a:rPr sz="2850" b="0">
                <a:solidFill>
                  <a:srgbClr val="FFFFFF"/>
                </a:solidFill>
                <a:latin typeface="PingFang SC"/>
                <a:ea typeface="PingFang SC"/>
                <a:cs typeface="PingFang SC"/>
              </a:rPr>
              <a:t>Create two objects and change only one</a:t>
            </a:r>
          </a:p>
        </p:txBody>
      </p:sp>
    </p:spTree>
    <p:extLst>
      <p:ext uri="{BB962C8B-B14F-4D97-AF65-F5344CB8AC3E}">
        <p14:creationId xmlns:p14="http://schemas.microsoft.com/office/powerpoint/2010/main" val="1319168883"/>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brand">
            <a:extLst xmlns:a="http://schemas.openxmlformats.org/drawingml/2006/main">
              <a:ext uri="{FF2B5EF4-FFF2-40B4-BE49-F238E27FC236}">
                <a16:creationId xmlns:a16="http://schemas.microsoft.com/office/drawing/2014/main" id="{D5466A1B-6B10-44CB-B0CF-A1B865ED6951}"/>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47D260B9-70D7-40BD-B629-F15CD3D81367}"/>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44 / 63</a:t>
            </a:r>
          </a:p>
        </p:txBody>
      </p:sp>
      <p:sp>
        <p:nvSpPr>
          <p:cNvPr id="3" name="heading-1">
            <a:extLst xmlns:a="http://schemas.openxmlformats.org/drawingml/2006/main">
              <a:ext uri="{FF2B5EF4-FFF2-40B4-BE49-F238E27FC236}">
                <a16:creationId xmlns:a16="http://schemas.microsoft.com/office/drawing/2014/main" id="{5B5FAD86-76CF-4485-B3BA-B8125468AFD6}"/>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Reviewing the Band exercise</a:t>
            </a:r>
          </a:p>
        </p:txBody>
      </p:sp>
      <p:sp>
        <p:nvSpPr>
          <p:cNvPr id="4" name="body-1">
            <a:extLst xmlns:a="http://schemas.openxmlformats.org/drawingml/2006/main">
              <a:ext uri="{FF2B5EF4-FFF2-40B4-BE49-F238E27FC236}">
                <a16:creationId xmlns:a16="http://schemas.microsoft.com/office/drawing/2014/main" id="{BC7C972C-62D9-43F7-88CE-36A707614698}"/>
              </a:ext>
            </a:extLst>
          </p:cNvPr>
          <p:cNvSpPr>
            <a:spLocks xmlns:a="http://schemas.openxmlformats.org/drawingml/2006/main" noGrp="1"/>
          </p:cNvSpPr>
          <p:nvPr/>
        </p:nvSpPr>
        <p:spPr>
          <a:xfrm xmlns:a="http://schemas.openxmlformats.org/drawingml/2006/main">
            <a:off x="800100" y="2238375"/>
            <a:ext cx="10477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11111"/>
                </a:solidFill>
                <a:latin typeface="PingFang SC"/>
                <a:ea typeface="PingFang SC"/>
                <a:cs typeface="PingFang SC"/>
              </a:defRPr>
            </a:defPPr>
            <a:lvl1pPr>
              <a:defRPr sz="2700" b="0">
                <a:solidFill>
                  <a:srgbClr val="111111"/>
                </a:solidFill>
                <a:latin typeface="PingFang SC"/>
                <a:ea typeface="PingFang SC"/>
                <a:cs typeface="PingFang SC"/>
              </a:defRPr>
            </a:lvl1pPr>
            <a:lvl2pPr>
              <a:defRPr sz="2700" b="0">
                <a:solidFill>
                  <a:srgbClr val="111111"/>
                </a:solidFill>
                <a:latin typeface="PingFang SC"/>
                <a:ea typeface="PingFang SC"/>
                <a:cs typeface="PingFang SC"/>
              </a:defRPr>
            </a:lvl2pPr>
            <a:lvl3pPr>
              <a:defRPr sz="2700" b="0">
                <a:solidFill>
                  <a:srgbClr val="111111"/>
                </a:solidFill>
                <a:latin typeface="PingFang SC"/>
                <a:ea typeface="PingFang SC"/>
                <a:cs typeface="PingFang SC"/>
              </a:defRPr>
            </a:lvl3pPr>
            <a:lvl4pPr>
              <a:defRPr sz="2700" b="0">
                <a:solidFill>
                  <a:srgbClr val="111111"/>
                </a:solidFill>
                <a:latin typeface="PingFang SC"/>
                <a:ea typeface="PingFang SC"/>
                <a:cs typeface="PingFang SC"/>
              </a:defRPr>
            </a:lvl4pPr>
            <a:lvl5pPr>
              <a:defRPr sz="2700" b="0">
                <a:solidFill>
                  <a:srgbClr val="111111"/>
                </a:solidFill>
                <a:latin typeface="PingFang SC"/>
                <a:ea typeface="PingFang SC"/>
                <a:cs typeface="PingFang SC"/>
              </a:defRPr>
            </a:lvl5pPr>
            <a:lvl6pPr>
              <a:defRPr sz="2700" b="0">
                <a:solidFill>
                  <a:srgbClr val="111111"/>
                </a:solidFill>
                <a:latin typeface="PingFang SC"/>
                <a:ea typeface="PingFang SC"/>
                <a:cs typeface="PingFang SC"/>
              </a:defRPr>
            </a:lvl6pPr>
            <a:lvl7pPr>
              <a:defRPr sz="2700" b="0">
                <a:solidFill>
                  <a:srgbClr val="111111"/>
                </a:solidFill>
                <a:latin typeface="PingFang SC"/>
                <a:ea typeface="PingFang SC"/>
                <a:cs typeface="PingFang SC"/>
              </a:defRPr>
            </a:lvl7pPr>
            <a:lvl8pPr>
              <a:defRPr sz="2700" b="0">
                <a:solidFill>
                  <a:srgbClr val="111111"/>
                </a:solidFill>
                <a:latin typeface="PingFang SC"/>
                <a:ea typeface="PingFang SC"/>
                <a:cs typeface="PingFang SC"/>
              </a:defRPr>
            </a:lvl8pPr>
            <a:lvl9pPr>
              <a:defRPr sz="2700" b="0">
                <a:solidFill>
                  <a:srgbClr val="111111"/>
                </a:solidFill>
                <a:latin typeface="PingFang SC"/>
                <a:ea typeface="PingFang SC"/>
                <a:cs typeface="PingFang SC"/>
              </a:defRPr>
            </a:lvl9pPr>
          </a:lstStyle>
          <a:p xmlns:a="http://schemas.openxmlformats.org/drawingml/2006/main">
            <a:pPr>
              <a:defRPr sz="2700" b="0">
                <a:solidFill>
                  <a:srgbClr val="111111"/>
                </a:solidFill>
                <a:latin typeface="PingFang SC"/>
                <a:ea typeface="PingFang SC"/>
                <a:cs typeface="PingFang SC"/>
              </a:defRPr>
            </a:pPr>
            <a:r>
              <a:rPr sz="2700" b="0">
                <a:solidFill>
                  <a:srgbClr val="111111"/>
                </a:solidFill>
                <a:latin typeface="PingFang SC"/>
                <a:ea typeface="PingFang SC"/>
                <a:cs typeface="PingFang SC"/>
              </a:rPr>
              <a:t>a starts as saki, b as eve</a:t>
            </a:r>
          </a:p>
        </p:txBody>
      </p:sp>
      <p:sp>
        <p:nvSpPr>
          <p:cNvPr id="5" name="body-2">
            <a:extLst xmlns:a="http://schemas.openxmlformats.org/drawingml/2006/main">
              <a:ext uri="{FF2B5EF4-FFF2-40B4-BE49-F238E27FC236}">
                <a16:creationId xmlns:a16="http://schemas.microsoft.com/office/drawing/2014/main" id="{7AD2D063-B80E-4636-9FAC-3BE24A13A594}"/>
              </a:ext>
            </a:extLst>
          </p:cNvPr>
          <p:cNvSpPr>
            <a:spLocks xmlns:a="http://schemas.openxmlformats.org/drawingml/2006/main" noGrp="1"/>
          </p:cNvSpPr>
          <p:nvPr/>
        </p:nvSpPr>
        <p:spPr>
          <a:xfrm xmlns:a="http://schemas.openxmlformats.org/drawingml/2006/main">
            <a:off x="800100" y="2752725"/>
            <a:ext cx="10477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11111"/>
                </a:solidFill>
                <a:latin typeface="PingFang SC"/>
                <a:ea typeface="PingFang SC"/>
                <a:cs typeface="PingFang SC"/>
              </a:defRPr>
            </a:defPPr>
            <a:lvl1pPr>
              <a:defRPr sz="2700" b="0">
                <a:solidFill>
                  <a:srgbClr val="111111"/>
                </a:solidFill>
                <a:latin typeface="PingFang SC"/>
                <a:ea typeface="PingFang SC"/>
                <a:cs typeface="PingFang SC"/>
              </a:defRPr>
            </a:lvl1pPr>
            <a:lvl2pPr>
              <a:defRPr sz="2700" b="0">
                <a:solidFill>
                  <a:srgbClr val="111111"/>
                </a:solidFill>
                <a:latin typeface="PingFang SC"/>
                <a:ea typeface="PingFang SC"/>
                <a:cs typeface="PingFang SC"/>
              </a:defRPr>
            </a:lvl2pPr>
            <a:lvl3pPr>
              <a:defRPr sz="2700" b="0">
                <a:solidFill>
                  <a:srgbClr val="111111"/>
                </a:solidFill>
                <a:latin typeface="PingFang SC"/>
                <a:ea typeface="PingFang SC"/>
                <a:cs typeface="PingFang SC"/>
              </a:defRPr>
            </a:lvl3pPr>
            <a:lvl4pPr>
              <a:defRPr sz="2700" b="0">
                <a:solidFill>
                  <a:srgbClr val="111111"/>
                </a:solidFill>
                <a:latin typeface="PingFang SC"/>
                <a:ea typeface="PingFang SC"/>
                <a:cs typeface="PingFang SC"/>
              </a:defRPr>
            </a:lvl4pPr>
            <a:lvl5pPr>
              <a:defRPr sz="2700" b="0">
                <a:solidFill>
                  <a:srgbClr val="111111"/>
                </a:solidFill>
                <a:latin typeface="PingFang SC"/>
                <a:ea typeface="PingFang SC"/>
                <a:cs typeface="PingFang SC"/>
              </a:defRPr>
            </a:lvl5pPr>
            <a:lvl6pPr>
              <a:defRPr sz="2700" b="0">
                <a:solidFill>
                  <a:srgbClr val="111111"/>
                </a:solidFill>
                <a:latin typeface="PingFang SC"/>
                <a:ea typeface="PingFang SC"/>
                <a:cs typeface="PingFang SC"/>
              </a:defRPr>
            </a:lvl6pPr>
            <a:lvl7pPr>
              <a:defRPr sz="2700" b="0">
                <a:solidFill>
                  <a:srgbClr val="111111"/>
                </a:solidFill>
                <a:latin typeface="PingFang SC"/>
                <a:ea typeface="PingFang SC"/>
                <a:cs typeface="PingFang SC"/>
              </a:defRPr>
            </a:lvl7pPr>
            <a:lvl8pPr>
              <a:defRPr sz="2700" b="0">
                <a:solidFill>
                  <a:srgbClr val="111111"/>
                </a:solidFill>
                <a:latin typeface="PingFang SC"/>
                <a:ea typeface="PingFang SC"/>
                <a:cs typeface="PingFang SC"/>
              </a:defRPr>
            </a:lvl8pPr>
            <a:lvl9pPr>
              <a:defRPr sz="2700" b="0">
                <a:solidFill>
                  <a:srgbClr val="111111"/>
                </a:solidFill>
                <a:latin typeface="PingFang SC"/>
                <a:ea typeface="PingFang SC"/>
                <a:cs typeface="PingFang SC"/>
              </a:defRPr>
            </a:lvl9pPr>
          </a:lstStyle>
          <a:p xmlns:a="http://schemas.openxmlformats.org/drawingml/2006/main">
            <a:pPr>
              <a:defRPr sz="2700" b="0">
                <a:solidFill>
                  <a:srgbClr val="111111"/>
                </a:solidFill>
                <a:latin typeface="PingFang SC"/>
                <a:ea typeface="PingFang SC"/>
                <a:cs typeface="PingFang SC"/>
              </a:defRPr>
            </a:pPr>
            <a:r>
              <a:rPr sz="2700" b="0">
                <a:solidFill>
                  <a:srgbClr val="111111"/>
                </a:solidFill>
                <a:latin typeface="PingFang SC"/>
                <a:ea typeface="PingFang SC"/>
                <a:cs typeface="PingFang SC"/>
              </a:rPr>
              <a:t>After changing only a: anon / eve</a:t>
            </a:r>
          </a:p>
        </p:txBody>
      </p:sp>
      <p:sp>
        <p:nvSpPr>
          <p:cNvPr id="6" name="body-3">
            <a:extLst xmlns:a="http://schemas.openxmlformats.org/drawingml/2006/main">
              <a:ext uri="{FF2B5EF4-FFF2-40B4-BE49-F238E27FC236}">
                <a16:creationId xmlns:a16="http://schemas.microsoft.com/office/drawing/2014/main" id="{647E086E-B93C-422E-9921-516B86318854}"/>
              </a:ext>
            </a:extLst>
          </p:cNvPr>
          <p:cNvSpPr>
            <a:spLocks xmlns:a="http://schemas.openxmlformats.org/drawingml/2006/main" noGrp="1"/>
          </p:cNvSpPr>
          <p:nvPr/>
        </p:nvSpPr>
        <p:spPr>
          <a:xfrm xmlns:a="http://schemas.openxmlformats.org/drawingml/2006/main">
            <a:off x="800100" y="3267075"/>
            <a:ext cx="10477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11111"/>
                </a:solidFill>
                <a:latin typeface="PingFang SC"/>
                <a:ea typeface="PingFang SC"/>
                <a:cs typeface="PingFang SC"/>
              </a:defRPr>
            </a:defPPr>
            <a:lvl1pPr>
              <a:defRPr sz="2700" b="0">
                <a:solidFill>
                  <a:srgbClr val="111111"/>
                </a:solidFill>
                <a:latin typeface="PingFang SC"/>
                <a:ea typeface="PingFang SC"/>
                <a:cs typeface="PingFang SC"/>
              </a:defRPr>
            </a:lvl1pPr>
            <a:lvl2pPr>
              <a:defRPr sz="2700" b="0">
                <a:solidFill>
                  <a:srgbClr val="111111"/>
                </a:solidFill>
                <a:latin typeface="PingFang SC"/>
                <a:ea typeface="PingFang SC"/>
                <a:cs typeface="PingFang SC"/>
              </a:defRPr>
            </a:lvl2pPr>
            <a:lvl3pPr>
              <a:defRPr sz="2700" b="0">
                <a:solidFill>
                  <a:srgbClr val="111111"/>
                </a:solidFill>
                <a:latin typeface="PingFang SC"/>
                <a:ea typeface="PingFang SC"/>
                <a:cs typeface="PingFang SC"/>
              </a:defRPr>
            </a:lvl3pPr>
            <a:lvl4pPr>
              <a:defRPr sz="2700" b="0">
                <a:solidFill>
                  <a:srgbClr val="111111"/>
                </a:solidFill>
                <a:latin typeface="PingFang SC"/>
                <a:ea typeface="PingFang SC"/>
                <a:cs typeface="PingFang SC"/>
              </a:defRPr>
            </a:lvl4pPr>
            <a:lvl5pPr>
              <a:defRPr sz="2700" b="0">
                <a:solidFill>
                  <a:srgbClr val="111111"/>
                </a:solidFill>
                <a:latin typeface="PingFang SC"/>
                <a:ea typeface="PingFang SC"/>
                <a:cs typeface="PingFang SC"/>
              </a:defRPr>
            </a:lvl5pPr>
            <a:lvl6pPr>
              <a:defRPr sz="2700" b="0">
                <a:solidFill>
                  <a:srgbClr val="111111"/>
                </a:solidFill>
                <a:latin typeface="PingFang SC"/>
                <a:ea typeface="PingFang SC"/>
                <a:cs typeface="PingFang SC"/>
              </a:defRPr>
            </a:lvl6pPr>
            <a:lvl7pPr>
              <a:defRPr sz="2700" b="0">
                <a:solidFill>
                  <a:srgbClr val="111111"/>
                </a:solidFill>
                <a:latin typeface="PingFang SC"/>
                <a:ea typeface="PingFang SC"/>
                <a:cs typeface="PingFang SC"/>
              </a:defRPr>
            </a:lvl7pPr>
            <a:lvl8pPr>
              <a:defRPr sz="2700" b="0">
                <a:solidFill>
                  <a:srgbClr val="111111"/>
                </a:solidFill>
                <a:latin typeface="PingFang SC"/>
                <a:ea typeface="PingFang SC"/>
                <a:cs typeface="PingFang SC"/>
              </a:defRPr>
            </a:lvl8pPr>
            <a:lvl9pPr>
              <a:defRPr sz="2700" b="0">
                <a:solidFill>
                  <a:srgbClr val="111111"/>
                </a:solidFill>
                <a:latin typeface="PingFang SC"/>
                <a:ea typeface="PingFang SC"/>
                <a:cs typeface="PingFang SC"/>
              </a:defRPr>
            </a:lvl9pPr>
          </a:lstStyle>
          <a:p xmlns:a="http://schemas.openxmlformats.org/drawingml/2006/main">
            <a:pPr>
              <a:defRPr sz="2700" b="0">
                <a:solidFill>
                  <a:srgbClr val="111111"/>
                </a:solidFill>
                <a:latin typeface="PingFang SC"/>
                <a:ea typeface="PingFang SC"/>
                <a:cs typeface="PingFang SC"/>
              </a:defRPr>
            </a:pPr>
            <a:r>
              <a:rPr sz="2700" b="0">
                <a:solidFill>
                  <a:srgbClr val="111111"/>
                </a:solidFill>
                <a:latin typeface="PingFang SC"/>
                <a:ea typeface="PingFang SC"/>
                <a:cs typeface="PingFang SC"/>
              </a:rPr>
              <a:t>A const object can print</a:t>
            </a:r>
          </a:p>
        </p:txBody>
      </p:sp>
      <p:sp>
        <p:nvSpPr>
          <p:cNvPr id="7" name="body-4">
            <a:extLst xmlns:a="http://schemas.openxmlformats.org/drawingml/2006/main">
              <a:ext uri="{FF2B5EF4-FFF2-40B4-BE49-F238E27FC236}">
                <a16:creationId xmlns:a16="http://schemas.microsoft.com/office/drawing/2014/main" id="{3657F844-F828-4992-A17F-8B6D6A73C07C}"/>
              </a:ext>
            </a:extLst>
          </p:cNvPr>
          <p:cNvSpPr>
            <a:spLocks xmlns:a="http://schemas.openxmlformats.org/drawingml/2006/main" noGrp="1"/>
          </p:cNvSpPr>
          <p:nvPr/>
        </p:nvSpPr>
        <p:spPr>
          <a:xfrm xmlns:a="http://schemas.openxmlformats.org/drawingml/2006/main">
            <a:off x="800100" y="3781425"/>
            <a:ext cx="10477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11111"/>
                </a:solidFill>
                <a:latin typeface="PingFang SC"/>
                <a:ea typeface="PingFang SC"/>
                <a:cs typeface="PingFang SC"/>
              </a:defRPr>
            </a:defPPr>
            <a:lvl1pPr>
              <a:defRPr sz="2700" b="0">
                <a:solidFill>
                  <a:srgbClr val="111111"/>
                </a:solidFill>
                <a:latin typeface="PingFang SC"/>
                <a:ea typeface="PingFang SC"/>
                <a:cs typeface="PingFang SC"/>
              </a:defRPr>
            </a:lvl1pPr>
            <a:lvl2pPr>
              <a:defRPr sz="2700" b="0">
                <a:solidFill>
                  <a:srgbClr val="111111"/>
                </a:solidFill>
                <a:latin typeface="PingFang SC"/>
                <a:ea typeface="PingFang SC"/>
                <a:cs typeface="PingFang SC"/>
              </a:defRPr>
            </a:lvl2pPr>
            <a:lvl3pPr>
              <a:defRPr sz="2700" b="0">
                <a:solidFill>
                  <a:srgbClr val="111111"/>
                </a:solidFill>
                <a:latin typeface="PingFang SC"/>
                <a:ea typeface="PingFang SC"/>
                <a:cs typeface="PingFang SC"/>
              </a:defRPr>
            </a:lvl3pPr>
            <a:lvl4pPr>
              <a:defRPr sz="2700" b="0">
                <a:solidFill>
                  <a:srgbClr val="111111"/>
                </a:solidFill>
                <a:latin typeface="PingFang SC"/>
                <a:ea typeface="PingFang SC"/>
                <a:cs typeface="PingFang SC"/>
              </a:defRPr>
            </a:lvl4pPr>
            <a:lvl5pPr>
              <a:defRPr sz="2700" b="0">
                <a:solidFill>
                  <a:srgbClr val="111111"/>
                </a:solidFill>
                <a:latin typeface="PingFang SC"/>
                <a:ea typeface="PingFang SC"/>
                <a:cs typeface="PingFang SC"/>
              </a:defRPr>
            </a:lvl5pPr>
            <a:lvl6pPr>
              <a:defRPr sz="2700" b="0">
                <a:solidFill>
                  <a:srgbClr val="111111"/>
                </a:solidFill>
                <a:latin typeface="PingFang SC"/>
                <a:ea typeface="PingFang SC"/>
                <a:cs typeface="PingFang SC"/>
              </a:defRPr>
            </a:lvl6pPr>
            <a:lvl7pPr>
              <a:defRPr sz="2700" b="0">
                <a:solidFill>
                  <a:srgbClr val="111111"/>
                </a:solidFill>
                <a:latin typeface="PingFang SC"/>
                <a:ea typeface="PingFang SC"/>
                <a:cs typeface="PingFang SC"/>
              </a:defRPr>
            </a:lvl7pPr>
            <a:lvl8pPr>
              <a:defRPr sz="2700" b="0">
                <a:solidFill>
                  <a:srgbClr val="111111"/>
                </a:solidFill>
                <a:latin typeface="PingFang SC"/>
                <a:ea typeface="PingFang SC"/>
                <a:cs typeface="PingFang SC"/>
              </a:defRPr>
            </a:lvl8pPr>
            <a:lvl9pPr>
              <a:defRPr sz="2700" b="0">
                <a:solidFill>
                  <a:srgbClr val="111111"/>
                </a:solidFill>
                <a:latin typeface="PingFang SC"/>
                <a:ea typeface="PingFang SC"/>
                <a:cs typeface="PingFang SC"/>
              </a:defRPr>
            </a:lvl9pPr>
          </a:lstStyle>
          <a:p xmlns:a="http://schemas.openxmlformats.org/drawingml/2006/main">
            <a:pPr>
              <a:defRPr sz="2700" b="0">
                <a:solidFill>
                  <a:srgbClr val="111111"/>
                </a:solidFill>
                <a:latin typeface="PingFang SC"/>
                <a:ea typeface="PingFang SC"/>
                <a:cs typeface="PingFang SC"/>
              </a:defRPr>
            </a:pPr>
            <a:r>
              <a:rPr sz="2700" b="0">
                <a:solidFill>
                  <a:srgbClr val="111111"/>
                </a:solidFill>
                <a:latin typeface="PingFang SC"/>
                <a:ea typeface="PingFang SC"/>
                <a:cs typeface="PingFang SC"/>
              </a:rPr>
              <a:t>Direct keyboard access outside the class fails to compile</a:t>
            </a:r>
          </a:p>
        </p:txBody>
      </p:sp>
    </p:spTree>
    <p:extLst>
      <p:ext uri="{BB962C8B-B14F-4D97-AF65-F5344CB8AC3E}">
        <p14:creationId xmlns:p14="http://schemas.microsoft.com/office/powerpoint/2010/main" val="895361199"/>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rand">
            <a:extLst xmlns:a="http://schemas.openxmlformats.org/drawingml/2006/main">
              <a:ext uri="{FF2B5EF4-FFF2-40B4-BE49-F238E27FC236}">
                <a16:creationId xmlns:a16="http://schemas.microsoft.com/office/drawing/2014/main" id="{9D725BFD-89E2-4B38-A2B7-30DAE93BB3ED}"/>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B4B91429-CE88-4A9B-B0ED-9072E184821B}"/>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45 / 63</a:t>
            </a:r>
          </a:p>
        </p:txBody>
      </p:sp>
      <p:sp>
        <p:nvSpPr>
          <p:cNvPr id="3" name="heading-1">
            <a:extLst xmlns:a="http://schemas.openxmlformats.org/drawingml/2006/main">
              <a:ext uri="{FF2B5EF4-FFF2-40B4-BE49-F238E27FC236}">
                <a16:creationId xmlns:a16="http://schemas.microsoft.com/office/drawing/2014/main" id="{737142EE-5A1C-4405-B36F-0693FF646146}"/>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The five members of the full Band</a:t>
            </a:r>
          </a:p>
        </p:txBody>
      </p:sp>
      <p:sp>
        <p:nvSpPr>
          <p:cNvPr id="4" name="code-1">
            <a:extLst xmlns:a="http://schemas.openxmlformats.org/drawingml/2006/main">
              <a:ext uri="{FF2B5EF4-FFF2-40B4-BE49-F238E27FC236}">
                <a16:creationId xmlns:a16="http://schemas.microsoft.com/office/drawing/2014/main" id="{76E7A51D-1926-47F7-B29D-FF89840E444E}"/>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Band </a:t>
            </a:r>
            <a:r>
              <a:rPr sz="2250">
                <a:solidFill>
                  <a:srgbClr val="6F42C1"/>
                </a:solidFill>
                <a:latin typeface="Menlo"/>
                <a:ea typeface="Menlo"/>
                <a:cs typeface="Menlo"/>
              </a:rPr>
              <a:t>ave_mujica</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C671F2D7-4FFD-4F10-9CB8-D684508733B9}"/>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0B6B3A"/>
                </a:solidFill>
                <a:latin typeface="Menlo"/>
                <a:ea typeface="Menlo"/>
                <a:cs typeface="Menlo"/>
              </a:rPr>
              <a:t>"mutsumi"</a:t>
            </a:r>
            <a:r>
              <a:rPr sz="2250">
                <a:solidFill>
                  <a:srgbClr val="222222"/>
                </a:solidFill>
                <a:latin typeface="Menlo"/>
                <a:ea typeface="Menlo"/>
                <a:cs typeface="Menlo"/>
              </a:rPr>
              <a:t>, </a:t>
            </a:r>
            <a:r>
              <a:rPr sz="2250">
                <a:solidFill>
                  <a:srgbClr val="0B6B3A"/>
                </a:solidFill>
                <a:latin typeface="Menlo"/>
                <a:ea typeface="Menlo"/>
                <a:cs typeface="Menlo"/>
              </a:rPr>
              <a:t>"hatsune"</a:t>
            </a:r>
            <a:r>
              <a:rPr sz="2250">
                <a:solidFill>
                  <a:srgbClr val="222222"/>
                </a:solidFill>
                <a:latin typeface="Menlo"/>
                <a:ea typeface="Menlo"/>
                <a:cs typeface="Menlo"/>
              </a:rPr>
              <a:t>, </a:t>
            </a:r>
            <a:r>
              <a:rPr sz="2250">
                <a:solidFill>
                  <a:srgbClr val="0B6B3A"/>
                </a:solidFill>
                <a:latin typeface="Menlo"/>
                <a:ea typeface="Menlo"/>
                <a:cs typeface="Menlo"/>
              </a:rPr>
              <a:t>"nyamu"</a:t>
            </a:r>
            <a:r>
              <a:rPr sz="2250">
                <a:solidFill>
                  <a:srgbClr val="222222"/>
                </a:solidFill>
                <a:latin typeface="Menlo"/>
                <a:ea typeface="Menlo"/>
                <a:cs typeface="Menlo"/>
              </a:rPr>
              <a:t>,</a:t>
            </a:r>
          </a:p>
        </p:txBody>
      </p:sp>
      <p:sp>
        <p:nvSpPr>
          <p:cNvPr id="6" name="code-3">
            <a:extLst xmlns:a="http://schemas.openxmlformats.org/drawingml/2006/main">
              <a:ext uri="{FF2B5EF4-FFF2-40B4-BE49-F238E27FC236}">
                <a16:creationId xmlns:a16="http://schemas.microsoft.com/office/drawing/2014/main" id="{9B232F8B-6DB6-4A17-AB18-58310437B6F9}"/>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0B6B3A"/>
                </a:solidFill>
                <a:latin typeface="Menlo"/>
                <a:ea typeface="Menlo"/>
                <a:cs typeface="Menlo"/>
              </a:rPr>
              <a:t>"umiri"</a:t>
            </a:r>
            <a:r>
              <a:rPr sz="2250">
                <a:solidFill>
                  <a:srgbClr val="222222"/>
                </a:solidFill>
                <a:latin typeface="Menlo"/>
                <a:ea typeface="Menlo"/>
                <a:cs typeface="Menlo"/>
              </a:rPr>
              <a:t>, </a:t>
            </a:r>
            <a:r>
              <a:rPr sz="2250">
                <a:solidFill>
                  <a:srgbClr val="0B6B3A"/>
                </a:solidFill>
                <a:latin typeface="Menlo"/>
                <a:ea typeface="Menlo"/>
                <a:cs typeface="Menlo"/>
              </a:rPr>
              <a:t>"saki"</a:t>
            </a:r>
          </a:p>
        </p:txBody>
      </p:sp>
      <p:sp>
        <p:nvSpPr>
          <p:cNvPr id="7" name="code-4">
            <a:extLst xmlns:a="http://schemas.openxmlformats.org/drawingml/2006/main">
              <a:ext uri="{FF2B5EF4-FFF2-40B4-BE49-F238E27FC236}">
                <a16:creationId xmlns:a16="http://schemas.microsoft.com/office/drawing/2014/main" id="{0A7641D0-B929-43BF-85DC-DA3F9C3EC337}"/>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r>
              <a:rPr sz="2250">
                <a:solidFill>
                  <a:srgbClr val="222222"/>
                </a:solidFill>
                <a:latin typeface="Menlo"/>
                <a:ea typeface="Menlo"/>
                <a:cs typeface="Menlo"/>
              </a:rPr>
              <a:t>;</a:t>
            </a:r>
          </a:p>
        </p:txBody>
      </p:sp>
      <p:sp>
        <p:nvSpPr>
          <p:cNvPr id="8" name="code-5">
            <a:extLst xmlns:a="http://schemas.openxmlformats.org/drawingml/2006/main">
              <a:ext uri="{FF2B5EF4-FFF2-40B4-BE49-F238E27FC236}">
                <a16:creationId xmlns:a16="http://schemas.microsoft.com/office/drawing/2014/main" id="{DE61F5CE-C992-420B-8D02-B7B68E95A983}"/>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ave_mujica.</a:t>
            </a:r>
            <a:r>
              <a:rPr sz="2250">
                <a:solidFill>
                  <a:srgbClr val="005CC5"/>
                </a:solidFill>
                <a:latin typeface="Menlo"/>
                <a:ea typeface="Menlo"/>
                <a:cs typeface="Menlo"/>
              </a:rPr>
              <a:t>print_info</a:t>
            </a:r>
            <a:r>
              <a:rPr sz="2250">
                <a:solidFill>
                  <a:srgbClr val="222222"/>
                </a:solidFill>
                <a:latin typeface="Menlo"/>
                <a:ea typeface="Menlo"/>
                <a:cs typeface="Menlo"/>
              </a:rPr>
              <a:t>()</a:t>
            </a:r>
            <a:r>
              <a:rPr sz="2250">
                <a:solidFill>
                  <a:srgbClr val="222222"/>
                </a:solidFill>
                <a:latin typeface="Menlo"/>
                <a:ea typeface="Menlo"/>
                <a:cs typeface="Menlo"/>
              </a:rPr>
              <a:t>;</a:t>
            </a:r>
          </a:p>
        </p:txBody>
      </p:sp>
      <p:sp>
        <p:nvSpPr>
          <p:cNvPr id="9" name="code-6">
            <a:extLst xmlns:a="http://schemas.openxmlformats.org/drawingml/2006/main">
              <a:ext uri="{FF2B5EF4-FFF2-40B4-BE49-F238E27FC236}">
                <a16:creationId xmlns:a16="http://schemas.microsoft.com/office/drawing/2014/main" id="{A6A75952-CCD9-43CB-9FE5-89F6F345E874}"/>
              </a:ext>
            </a:extLst>
          </p:cNvPr>
          <p:cNvSpPr>
            <a:spLocks xmlns:a="http://schemas.openxmlformats.org/drawingml/2006/main" noGrp="1"/>
          </p:cNvSpPr>
          <p:nvPr/>
        </p:nvSpPr>
        <p:spPr>
          <a:xfrm xmlns:a="http://schemas.openxmlformats.org/drawingml/2006/main">
            <a:off x="800100" y="36861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ave_mujica.</a:t>
            </a:r>
            <a:r>
              <a:rPr sz="2250">
                <a:solidFill>
                  <a:srgbClr val="005CC5"/>
                </a:solidFill>
                <a:latin typeface="Menlo"/>
                <a:ea typeface="Menlo"/>
                <a:cs typeface="Menlo"/>
              </a:rPr>
              <a:t>live</a:t>
            </a:r>
            <a:r>
              <a:rPr sz="2250">
                <a:solidFill>
                  <a:srgbClr val="222222"/>
                </a:solidFill>
                <a:latin typeface="Menlo"/>
                <a:ea typeface="Menlo"/>
                <a:cs typeface="Menlo"/>
              </a:rPr>
              <a:t>()</a:t>
            </a:r>
            <a:r>
              <a:rPr sz="2250">
                <a:solidFill>
                  <a:srgbClr val="222222"/>
                </a:solidFill>
                <a:latin typeface="Menlo"/>
                <a:ea typeface="Menlo"/>
                <a:cs typeface="Menlo"/>
              </a:rPr>
              <a:t>;</a:t>
            </a:r>
          </a:p>
        </p:txBody>
      </p:sp>
      <p:sp>
        <p:nvSpPr>
          <p:cNvPr id="10" name="cue-1">
            <a:extLst xmlns:a="http://schemas.openxmlformats.org/drawingml/2006/main">
              <a:ext uri="{FF2B5EF4-FFF2-40B4-BE49-F238E27FC236}">
                <a16:creationId xmlns:a16="http://schemas.microsoft.com/office/drawing/2014/main" id="{6EA72663-F6BA-4382-A062-EC6DF8C15D91}"/>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guitar, vocal, drum, bass, keyboard</a:t>
            </a:r>
          </a:p>
        </p:txBody>
      </p:sp>
    </p:spTree>
    <p:extLst>
      <p:ext uri="{BB962C8B-B14F-4D97-AF65-F5344CB8AC3E}">
        <p14:creationId xmlns:p14="http://schemas.microsoft.com/office/powerpoint/2010/main" val="1966138652"/>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brand">
            <a:extLst xmlns:a="http://schemas.openxmlformats.org/drawingml/2006/main">
              <a:ext uri="{FF2B5EF4-FFF2-40B4-BE49-F238E27FC236}">
                <a16:creationId xmlns:a16="http://schemas.microsoft.com/office/drawing/2014/main" id="{39EC65E9-B8A8-4B6C-B280-D39C57B6A276}"/>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C7942E3E-3120-4427-AFD2-8FC622437EEB}"/>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46 / 63</a:t>
            </a:r>
          </a:p>
        </p:txBody>
      </p:sp>
      <p:sp>
        <p:nvSpPr>
          <p:cNvPr id="3" name="heading-1">
            <a:extLst xmlns:a="http://schemas.openxmlformats.org/drawingml/2006/main">
              <a:ext uri="{FF2B5EF4-FFF2-40B4-BE49-F238E27FC236}">
                <a16:creationId xmlns:a16="http://schemas.microsoft.com/office/drawing/2014/main" id="{961501B9-24B5-4838-A305-F1437E6EE01E}"/>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A vector of bands</a:t>
            </a:r>
          </a:p>
        </p:txBody>
      </p:sp>
      <p:sp>
        <p:nvSpPr>
          <p:cNvPr id="4" name="code-1">
            <a:extLst xmlns:a="http://schemas.openxmlformats.org/drawingml/2006/main">
              <a:ext uri="{FF2B5EF4-FFF2-40B4-BE49-F238E27FC236}">
                <a16:creationId xmlns:a16="http://schemas.microsoft.com/office/drawing/2014/main" id="{5BD49EB2-FFDC-4848-BBA9-E3C0B8B51CF4}"/>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vector&lt;Band&gt;</a:t>
            </a:r>
            <a:r>
              <a:rPr sz="2250">
                <a:solidFill>
                  <a:srgbClr val="222222"/>
                </a:solidFill>
                <a:latin typeface="Menlo"/>
                <a:ea typeface="Menlo"/>
                <a:cs typeface="Menlo"/>
              </a:rPr>
              <a:t> live_bands;</a:t>
            </a:r>
          </a:p>
        </p:txBody>
      </p:sp>
      <p:sp>
        <p:nvSpPr>
          <p:cNvPr id="5" name="code-2">
            <a:extLst xmlns:a="http://schemas.openxmlformats.org/drawingml/2006/main">
              <a:ext uri="{FF2B5EF4-FFF2-40B4-BE49-F238E27FC236}">
                <a16:creationId xmlns:a16="http://schemas.microsoft.com/office/drawing/2014/main" id="{34C628FE-CBC0-4700-B6CE-DDEEBC5A4F83}"/>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live_bands.</a:t>
            </a:r>
            <a:r>
              <a:rPr sz="2250">
                <a:solidFill>
                  <a:srgbClr val="005CC5"/>
                </a:solidFill>
                <a:latin typeface="Menlo"/>
                <a:ea typeface="Menlo"/>
                <a:cs typeface="Menlo"/>
              </a:rPr>
              <a:t>emplace_back</a:t>
            </a:r>
            <a:r>
              <a:rPr sz="2250">
                <a:solidFill>
                  <a:srgbClr val="222222"/>
                </a:solidFill>
                <a:latin typeface="Menlo"/>
                <a:ea typeface="Menlo"/>
                <a:cs typeface="Menlo"/>
              </a:rPr>
              <a:t>(</a:t>
            </a:r>
          </a:p>
        </p:txBody>
      </p:sp>
      <p:sp>
        <p:nvSpPr>
          <p:cNvPr id="6" name="code-3">
            <a:extLst xmlns:a="http://schemas.openxmlformats.org/drawingml/2006/main">
              <a:ext uri="{FF2B5EF4-FFF2-40B4-BE49-F238E27FC236}">
                <a16:creationId xmlns:a16="http://schemas.microsoft.com/office/drawing/2014/main" id="{7BD0DEA5-4AE5-4F3A-970E-2F4596792513}"/>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0B6B3A"/>
                </a:solidFill>
                <a:latin typeface="Menlo"/>
                <a:ea typeface="Menlo"/>
                <a:cs typeface="Menlo"/>
              </a:rPr>
              <a:t>"hina"</a:t>
            </a:r>
            <a:r>
              <a:rPr sz="2250">
                <a:solidFill>
                  <a:srgbClr val="222222"/>
                </a:solidFill>
                <a:latin typeface="Menlo"/>
                <a:ea typeface="Menlo"/>
                <a:cs typeface="Menlo"/>
              </a:rPr>
              <a:t>, </a:t>
            </a:r>
            <a:r>
              <a:rPr sz="2250">
                <a:solidFill>
                  <a:srgbClr val="0B6B3A"/>
                </a:solidFill>
                <a:latin typeface="Menlo"/>
                <a:ea typeface="Menlo"/>
                <a:cs typeface="Menlo"/>
              </a:rPr>
              <a:t>"aya"</a:t>
            </a:r>
            <a:r>
              <a:rPr sz="2250">
                <a:solidFill>
                  <a:srgbClr val="222222"/>
                </a:solidFill>
                <a:latin typeface="Menlo"/>
                <a:ea typeface="Menlo"/>
                <a:cs typeface="Menlo"/>
              </a:rPr>
              <a:t>, </a:t>
            </a:r>
            <a:r>
              <a:rPr sz="2250">
                <a:solidFill>
                  <a:srgbClr val="0B6B3A"/>
                </a:solidFill>
                <a:latin typeface="Menlo"/>
                <a:ea typeface="Menlo"/>
                <a:cs typeface="Menlo"/>
              </a:rPr>
              <a:t>"maya"</a:t>
            </a:r>
            <a:r>
              <a:rPr sz="2250">
                <a:solidFill>
                  <a:srgbClr val="222222"/>
                </a:solidFill>
                <a:latin typeface="Menlo"/>
                <a:ea typeface="Menlo"/>
                <a:cs typeface="Menlo"/>
              </a:rPr>
              <a:t>, </a:t>
            </a:r>
            <a:r>
              <a:rPr sz="2250">
                <a:solidFill>
                  <a:srgbClr val="0B6B3A"/>
                </a:solidFill>
                <a:latin typeface="Menlo"/>
                <a:ea typeface="Menlo"/>
                <a:cs typeface="Menlo"/>
              </a:rPr>
              <a:t>"chisato"</a:t>
            </a:r>
            <a:r>
              <a:rPr sz="2250">
                <a:solidFill>
                  <a:srgbClr val="222222"/>
                </a:solidFill>
                <a:latin typeface="Menlo"/>
                <a:ea typeface="Menlo"/>
                <a:cs typeface="Menlo"/>
              </a:rPr>
              <a:t>, </a:t>
            </a:r>
            <a:r>
              <a:rPr sz="2250">
                <a:solidFill>
                  <a:srgbClr val="0B6B3A"/>
                </a:solidFill>
                <a:latin typeface="Menlo"/>
                <a:ea typeface="Menlo"/>
                <a:cs typeface="Menlo"/>
              </a:rPr>
              <a:t>"eve"</a:t>
            </a:r>
            <a:r>
              <a:rPr sz="2250">
                <a:solidFill>
                  <a:srgbClr val="222222"/>
                </a:solidFill>
                <a:latin typeface="Menlo"/>
                <a:ea typeface="Menlo"/>
                <a:cs typeface="Menlo"/>
              </a:rPr>
              <a:t>)</a:t>
            </a:r>
            <a:r>
              <a:rPr sz="2250">
                <a:solidFill>
                  <a:srgbClr val="222222"/>
                </a:solidFill>
                <a:latin typeface="Menlo"/>
                <a:ea typeface="Menlo"/>
                <a:cs typeface="Menlo"/>
              </a:rPr>
              <a:t>;</a:t>
            </a:r>
          </a:p>
        </p:txBody>
      </p:sp>
      <p:sp>
        <p:nvSpPr>
          <p:cNvPr id="7" name="code-4">
            <a:extLst xmlns:a="http://schemas.openxmlformats.org/drawingml/2006/main">
              <a:ext uri="{FF2B5EF4-FFF2-40B4-BE49-F238E27FC236}">
                <a16:creationId xmlns:a16="http://schemas.microsoft.com/office/drawing/2014/main" id="{F57C063A-105C-4A0A-BADF-1B7FF1D2A39B}"/>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live_bands.</a:t>
            </a:r>
            <a:r>
              <a:rPr sz="2250">
                <a:solidFill>
                  <a:srgbClr val="005CC5"/>
                </a:solidFill>
                <a:latin typeface="Menlo"/>
                <a:ea typeface="Menlo"/>
                <a:cs typeface="Menlo"/>
              </a:rPr>
              <a:t>emplace_back</a:t>
            </a:r>
            <a:r>
              <a:rPr sz="2250">
                <a:solidFill>
                  <a:srgbClr val="222222"/>
                </a:solidFill>
                <a:latin typeface="Menlo"/>
                <a:ea typeface="Menlo"/>
                <a:cs typeface="Menlo"/>
              </a:rPr>
              <a:t>(</a:t>
            </a:r>
          </a:p>
        </p:txBody>
      </p:sp>
      <p:sp>
        <p:nvSpPr>
          <p:cNvPr id="8" name="code-5">
            <a:extLst xmlns:a="http://schemas.openxmlformats.org/drawingml/2006/main">
              <a:ext uri="{FF2B5EF4-FFF2-40B4-BE49-F238E27FC236}">
                <a16:creationId xmlns:a16="http://schemas.microsoft.com/office/drawing/2014/main" id="{5D97E65B-2B07-4B6F-9EC9-6427093B3580}"/>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0B6B3A"/>
                </a:solidFill>
                <a:latin typeface="Menlo"/>
                <a:ea typeface="Menlo"/>
                <a:cs typeface="Menlo"/>
              </a:rPr>
              <a:t>"sayo"</a:t>
            </a:r>
            <a:r>
              <a:rPr sz="2250">
                <a:solidFill>
                  <a:srgbClr val="222222"/>
                </a:solidFill>
                <a:latin typeface="Menlo"/>
                <a:ea typeface="Menlo"/>
                <a:cs typeface="Menlo"/>
              </a:rPr>
              <a:t>, </a:t>
            </a:r>
            <a:r>
              <a:rPr sz="2250">
                <a:solidFill>
                  <a:srgbClr val="0B6B3A"/>
                </a:solidFill>
                <a:latin typeface="Menlo"/>
                <a:ea typeface="Menlo"/>
                <a:cs typeface="Menlo"/>
              </a:rPr>
              <a:t>"yukina"</a:t>
            </a:r>
            <a:r>
              <a:rPr sz="2250">
                <a:solidFill>
                  <a:srgbClr val="222222"/>
                </a:solidFill>
                <a:latin typeface="Menlo"/>
                <a:ea typeface="Menlo"/>
                <a:cs typeface="Menlo"/>
              </a:rPr>
              <a:t>, </a:t>
            </a:r>
            <a:r>
              <a:rPr sz="2250">
                <a:solidFill>
                  <a:srgbClr val="0B6B3A"/>
                </a:solidFill>
                <a:latin typeface="Menlo"/>
                <a:ea typeface="Menlo"/>
                <a:cs typeface="Menlo"/>
              </a:rPr>
              <a:t>"ako"</a:t>
            </a:r>
            <a:r>
              <a:rPr sz="2250">
                <a:solidFill>
                  <a:srgbClr val="222222"/>
                </a:solidFill>
                <a:latin typeface="Menlo"/>
                <a:ea typeface="Menlo"/>
                <a:cs typeface="Menlo"/>
              </a:rPr>
              <a:t>, </a:t>
            </a:r>
            <a:r>
              <a:rPr sz="2250">
                <a:solidFill>
                  <a:srgbClr val="0B6B3A"/>
                </a:solidFill>
                <a:latin typeface="Menlo"/>
                <a:ea typeface="Menlo"/>
                <a:cs typeface="Menlo"/>
              </a:rPr>
              <a:t>"lisa"</a:t>
            </a:r>
            <a:r>
              <a:rPr sz="2250">
                <a:solidFill>
                  <a:srgbClr val="222222"/>
                </a:solidFill>
                <a:latin typeface="Menlo"/>
                <a:ea typeface="Menlo"/>
                <a:cs typeface="Menlo"/>
              </a:rPr>
              <a:t>, </a:t>
            </a:r>
            <a:r>
              <a:rPr sz="2250">
                <a:solidFill>
                  <a:srgbClr val="0B6B3A"/>
                </a:solidFill>
                <a:latin typeface="Menlo"/>
                <a:ea typeface="Menlo"/>
                <a:cs typeface="Menlo"/>
              </a:rPr>
              <a:t>"rinko"</a:t>
            </a:r>
            <a:r>
              <a:rPr sz="2250">
                <a:solidFill>
                  <a:srgbClr val="222222"/>
                </a:solidFill>
                <a:latin typeface="Menlo"/>
                <a:ea typeface="Menlo"/>
                <a:cs typeface="Menlo"/>
              </a:rPr>
              <a:t>)</a:t>
            </a:r>
            <a:r>
              <a:rPr sz="2250">
                <a:solidFill>
                  <a:srgbClr val="222222"/>
                </a:solidFill>
                <a:latin typeface="Menlo"/>
                <a:ea typeface="Menlo"/>
                <a:cs typeface="Menlo"/>
              </a:rPr>
              <a:t>;</a:t>
            </a:r>
          </a:p>
        </p:txBody>
      </p:sp>
      <p:sp>
        <p:nvSpPr>
          <p:cNvPr id="9" name="cue-1">
            <a:extLst xmlns:a="http://schemas.openxmlformats.org/drawingml/2006/main">
              <a:ext uri="{FF2B5EF4-FFF2-40B4-BE49-F238E27FC236}">
                <a16:creationId xmlns:a16="http://schemas.microsoft.com/office/drawing/2014/main" id="{14CD4AE6-B1F9-4B21-8EE3-223836196EF7}"/>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vector manages the collection. Band defines each object.</a:t>
            </a:r>
          </a:p>
        </p:txBody>
      </p:sp>
    </p:spTree>
    <p:extLst>
      <p:ext uri="{BB962C8B-B14F-4D97-AF65-F5344CB8AC3E}">
        <p14:creationId xmlns:p14="http://schemas.microsoft.com/office/powerpoint/2010/main" val="440904116"/>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brand">
            <a:extLst xmlns:a="http://schemas.openxmlformats.org/drawingml/2006/main">
              <a:ext uri="{FF2B5EF4-FFF2-40B4-BE49-F238E27FC236}">
                <a16:creationId xmlns:a16="http://schemas.microsoft.com/office/drawing/2014/main" id="{4F6C5E2F-F9C4-496F-A65E-D1C07C0BE037}"/>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32833D98-49A6-4631-B109-7A2FCC9298D4}"/>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47 / 63</a:t>
            </a:r>
          </a:p>
        </p:txBody>
      </p:sp>
      <p:sp>
        <p:nvSpPr>
          <p:cNvPr id="3" name="heading-1">
            <a:extLst xmlns:a="http://schemas.openxmlformats.org/drawingml/2006/main">
              <a:ext uri="{FF2B5EF4-FFF2-40B4-BE49-F238E27FC236}">
                <a16:creationId xmlns:a16="http://schemas.microsoft.com/office/drawing/2014/main" id="{680A45D2-978B-486F-B7F0-05C9741FB5B1}"/>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Vector size and element access</a:t>
            </a:r>
          </a:p>
        </p:txBody>
      </p:sp>
      <p:sp>
        <p:nvSpPr>
          <p:cNvPr id="4" name="code-1">
            <a:extLst xmlns:a="http://schemas.openxmlformats.org/drawingml/2006/main">
              <a:ext uri="{FF2B5EF4-FFF2-40B4-BE49-F238E27FC236}">
                <a16:creationId xmlns:a16="http://schemas.microsoft.com/office/drawing/2014/main" id="{27EA8759-ABAA-43A4-B034-A315F8A552CD}"/>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cout &lt;&lt; live_bands.</a:t>
            </a:r>
            <a:r>
              <a:rPr sz="2250">
                <a:solidFill>
                  <a:srgbClr val="005CC5"/>
                </a:solidFill>
                <a:latin typeface="Menlo"/>
                <a:ea typeface="Menlo"/>
                <a:cs typeface="Menlo"/>
              </a:rPr>
              <a:t>size</a:t>
            </a:r>
            <a:r>
              <a:rPr sz="2250">
                <a:solidFill>
                  <a:srgbClr val="222222"/>
                </a:solidFill>
                <a:latin typeface="Menlo"/>
                <a:ea typeface="Menlo"/>
                <a:cs typeface="Menlo"/>
              </a:rPr>
              <a:t>()</a:t>
            </a:r>
            <a:r>
              <a:rPr sz="2250">
                <a:solidFill>
                  <a:srgbClr val="222222"/>
                </a:solidFill>
                <a:latin typeface="Menlo"/>
                <a:ea typeface="Menlo"/>
                <a:cs typeface="Menlo"/>
              </a:rPr>
              <a:t> &lt;&lt; </a:t>
            </a:r>
            <a:r>
              <a:rPr sz="2250">
                <a:solidFill>
                  <a:srgbClr val="0B6B3A"/>
                </a:solidFill>
                <a:latin typeface="Menlo"/>
                <a:ea typeface="Menlo"/>
                <a:cs typeface="Menlo"/>
              </a:rPr>
              <a:t>'\n'</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6B8034BB-B58A-4DCD-AB6B-F78323538B1E}"/>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live_bands[</a:t>
            </a:r>
            <a:r>
              <a:rPr sz="2250">
                <a:solidFill>
                  <a:srgbClr val="9A4D00"/>
                </a:solidFill>
                <a:latin typeface="Menlo"/>
                <a:ea typeface="Menlo"/>
                <a:cs typeface="Menlo"/>
              </a:rPr>
              <a:t>0</a:t>
            </a:r>
            <a:r>
              <a:rPr sz="2250">
                <a:solidFill>
                  <a:srgbClr val="222222"/>
                </a:solidFill>
                <a:latin typeface="Menlo"/>
                <a:ea typeface="Menlo"/>
                <a:cs typeface="Menlo"/>
              </a:rPr>
              <a:t>].</a:t>
            </a:r>
            <a:r>
              <a:rPr sz="2250">
                <a:solidFill>
                  <a:srgbClr val="005CC5"/>
                </a:solidFill>
                <a:latin typeface="Menlo"/>
                <a:ea typeface="Menlo"/>
                <a:cs typeface="Menlo"/>
              </a:rPr>
              <a:t>print_info</a:t>
            </a:r>
            <a:r>
              <a:rPr sz="2250">
                <a:solidFill>
                  <a:srgbClr val="222222"/>
                </a:solidFill>
                <a:latin typeface="Menlo"/>
                <a:ea typeface="Menlo"/>
                <a:cs typeface="Menlo"/>
              </a:rPr>
              <a:t>()</a:t>
            </a:r>
            <a:r>
              <a:rPr sz="2250">
                <a:solidFill>
                  <a:srgbClr val="222222"/>
                </a:solidFill>
                <a:latin typeface="Menlo"/>
                <a:ea typeface="Menlo"/>
                <a:cs typeface="Menlo"/>
              </a:rPr>
              <a:t>;</a:t>
            </a:r>
          </a:p>
        </p:txBody>
      </p:sp>
      <p:sp>
        <p:nvSpPr>
          <p:cNvPr id="6" name="code-3">
            <a:extLst xmlns:a="http://schemas.openxmlformats.org/drawingml/2006/main">
              <a:ext uri="{FF2B5EF4-FFF2-40B4-BE49-F238E27FC236}">
                <a16:creationId xmlns:a16="http://schemas.microsoft.com/office/drawing/2014/main" id="{7AF1F281-4AE8-4A03-BD7A-A4C32AE525B5}"/>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live_bands.</a:t>
            </a:r>
            <a:r>
              <a:rPr sz="2250">
                <a:solidFill>
                  <a:srgbClr val="005CC5"/>
                </a:solidFill>
                <a:latin typeface="Menlo"/>
                <a:ea typeface="Menlo"/>
                <a:cs typeface="Menlo"/>
              </a:rPr>
              <a:t>at</a:t>
            </a:r>
            <a:r>
              <a:rPr sz="2250">
                <a:solidFill>
                  <a:srgbClr val="222222"/>
                </a:solidFill>
                <a:latin typeface="Menlo"/>
                <a:ea typeface="Menlo"/>
                <a:cs typeface="Menlo"/>
              </a:rPr>
              <a:t>(</a:t>
            </a:r>
            <a:r>
              <a:rPr sz="2250">
                <a:solidFill>
                  <a:srgbClr val="9A4D00"/>
                </a:solidFill>
                <a:latin typeface="Menlo"/>
                <a:ea typeface="Menlo"/>
                <a:cs typeface="Menlo"/>
              </a:rPr>
              <a:t>1</a:t>
            </a:r>
            <a:r>
              <a:rPr sz="2250">
                <a:solidFill>
                  <a:srgbClr val="222222"/>
                </a:solidFill>
                <a:latin typeface="Menlo"/>
                <a:ea typeface="Menlo"/>
                <a:cs typeface="Menlo"/>
              </a:rPr>
              <a:t>)</a:t>
            </a:r>
            <a:r>
              <a:rPr sz="2250">
                <a:solidFill>
                  <a:srgbClr val="222222"/>
                </a:solidFill>
                <a:latin typeface="Menlo"/>
                <a:ea typeface="Menlo"/>
                <a:cs typeface="Menlo"/>
              </a:rPr>
              <a:t>.</a:t>
            </a:r>
            <a:r>
              <a:rPr sz="2250">
                <a:solidFill>
                  <a:srgbClr val="005CC5"/>
                </a:solidFill>
                <a:latin typeface="Menlo"/>
                <a:ea typeface="Menlo"/>
                <a:cs typeface="Menlo"/>
              </a:rPr>
              <a:t>print_info</a:t>
            </a:r>
            <a:r>
              <a:rPr sz="2250">
                <a:solidFill>
                  <a:srgbClr val="222222"/>
                </a:solidFill>
                <a:latin typeface="Menlo"/>
                <a:ea typeface="Menlo"/>
                <a:cs typeface="Menlo"/>
              </a:rPr>
              <a:t>()</a:t>
            </a:r>
            <a:r>
              <a:rPr sz="2250">
                <a:solidFill>
                  <a:srgbClr val="222222"/>
                </a:solidFill>
                <a:latin typeface="Menlo"/>
                <a:ea typeface="Menlo"/>
                <a:cs typeface="Menlo"/>
              </a:rPr>
              <a:t>;</a:t>
            </a:r>
          </a:p>
        </p:txBody>
      </p:sp>
      <p:sp>
        <p:nvSpPr>
          <p:cNvPr id="7" name="cue-1">
            <a:extLst xmlns:a="http://schemas.openxmlformats.org/drawingml/2006/main">
              <a:ext uri="{FF2B5EF4-FFF2-40B4-BE49-F238E27FC236}">
                <a16:creationId xmlns:a16="http://schemas.microsoft.com/office/drawing/2014/main" id="{9144888A-678A-45E5-8D73-1483AA72A7CA}"/>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After two appends, size is 2 and valid indices are 0 and 1.</a:t>
            </a:r>
          </a:p>
        </p:txBody>
      </p:sp>
    </p:spTree>
    <p:extLst>
      <p:ext uri="{BB962C8B-B14F-4D97-AF65-F5344CB8AC3E}">
        <p14:creationId xmlns:p14="http://schemas.microsoft.com/office/powerpoint/2010/main" val="1841779716"/>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rand">
            <a:extLst xmlns:a="http://schemas.openxmlformats.org/drawingml/2006/main">
              <a:ext uri="{FF2B5EF4-FFF2-40B4-BE49-F238E27FC236}">
                <a16:creationId xmlns:a16="http://schemas.microsoft.com/office/drawing/2014/main" id="{63350AA6-7B4B-4C6D-B3A6-796D2C45D8CF}"/>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8A41703A-C2E1-4341-9EA7-6EFE774872A9}"/>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48 / 63</a:t>
            </a:r>
          </a:p>
        </p:txBody>
      </p:sp>
      <p:sp>
        <p:nvSpPr>
          <p:cNvPr id="3" name="heading-1">
            <a:extLst xmlns:a="http://schemas.openxmlformats.org/drawingml/2006/main">
              <a:ext uri="{FF2B5EF4-FFF2-40B4-BE49-F238E27FC236}">
                <a16:creationId xmlns:a16="http://schemas.microsoft.com/office/drawing/2014/main" id="{393FCDFE-FA50-47E9-AE13-E86DCB0A8923}"/>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Which object does a loop change?</a:t>
            </a:r>
          </a:p>
        </p:txBody>
      </p:sp>
      <p:sp>
        <p:nvSpPr>
          <p:cNvPr id="4" name="code-1">
            <a:extLst xmlns:a="http://schemas.openxmlformats.org/drawingml/2006/main">
              <a:ext uri="{FF2B5EF4-FFF2-40B4-BE49-F238E27FC236}">
                <a16:creationId xmlns:a16="http://schemas.microsoft.com/office/drawing/2014/main" id="{D3855E79-FBAA-4BBC-8D4A-95C2FFAB2BB8}"/>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for</a:t>
            </a:r>
            <a:r>
              <a:rPr sz="2250">
                <a:solidFill>
                  <a:srgbClr val="222222"/>
                </a:solidFill>
                <a:latin typeface="Menlo"/>
                <a:ea typeface="Menlo"/>
                <a:cs typeface="Menlo"/>
              </a:rPr>
              <a:t> </a:t>
            </a:r>
            <a:r>
              <a:rPr sz="2250">
                <a:solidFill>
                  <a:srgbClr val="222222"/>
                </a:solidFill>
                <a:latin typeface="Menlo"/>
                <a:ea typeface="Menlo"/>
                <a:cs typeface="Menlo"/>
              </a:rPr>
              <a:t>(Band band : live_bands)</a:t>
            </a:r>
            <a:r>
              <a:rPr sz="2250">
                <a:solidFill>
                  <a:srgbClr val="222222"/>
                </a:solidFill>
                <a:latin typeface="Menlo"/>
                <a:ea typeface="Menlo"/>
                <a:cs typeface="Menlo"/>
              </a:rPr>
              <a:t> {</a:t>
            </a:r>
          </a:p>
        </p:txBody>
      </p:sp>
      <p:sp>
        <p:nvSpPr>
          <p:cNvPr id="5" name="code-2">
            <a:extLst xmlns:a="http://schemas.openxmlformats.org/drawingml/2006/main">
              <a:ext uri="{FF2B5EF4-FFF2-40B4-BE49-F238E27FC236}">
                <a16:creationId xmlns:a16="http://schemas.microsoft.com/office/drawing/2014/main" id="{B38B8930-D7EA-4B64-AF63-C026C1C3E229}"/>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band.</a:t>
            </a:r>
            <a:r>
              <a:rPr sz="2250">
                <a:solidFill>
                  <a:srgbClr val="005CC5"/>
                </a:solidFill>
                <a:latin typeface="Menlo"/>
                <a:ea typeface="Menlo"/>
                <a:cs typeface="Menlo"/>
              </a:rPr>
              <a:t>set_keyboard_anon</a:t>
            </a:r>
            <a:r>
              <a:rPr sz="2250">
                <a:solidFill>
                  <a:srgbClr val="222222"/>
                </a:solidFill>
                <a:latin typeface="Menlo"/>
                <a:ea typeface="Menlo"/>
                <a:cs typeface="Menlo"/>
              </a:rPr>
              <a:t>()</a:t>
            </a:r>
            <a:r>
              <a:rPr sz="2250">
                <a:solidFill>
                  <a:srgbClr val="222222"/>
                </a:solidFill>
                <a:latin typeface="Menlo"/>
                <a:ea typeface="Menlo"/>
                <a:cs typeface="Menlo"/>
              </a:rPr>
              <a:t>;</a:t>
            </a:r>
          </a:p>
        </p:txBody>
      </p:sp>
      <p:sp>
        <p:nvSpPr>
          <p:cNvPr id="6" name="code-3">
            <a:extLst xmlns:a="http://schemas.openxmlformats.org/drawingml/2006/main">
              <a:ext uri="{FF2B5EF4-FFF2-40B4-BE49-F238E27FC236}">
                <a16:creationId xmlns:a16="http://schemas.microsoft.com/office/drawing/2014/main" id="{E114B1AB-E935-4C94-90F9-188E97EA4C01}"/>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7" name="code-4">
            <a:extLst xmlns:a="http://schemas.openxmlformats.org/drawingml/2006/main">
              <a:ext uri="{FF2B5EF4-FFF2-40B4-BE49-F238E27FC236}">
                <a16:creationId xmlns:a16="http://schemas.microsoft.com/office/drawing/2014/main" id="{A76EFEB6-2AE7-41C8-B812-EAFB3E8F1638}"/>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r>
              <a:t/>
            </a:r>
          </a:p>
        </p:txBody>
      </p:sp>
      <p:sp>
        <p:nvSpPr>
          <p:cNvPr id="8" name="code-5">
            <a:extLst xmlns:a="http://schemas.openxmlformats.org/drawingml/2006/main">
              <a:ext uri="{FF2B5EF4-FFF2-40B4-BE49-F238E27FC236}">
                <a16:creationId xmlns:a16="http://schemas.microsoft.com/office/drawing/2014/main" id="{7BBBCF0F-03DF-4A1C-B3DB-3FF5C6316C54}"/>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for</a:t>
            </a:r>
            <a:r>
              <a:rPr sz="2250">
                <a:solidFill>
                  <a:srgbClr val="222222"/>
                </a:solidFill>
                <a:latin typeface="Menlo"/>
                <a:ea typeface="Menlo"/>
                <a:cs typeface="Menlo"/>
              </a:rPr>
              <a:t> </a:t>
            </a:r>
            <a:r>
              <a:rPr sz="2250">
                <a:solidFill>
                  <a:srgbClr val="222222"/>
                </a:solidFill>
                <a:latin typeface="Menlo"/>
                <a:ea typeface="Menlo"/>
                <a:cs typeface="Menlo"/>
              </a:rPr>
              <a:t>(Band&amp; band : live_bands)</a:t>
            </a:r>
            <a:r>
              <a:rPr sz="2250">
                <a:solidFill>
                  <a:srgbClr val="222222"/>
                </a:solidFill>
                <a:latin typeface="Menlo"/>
                <a:ea typeface="Menlo"/>
                <a:cs typeface="Menlo"/>
              </a:rPr>
              <a:t> {</a:t>
            </a:r>
          </a:p>
        </p:txBody>
      </p:sp>
      <p:sp>
        <p:nvSpPr>
          <p:cNvPr id="9" name="code-6">
            <a:extLst xmlns:a="http://schemas.openxmlformats.org/drawingml/2006/main">
              <a:ext uri="{FF2B5EF4-FFF2-40B4-BE49-F238E27FC236}">
                <a16:creationId xmlns:a16="http://schemas.microsoft.com/office/drawing/2014/main" id="{E22A61D3-84BF-43FD-A6C6-B40A71681267}"/>
              </a:ext>
            </a:extLst>
          </p:cNvPr>
          <p:cNvSpPr>
            <a:spLocks xmlns:a="http://schemas.openxmlformats.org/drawingml/2006/main" noGrp="1"/>
          </p:cNvSpPr>
          <p:nvPr/>
        </p:nvSpPr>
        <p:spPr>
          <a:xfrm xmlns:a="http://schemas.openxmlformats.org/drawingml/2006/main">
            <a:off x="800100" y="36861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band.</a:t>
            </a:r>
            <a:r>
              <a:rPr sz="2250">
                <a:solidFill>
                  <a:srgbClr val="005CC5"/>
                </a:solidFill>
                <a:latin typeface="Menlo"/>
                <a:ea typeface="Menlo"/>
                <a:cs typeface="Menlo"/>
              </a:rPr>
              <a:t>set_keyboard_anon</a:t>
            </a:r>
            <a:r>
              <a:rPr sz="2250">
                <a:solidFill>
                  <a:srgbClr val="222222"/>
                </a:solidFill>
                <a:latin typeface="Menlo"/>
                <a:ea typeface="Menlo"/>
                <a:cs typeface="Menlo"/>
              </a:rPr>
              <a:t>()</a:t>
            </a:r>
            <a:r>
              <a:rPr sz="2250">
                <a:solidFill>
                  <a:srgbClr val="222222"/>
                </a:solidFill>
                <a:latin typeface="Menlo"/>
                <a:ea typeface="Menlo"/>
                <a:cs typeface="Menlo"/>
              </a:rPr>
              <a:t>;</a:t>
            </a:r>
          </a:p>
        </p:txBody>
      </p:sp>
      <p:sp>
        <p:nvSpPr>
          <p:cNvPr id="10" name="code-7">
            <a:extLst xmlns:a="http://schemas.openxmlformats.org/drawingml/2006/main">
              <a:ext uri="{FF2B5EF4-FFF2-40B4-BE49-F238E27FC236}">
                <a16:creationId xmlns:a16="http://schemas.microsoft.com/office/drawing/2014/main" id="{B039A116-A7F7-412A-9088-5B05BABC47D5}"/>
              </a:ext>
            </a:extLst>
          </p:cNvPr>
          <p:cNvSpPr>
            <a:spLocks xmlns:a="http://schemas.openxmlformats.org/drawingml/2006/main" noGrp="1"/>
          </p:cNvSpPr>
          <p:nvPr/>
        </p:nvSpPr>
        <p:spPr>
          <a:xfrm xmlns:a="http://schemas.openxmlformats.org/drawingml/2006/main">
            <a:off x="800100" y="40576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11" name="cue-1">
            <a:extLst xmlns:a="http://schemas.openxmlformats.org/drawingml/2006/main">
              <a:ext uri="{FF2B5EF4-FFF2-40B4-BE49-F238E27FC236}">
                <a16:creationId xmlns:a16="http://schemas.microsoft.com/office/drawing/2014/main" id="{354F5FDB-BAED-41C3-8471-BAA8FCB9B043}"/>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The first loop changes copies. The second changes stored objects.</a:t>
            </a:r>
          </a:p>
        </p:txBody>
      </p:sp>
    </p:spTree>
    <p:extLst>
      <p:ext uri="{BB962C8B-B14F-4D97-AF65-F5344CB8AC3E}">
        <p14:creationId xmlns:p14="http://schemas.microsoft.com/office/powerpoint/2010/main" val="1479193950"/>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brand">
            <a:extLst xmlns:a="http://schemas.openxmlformats.org/drawingml/2006/main">
              <a:ext uri="{FF2B5EF4-FFF2-40B4-BE49-F238E27FC236}">
                <a16:creationId xmlns:a16="http://schemas.microsoft.com/office/drawing/2014/main" id="{00A5AD0D-10A4-4500-B791-73FBD6481125}"/>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0B8E0F63-9AD6-4480-B1A6-613EAE16827B}"/>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49 / 63</a:t>
            </a:r>
          </a:p>
        </p:txBody>
      </p:sp>
      <p:sp>
        <p:nvSpPr>
          <p:cNvPr id="3" name="heading-1">
            <a:extLst xmlns:a="http://schemas.openxmlformats.org/drawingml/2006/main">
              <a:ext uri="{FF2B5EF4-FFF2-40B4-BE49-F238E27FC236}">
                <a16:creationId xmlns:a16="http://schemas.microsoft.com/office/drawing/2014/main" id="{8B05D75D-59D7-4136-81DA-A46D83436A94}"/>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Read-only iteration over bands</a:t>
            </a:r>
          </a:p>
        </p:txBody>
      </p:sp>
      <p:sp>
        <p:nvSpPr>
          <p:cNvPr id="4" name="code-1">
            <a:extLst xmlns:a="http://schemas.openxmlformats.org/drawingml/2006/main">
              <a:ext uri="{FF2B5EF4-FFF2-40B4-BE49-F238E27FC236}">
                <a16:creationId xmlns:a16="http://schemas.microsoft.com/office/drawing/2014/main" id="{BAE45BA9-D44B-4AEA-A72C-E72FB182D88E}"/>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for</a:t>
            </a:r>
            <a:r>
              <a:rPr sz="2250">
                <a:solidFill>
                  <a:srgbClr val="222222"/>
                </a:solidFill>
                <a:latin typeface="Menlo"/>
                <a:ea typeface="Menlo"/>
                <a:cs typeface="Menlo"/>
              </a:rPr>
              <a:t> </a:t>
            </a:r>
            <a:r>
              <a:rPr sz="2250">
                <a:solidFill>
                  <a:srgbClr val="222222"/>
                </a:solidFill>
                <a:latin typeface="Menlo"/>
                <a:ea typeface="Menlo"/>
                <a:cs typeface="Menlo"/>
              </a:rPr>
              <a:t>(</a:t>
            </a:r>
            <a:r>
              <a:rPr sz="2250">
                <a:solidFill>
                  <a:srgbClr val="6F42C1"/>
                </a:solidFill>
                <a:latin typeface="Menlo"/>
                <a:ea typeface="Menlo"/>
                <a:cs typeface="Menlo"/>
              </a:rPr>
              <a:t>const</a:t>
            </a:r>
            <a:r>
              <a:rPr sz="2250">
                <a:solidFill>
                  <a:srgbClr val="222222"/>
                </a:solidFill>
                <a:latin typeface="Menlo"/>
                <a:ea typeface="Menlo"/>
                <a:cs typeface="Menlo"/>
              </a:rPr>
              <a:t> Band&amp; band : live_bands)</a:t>
            </a:r>
            <a:r>
              <a:rPr sz="2250">
                <a:solidFill>
                  <a:srgbClr val="222222"/>
                </a:solidFill>
                <a:latin typeface="Menlo"/>
                <a:ea typeface="Menlo"/>
                <a:cs typeface="Menlo"/>
              </a:rPr>
              <a:t> {</a:t>
            </a:r>
          </a:p>
        </p:txBody>
      </p:sp>
      <p:sp>
        <p:nvSpPr>
          <p:cNvPr id="5" name="code-2">
            <a:extLst xmlns:a="http://schemas.openxmlformats.org/drawingml/2006/main">
              <a:ext uri="{FF2B5EF4-FFF2-40B4-BE49-F238E27FC236}">
                <a16:creationId xmlns:a16="http://schemas.microsoft.com/office/drawing/2014/main" id="{6D718E31-D3D1-4835-B7CC-7BBC677F6A23}"/>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band.</a:t>
            </a:r>
            <a:r>
              <a:rPr sz="2250">
                <a:solidFill>
                  <a:srgbClr val="005CC5"/>
                </a:solidFill>
                <a:latin typeface="Menlo"/>
                <a:ea typeface="Menlo"/>
                <a:cs typeface="Menlo"/>
              </a:rPr>
              <a:t>print_info</a:t>
            </a:r>
            <a:r>
              <a:rPr sz="2250">
                <a:solidFill>
                  <a:srgbClr val="222222"/>
                </a:solidFill>
                <a:latin typeface="Menlo"/>
                <a:ea typeface="Menlo"/>
                <a:cs typeface="Menlo"/>
              </a:rPr>
              <a:t>()</a:t>
            </a:r>
            <a:r>
              <a:rPr sz="2250">
                <a:solidFill>
                  <a:srgbClr val="222222"/>
                </a:solidFill>
                <a:latin typeface="Menlo"/>
                <a:ea typeface="Menlo"/>
                <a:cs typeface="Menlo"/>
              </a:rPr>
              <a:t>;</a:t>
            </a:r>
          </a:p>
        </p:txBody>
      </p:sp>
      <p:sp>
        <p:nvSpPr>
          <p:cNvPr id="6" name="code-3">
            <a:extLst xmlns:a="http://schemas.openxmlformats.org/drawingml/2006/main">
              <a:ext uri="{FF2B5EF4-FFF2-40B4-BE49-F238E27FC236}">
                <a16:creationId xmlns:a16="http://schemas.microsoft.com/office/drawing/2014/main" id="{46013FB0-2384-4017-BDBA-B699653A9260}"/>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7" name="cue-1">
            <a:extLst xmlns:a="http://schemas.openxmlformats.org/drawingml/2006/main">
              <a:ext uri="{FF2B5EF4-FFF2-40B4-BE49-F238E27FC236}">
                <a16:creationId xmlns:a16="http://schemas.microsoft.com/office/drawing/2014/main" id="{41A77C29-16D9-4521-9544-7C3743AD704E}"/>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Borrow each stored object and read through its const interface.</a:t>
            </a:r>
          </a:p>
        </p:txBody>
      </p:sp>
    </p:spTree>
    <p:extLst>
      <p:ext uri="{BB962C8B-B14F-4D97-AF65-F5344CB8AC3E}">
        <p14:creationId xmlns:p14="http://schemas.microsoft.com/office/powerpoint/2010/main" val="2004582276"/>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brand">
            <a:extLst xmlns:a="http://schemas.openxmlformats.org/drawingml/2006/main">
              <a:ext uri="{FF2B5EF4-FFF2-40B4-BE49-F238E27FC236}">
                <a16:creationId xmlns:a16="http://schemas.microsoft.com/office/drawing/2014/main" id="{F7A2DA3C-A33C-468D-B5DE-7145C71D06F8}"/>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A6EE3ECD-3BEB-41A5-A853-BF94E651FAEE}"/>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50 / 63</a:t>
            </a:r>
          </a:p>
        </p:txBody>
      </p:sp>
      <p:sp>
        <p:nvSpPr>
          <p:cNvPr id="3" name="heading-1">
            <a:extLst xmlns:a="http://schemas.openxmlformats.org/drawingml/2006/main">
              <a:ext uri="{FF2B5EF4-FFF2-40B4-BE49-F238E27FC236}">
                <a16:creationId xmlns:a16="http://schemas.microsoft.com/office/drawing/2014/main" id="{2A262D18-3409-4048-BEE9-FA117898ECDA}"/>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Classes and containers checkpoint</a:t>
            </a:r>
          </a:p>
        </p:txBody>
      </p:sp>
      <p:sp>
        <p:nvSpPr>
          <p:cNvPr id="4" name="body-1">
            <a:extLst xmlns:a="http://schemas.openxmlformats.org/drawingml/2006/main">
              <a:ext uri="{FF2B5EF4-FFF2-40B4-BE49-F238E27FC236}">
                <a16:creationId xmlns:a16="http://schemas.microsoft.com/office/drawing/2014/main" id="{B566E30E-5610-4435-ACFD-EE0A5793B32C}"/>
              </a:ext>
            </a:extLst>
          </p:cNvPr>
          <p:cNvSpPr>
            <a:spLocks xmlns:a="http://schemas.openxmlformats.org/drawingml/2006/main" noGrp="1"/>
          </p:cNvSpPr>
          <p:nvPr/>
        </p:nvSpPr>
        <p:spPr>
          <a:xfrm xmlns:a="http://schemas.openxmlformats.org/drawingml/2006/main">
            <a:off x="800100" y="2238375"/>
            <a:ext cx="10477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11111"/>
                </a:solidFill>
                <a:latin typeface="PingFang SC"/>
                <a:ea typeface="PingFang SC"/>
                <a:cs typeface="PingFang SC"/>
              </a:defRPr>
            </a:defPPr>
            <a:lvl1pPr>
              <a:defRPr sz="2700" b="0">
                <a:solidFill>
                  <a:srgbClr val="111111"/>
                </a:solidFill>
                <a:latin typeface="PingFang SC"/>
                <a:ea typeface="PingFang SC"/>
                <a:cs typeface="PingFang SC"/>
              </a:defRPr>
            </a:lvl1pPr>
            <a:lvl2pPr>
              <a:defRPr sz="2700" b="0">
                <a:solidFill>
                  <a:srgbClr val="111111"/>
                </a:solidFill>
                <a:latin typeface="PingFang SC"/>
                <a:ea typeface="PingFang SC"/>
                <a:cs typeface="PingFang SC"/>
              </a:defRPr>
            </a:lvl2pPr>
            <a:lvl3pPr>
              <a:defRPr sz="2700" b="0">
                <a:solidFill>
                  <a:srgbClr val="111111"/>
                </a:solidFill>
                <a:latin typeface="PingFang SC"/>
                <a:ea typeface="PingFang SC"/>
                <a:cs typeface="PingFang SC"/>
              </a:defRPr>
            </a:lvl3pPr>
            <a:lvl4pPr>
              <a:defRPr sz="2700" b="0">
                <a:solidFill>
                  <a:srgbClr val="111111"/>
                </a:solidFill>
                <a:latin typeface="PingFang SC"/>
                <a:ea typeface="PingFang SC"/>
                <a:cs typeface="PingFang SC"/>
              </a:defRPr>
            </a:lvl4pPr>
            <a:lvl5pPr>
              <a:defRPr sz="2700" b="0">
                <a:solidFill>
                  <a:srgbClr val="111111"/>
                </a:solidFill>
                <a:latin typeface="PingFang SC"/>
                <a:ea typeface="PingFang SC"/>
                <a:cs typeface="PingFang SC"/>
              </a:defRPr>
            </a:lvl5pPr>
            <a:lvl6pPr>
              <a:defRPr sz="2700" b="0">
                <a:solidFill>
                  <a:srgbClr val="111111"/>
                </a:solidFill>
                <a:latin typeface="PingFang SC"/>
                <a:ea typeface="PingFang SC"/>
                <a:cs typeface="PingFang SC"/>
              </a:defRPr>
            </a:lvl6pPr>
            <a:lvl7pPr>
              <a:defRPr sz="2700" b="0">
                <a:solidFill>
                  <a:srgbClr val="111111"/>
                </a:solidFill>
                <a:latin typeface="PingFang SC"/>
                <a:ea typeface="PingFang SC"/>
                <a:cs typeface="PingFang SC"/>
              </a:defRPr>
            </a:lvl7pPr>
            <a:lvl8pPr>
              <a:defRPr sz="2700" b="0">
                <a:solidFill>
                  <a:srgbClr val="111111"/>
                </a:solidFill>
                <a:latin typeface="PingFang SC"/>
                <a:ea typeface="PingFang SC"/>
                <a:cs typeface="PingFang SC"/>
              </a:defRPr>
            </a:lvl8pPr>
            <a:lvl9pPr>
              <a:defRPr sz="2700" b="0">
                <a:solidFill>
                  <a:srgbClr val="111111"/>
                </a:solidFill>
                <a:latin typeface="PingFang SC"/>
                <a:ea typeface="PingFang SC"/>
                <a:cs typeface="PingFang SC"/>
              </a:defRPr>
            </a:lvl9pPr>
          </a:lstStyle>
          <a:p xmlns:a="http://schemas.openxmlformats.org/drawingml/2006/main">
            <a:pPr>
              <a:defRPr sz="2700" b="0">
                <a:solidFill>
                  <a:srgbClr val="111111"/>
                </a:solidFill>
                <a:latin typeface="PingFang SC"/>
                <a:ea typeface="PingFang SC"/>
                <a:cs typeface="PingFang SC"/>
              </a:defRPr>
            </a:pPr>
            <a:r>
              <a:rPr sz="2700" b="0">
                <a:solidFill>
                  <a:srgbClr val="111111"/>
                </a:solidFill>
                <a:latin typeface="PingFang SC"/>
                <a:ea typeface="PingFang SC"/>
                <a:cs typeface="PingFang SC"/>
              </a:rPr>
              <a:t>What does a value, reference, or pointer parameter provide?</a:t>
            </a:r>
          </a:p>
        </p:txBody>
      </p:sp>
      <p:sp>
        <p:nvSpPr>
          <p:cNvPr id="5" name="body-2">
            <a:extLst xmlns:a="http://schemas.openxmlformats.org/drawingml/2006/main">
              <a:ext uri="{FF2B5EF4-FFF2-40B4-BE49-F238E27FC236}">
                <a16:creationId xmlns:a16="http://schemas.microsoft.com/office/drawing/2014/main" id="{67D1DF66-2D8A-4E63-A0C2-2244FF66C9EC}"/>
              </a:ext>
            </a:extLst>
          </p:cNvPr>
          <p:cNvSpPr>
            <a:spLocks xmlns:a="http://schemas.openxmlformats.org/drawingml/2006/main" noGrp="1"/>
          </p:cNvSpPr>
          <p:nvPr/>
        </p:nvSpPr>
        <p:spPr>
          <a:xfrm xmlns:a="http://schemas.openxmlformats.org/drawingml/2006/main">
            <a:off x="800100" y="2752725"/>
            <a:ext cx="10477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11111"/>
                </a:solidFill>
                <a:latin typeface="PingFang SC"/>
                <a:ea typeface="PingFang SC"/>
                <a:cs typeface="PingFang SC"/>
              </a:defRPr>
            </a:defPPr>
            <a:lvl1pPr>
              <a:defRPr sz="2700" b="0">
                <a:solidFill>
                  <a:srgbClr val="111111"/>
                </a:solidFill>
                <a:latin typeface="PingFang SC"/>
                <a:ea typeface="PingFang SC"/>
                <a:cs typeface="PingFang SC"/>
              </a:defRPr>
            </a:lvl1pPr>
            <a:lvl2pPr>
              <a:defRPr sz="2700" b="0">
                <a:solidFill>
                  <a:srgbClr val="111111"/>
                </a:solidFill>
                <a:latin typeface="PingFang SC"/>
                <a:ea typeface="PingFang SC"/>
                <a:cs typeface="PingFang SC"/>
              </a:defRPr>
            </a:lvl2pPr>
            <a:lvl3pPr>
              <a:defRPr sz="2700" b="0">
                <a:solidFill>
                  <a:srgbClr val="111111"/>
                </a:solidFill>
                <a:latin typeface="PingFang SC"/>
                <a:ea typeface="PingFang SC"/>
                <a:cs typeface="PingFang SC"/>
              </a:defRPr>
            </a:lvl3pPr>
            <a:lvl4pPr>
              <a:defRPr sz="2700" b="0">
                <a:solidFill>
                  <a:srgbClr val="111111"/>
                </a:solidFill>
                <a:latin typeface="PingFang SC"/>
                <a:ea typeface="PingFang SC"/>
                <a:cs typeface="PingFang SC"/>
              </a:defRPr>
            </a:lvl4pPr>
            <a:lvl5pPr>
              <a:defRPr sz="2700" b="0">
                <a:solidFill>
                  <a:srgbClr val="111111"/>
                </a:solidFill>
                <a:latin typeface="PingFang SC"/>
                <a:ea typeface="PingFang SC"/>
                <a:cs typeface="PingFang SC"/>
              </a:defRPr>
            </a:lvl5pPr>
            <a:lvl6pPr>
              <a:defRPr sz="2700" b="0">
                <a:solidFill>
                  <a:srgbClr val="111111"/>
                </a:solidFill>
                <a:latin typeface="PingFang SC"/>
                <a:ea typeface="PingFang SC"/>
                <a:cs typeface="PingFang SC"/>
              </a:defRPr>
            </a:lvl6pPr>
            <a:lvl7pPr>
              <a:defRPr sz="2700" b="0">
                <a:solidFill>
                  <a:srgbClr val="111111"/>
                </a:solidFill>
                <a:latin typeface="PingFang SC"/>
                <a:ea typeface="PingFang SC"/>
                <a:cs typeface="PingFang SC"/>
              </a:defRPr>
            </a:lvl7pPr>
            <a:lvl8pPr>
              <a:defRPr sz="2700" b="0">
                <a:solidFill>
                  <a:srgbClr val="111111"/>
                </a:solidFill>
                <a:latin typeface="PingFang SC"/>
                <a:ea typeface="PingFang SC"/>
                <a:cs typeface="PingFang SC"/>
              </a:defRPr>
            </a:lvl8pPr>
            <a:lvl9pPr>
              <a:defRPr sz="2700" b="0">
                <a:solidFill>
                  <a:srgbClr val="111111"/>
                </a:solidFill>
                <a:latin typeface="PingFang SC"/>
                <a:ea typeface="PingFang SC"/>
                <a:cs typeface="PingFang SC"/>
              </a:defRPr>
            </a:lvl9pPr>
          </a:lstStyle>
          <a:p xmlns:a="http://schemas.openxmlformats.org/drawingml/2006/main">
            <a:pPr>
              <a:defRPr sz="2700" b="0">
                <a:solidFill>
                  <a:srgbClr val="111111"/>
                </a:solidFill>
                <a:latin typeface="PingFang SC"/>
                <a:ea typeface="PingFang SC"/>
                <a:cs typeface="PingFang SC"/>
              </a:defRPr>
            </a:pPr>
            <a:r>
              <a:rPr sz="2700" b="0">
                <a:solidFill>
                  <a:srgbClr val="111111"/>
                </a:solidFill>
                <a:latin typeface="PingFang SC"/>
                <a:ea typeface="PingFang SC"/>
                <a:cs typeface="PingFang SC"/>
              </a:rPr>
              <a:t>When is an object’s initial state established?</a:t>
            </a:r>
          </a:p>
        </p:txBody>
      </p:sp>
      <p:sp>
        <p:nvSpPr>
          <p:cNvPr id="6" name="body-3">
            <a:extLst xmlns:a="http://schemas.openxmlformats.org/drawingml/2006/main">
              <a:ext uri="{FF2B5EF4-FFF2-40B4-BE49-F238E27FC236}">
                <a16:creationId xmlns:a16="http://schemas.microsoft.com/office/drawing/2014/main" id="{97CDFDFD-26E7-42D1-909E-7CF6231395D6}"/>
              </a:ext>
            </a:extLst>
          </p:cNvPr>
          <p:cNvSpPr>
            <a:spLocks xmlns:a="http://schemas.openxmlformats.org/drawingml/2006/main" noGrp="1"/>
          </p:cNvSpPr>
          <p:nvPr/>
        </p:nvSpPr>
        <p:spPr>
          <a:xfrm xmlns:a="http://schemas.openxmlformats.org/drawingml/2006/main">
            <a:off x="800100" y="3267075"/>
            <a:ext cx="10477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11111"/>
                </a:solidFill>
                <a:latin typeface="PingFang SC"/>
                <a:ea typeface="PingFang SC"/>
                <a:cs typeface="PingFang SC"/>
              </a:defRPr>
            </a:defPPr>
            <a:lvl1pPr>
              <a:defRPr sz="2700" b="0">
                <a:solidFill>
                  <a:srgbClr val="111111"/>
                </a:solidFill>
                <a:latin typeface="PingFang SC"/>
                <a:ea typeface="PingFang SC"/>
                <a:cs typeface="PingFang SC"/>
              </a:defRPr>
            </a:lvl1pPr>
            <a:lvl2pPr>
              <a:defRPr sz="2700" b="0">
                <a:solidFill>
                  <a:srgbClr val="111111"/>
                </a:solidFill>
                <a:latin typeface="PingFang SC"/>
                <a:ea typeface="PingFang SC"/>
                <a:cs typeface="PingFang SC"/>
              </a:defRPr>
            </a:lvl2pPr>
            <a:lvl3pPr>
              <a:defRPr sz="2700" b="0">
                <a:solidFill>
                  <a:srgbClr val="111111"/>
                </a:solidFill>
                <a:latin typeface="PingFang SC"/>
                <a:ea typeface="PingFang SC"/>
                <a:cs typeface="PingFang SC"/>
              </a:defRPr>
            </a:lvl3pPr>
            <a:lvl4pPr>
              <a:defRPr sz="2700" b="0">
                <a:solidFill>
                  <a:srgbClr val="111111"/>
                </a:solidFill>
                <a:latin typeface="PingFang SC"/>
                <a:ea typeface="PingFang SC"/>
                <a:cs typeface="PingFang SC"/>
              </a:defRPr>
            </a:lvl4pPr>
            <a:lvl5pPr>
              <a:defRPr sz="2700" b="0">
                <a:solidFill>
                  <a:srgbClr val="111111"/>
                </a:solidFill>
                <a:latin typeface="PingFang SC"/>
                <a:ea typeface="PingFang SC"/>
                <a:cs typeface="PingFang SC"/>
              </a:defRPr>
            </a:lvl5pPr>
            <a:lvl6pPr>
              <a:defRPr sz="2700" b="0">
                <a:solidFill>
                  <a:srgbClr val="111111"/>
                </a:solidFill>
                <a:latin typeface="PingFang SC"/>
                <a:ea typeface="PingFang SC"/>
                <a:cs typeface="PingFang SC"/>
              </a:defRPr>
            </a:lvl6pPr>
            <a:lvl7pPr>
              <a:defRPr sz="2700" b="0">
                <a:solidFill>
                  <a:srgbClr val="111111"/>
                </a:solidFill>
                <a:latin typeface="PingFang SC"/>
                <a:ea typeface="PingFang SC"/>
                <a:cs typeface="PingFang SC"/>
              </a:defRPr>
            </a:lvl7pPr>
            <a:lvl8pPr>
              <a:defRPr sz="2700" b="0">
                <a:solidFill>
                  <a:srgbClr val="111111"/>
                </a:solidFill>
                <a:latin typeface="PingFang SC"/>
                <a:ea typeface="PingFang SC"/>
                <a:cs typeface="PingFang SC"/>
              </a:defRPr>
            </a:lvl8pPr>
            <a:lvl9pPr>
              <a:defRPr sz="2700" b="0">
                <a:solidFill>
                  <a:srgbClr val="111111"/>
                </a:solidFill>
                <a:latin typeface="PingFang SC"/>
                <a:ea typeface="PingFang SC"/>
                <a:cs typeface="PingFang SC"/>
              </a:defRPr>
            </a:lvl9pPr>
          </a:lstStyle>
          <a:p xmlns:a="http://schemas.openxmlformats.org/drawingml/2006/main">
            <a:pPr>
              <a:defRPr sz="2700" b="0">
                <a:solidFill>
                  <a:srgbClr val="111111"/>
                </a:solidFill>
                <a:latin typeface="PingFang SC"/>
                <a:ea typeface="PingFang SC"/>
                <a:cs typeface="PingFang SC"/>
              </a:defRPr>
            </a:pPr>
            <a:r>
              <a:rPr sz="2700" b="0">
                <a:solidFill>
                  <a:srgbClr val="111111"/>
                </a:solidFill>
                <a:latin typeface="PingFang SC"/>
                <a:ea typeface="PingFang SC"/>
                <a:cs typeface="PingFang SC"/>
              </a:rPr>
              <a:t>Why can a read-only method be const?</a:t>
            </a:r>
          </a:p>
        </p:txBody>
      </p:sp>
    </p:spTree>
    <p:extLst>
      <p:ext uri="{BB962C8B-B14F-4D97-AF65-F5344CB8AC3E}">
        <p14:creationId xmlns:p14="http://schemas.microsoft.com/office/powerpoint/2010/main" val="215621190"/>
      </p:ext>
    </p:extLst>
  </p:cSld>
</p:sld>
</file>

<file path=ppt/slides/slide51.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5" name="brand">
            <a:extLst xmlns:a="http://schemas.openxmlformats.org/drawingml/2006/main">
              <a:ext uri="{FF2B5EF4-FFF2-40B4-BE49-F238E27FC236}">
                <a16:creationId xmlns:a16="http://schemas.microsoft.com/office/drawing/2014/main" id="{E617F68C-3C9E-4B2B-95EA-AE663A4AA709}"/>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BBBBBB"/>
                </a:solidFill>
                <a:latin typeface="PingFang SC"/>
                <a:ea typeface="PingFang SC"/>
                <a:cs typeface="PingFang SC"/>
              </a:defRPr>
            </a:defPPr>
            <a:lvl1pPr>
              <a:defRPr sz="1125" b="1">
                <a:solidFill>
                  <a:srgbClr val="BBBBBB"/>
                </a:solidFill>
                <a:latin typeface="PingFang SC"/>
                <a:ea typeface="PingFang SC"/>
                <a:cs typeface="PingFang SC"/>
              </a:defRPr>
            </a:lvl1pPr>
            <a:lvl2pPr>
              <a:defRPr sz="1125" b="1">
                <a:solidFill>
                  <a:srgbClr val="BBBBBB"/>
                </a:solidFill>
                <a:latin typeface="PingFang SC"/>
                <a:ea typeface="PingFang SC"/>
                <a:cs typeface="PingFang SC"/>
              </a:defRPr>
            </a:lvl2pPr>
            <a:lvl3pPr>
              <a:defRPr sz="1125" b="1">
                <a:solidFill>
                  <a:srgbClr val="BBBBBB"/>
                </a:solidFill>
                <a:latin typeface="PingFang SC"/>
                <a:ea typeface="PingFang SC"/>
                <a:cs typeface="PingFang SC"/>
              </a:defRPr>
            </a:lvl3pPr>
            <a:lvl4pPr>
              <a:defRPr sz="1125" b="1">
                <a:solidFill>
                  <a:srgbClr val="BBBBBB"/>
                </a:solidFill>
                <a:latin typeface="PingFang SC"/>
                <a:ea typeface="PingFang SC"/>
                <a:cs typeface="PingFang SC"/>
              </a:defRPr>
            </a:lvl4pPr>
            <a:lvl5pPr>
              <a:defRPr sz="1125" b="1">
                <a:solidFill>
                  <a:srgbClr val="BBBBBB"/>
                </a:solidFill>
                <a:latin typeface="PingFang SC"/>
                <a:ea typeface="PingFang SC"/>
                <a:cs typeface="PingFang SC"/>
              </a:defRPr>
            </a:lvl5pPr>
            <a:lvl6pPr>
              <a:defRPr sz="1125" b="1">
                <a:solidFill>
                  <a:srgbClr val="BBBBBB"/>
                </a:solidFill>
                <a:latin typeface="PingFang SC"/>
                <a:ea typeface="PingFang SC"/>
                <a:cs typeface="PingFang SC"/>
              </a:defRPr>
            </a:lvl6pPr>
            <a:lvl7pPr>
              <a:defRPr sz="1125" b="1">
                <a:solidFill>
                  <a:srgbClr val="BBBBBB"/>
                </a:solidFill>
                <a:latin typeface="PingFang SC"/>
                <a:ea typeface="PingFang SC"/>
                <a:cs typeface="PingFang SC"/>
              </a:defRPr>
            </a:lvl7pPr>
            <a:lvl8pPr>
              <a:defRPr sz="1125" b="1">
                <a:solidFill>
                  <a:srgbClr val="BBBBBB"/>
                </a:solidFill>
                <a:latin typeface="PingFang SC"/>
                <a:ea typeface="PingFang SC"/>
                <a:cs typeface="PingFang SC"/>
              </a:defRPr>
            </a:lvl8pPr>
            <a:lvl9pPr>
              <a:defRPr sz="1125" b="1">
                <a:solidFill>
                  <a:srgbClr val="BBBBBB"/>
                </a:solidFill>
                <a:latin typeface="PingFang SC"/>
                <a:ea typeface="PingFang SC"/>
                <a:cs typeface="PingFang SC"/>
              </a:defRPr>
            </a:lvl9pPr>
          </a:lstStyle>
          <a:p xmlns:a="http://schemas.openxmlformats.org/drawingml/2006/main">
            <a:pPr>
              <a:defRPr sz="1125" b="1">
                <a:solidFill>
                  <a:srgbClr val="BBBBBB"/>
                </a:solidFill>
                <a:latin typeface="PingFang SC"/>
                <a:ea typeface="PingFang SC"/>
                <a:cs typeface="PingFang SC"/>
              </a:defRPr>
            </a:pPr>
            <a:r>
              <a:rPr sz="1125" b="1">
                <a:solidFill>
                  <a:srgbClr val="BBBBBB"/>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BF0E80C8-A703-456F-B398-EE00183FC5D4}"/>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BBBBBB"/>
                </a:solidFill>
                <a:latin typeface="Menlo"/>
                <a:ea typeface="Menlo"/>
                <a:cs typeface="Menlo"/>
              </a:defRPr>
            </a:defPPr>
            <a:lvl1pPr>
              <a:defRPr sz="1200" b="0">
                <a:solidFill>
                  <a:srgbClr val="BBBBBB"/>
                </a:solidFill>
                <a:latin typeface="Menlo"/>
                <a:ea typeface="Menlo"/>
                <a:cs typeface="Menlo"/>
              </a:defRPr>
            </a:lvl1pPr>
            <a:lvl2pPr>
              <a:defRPr sz="1200" b="0">
                <a:solidFill>
                  <a:srgbClr val="BBBBBB"/>
                </a:solidFill>
                <a:latin typeface="Menlo"/>
                <a:ea typeface="Menlo"/>
                <a:cs typeface="Menlo"/>
              </a:defRPr>
            </a:lvl2pPr>
            <a:lvl3pPr>
              <a:defRPr sz="1200" b="0">
                <a:solidFill>
                  <a:srgbClr val="BBBBBB"/>
                </a:solidFill>
                <a:latin typeface="Menlo"/>
                <a:ea typeface="Menlo"/>
                <a:cs typeface="Menlo"/>
              </a:defRPr>
            </a:lvl3pPr>
            <a:lvl4pPr>
              <a:defRPr sz="1200" b="0">
                <a:solidFill>
                  <a:srgbClr val="BBBBBB"/>
                </a:solidFill>
                <a:latin typeface="Menlo"/>
                <a:ea typeface="Menlo"/>
                <a:cs typeface="Menlo"/>
              </a:defRPr>
            </a:lvl4pPr>
            <a:lvl5pPr>
              <a:defRPr sz="1200" b="0">
                <a:solidFill>
                  <a:srgbClr val="BBBBBB"/>
                </a:solidFill>
                <a:latin typeface="Menlo"/>
                <a:ea typeface="Menlo"/>
                <a:cs typeface="Menlo"/>
              </a:defRPr>
            </a:lvl5pPr>
            <a:lvl6pPr>
              <a:defRPr sz="1200" b="0">
                <a:solidFill>
                  <a:srgbClr val="BBBBBB"/>
                </a:solidFill>
                <a:latin typeface="Menlo"/>
                <a:ea typeface="Menlo"/>
                <a:cs typeface="Menlo"/>
              </a:defRPr>
            </a:lvl6pPr>
            <a:lvl7pPr>
              <a:defRPr sz="1200" b="0">
                <a:solidFill>
                  <a:srgbClr val="BBBBBB"/>
                </a:solidFill>
                <a:latin typeface="Menlo"/>
                <a:ea typeface="Menlo"/>
                <a:cs typeface="Menlo"/>
              </a:defRPr>
            </a:lvl7pPr>
            <a:lvl8pPr>
              <a:defRPr sz="1200" b="0">
                <a:solidFill>
                  <a:srgbClr val="BBBBBB"/>
                </a:solidFill>
                <a:latin typeface="Menlo"/>
                <a:ea typeface="Menlo"/>
                <a:cs typeface="Menlo"/>
              </a:defRPr>
            </a:lvl8pPr>
            <a:lvl9pPr>
              <a:defRPr sz="1200" b="0">
                <a:solidFill>
                  <a:srgbClr val="BBBBBB"/>
                </a:solidFill>
                <a:latin typeface="Menlo"/>
                <a:ea typeface="Menlo"/>
                <a:cs typeface="Menlo"/>
              </a:defRPr>
            </a:lvl9pPr>
          </a:lstStyle>
          <a:p xmlns:a="http://schemas.openxmlformats.org/drawingml/2006/main">
            <a:pPr>
              <a:defRPr sz="1200" b="0">
                <a:solidFill>
                  <a:srgbClr val="BBBBBB"/>
                </a:solidFill>
                <a:latin typeface="Menlo"/>
                <a:ea typeface="Menlo"/>
                <a:cs typeface="Menlo"/>
              </a:defRPr>
            </a:pPr>
            <a:r>
              <a:rPr sz="1200" b="0">
                <a:solidFill>
                  <a:srgbClr val="BBBBBB"/>
                </a:solidFill>
                <a:latin typeface="Menlo"/>
                <a:ea typeface="Menlo"/>
                <a:cs typeface="Menlo"/>
              </a:rPr>
              <a:t>51 / 63</a:t>
            </a:r>
          </a:p>
        </p:txBody>
      </p:sp>
      <p:sp>
        <p:nvSpPr>
          <p:cNvPr id="3" name="heading-1">
            <a:extLst xmlns:a="http://schemas.openxmlformats.org/drawingml/2006/main">
              <a:ext uri="{FF2B5EF4-FFF2-40B4-BE49-F238E27FC236}">
                <a16:creationId xmlns:a16="http://schemas.microsoft.com/office/drawing/2014/main" id="{57617FFC-FCE3-4AD6-A5CE-79F19879CA16}"/>
              </a:ext>
            </a:extLst>
          </p:cNvPr>
          <p:cNvSpPr>
            <a:spLocks xmlns:a="http://schemas.openxmlformats.org/drawingml/2006/main" noGrp="1"/>
          </p:cNvSpPr>
          <p:nvPr/>
        </p:nvSpPr>
        <p:spPr>
          <a:xfrm xmlns:a="http://schemas.openxmlformats.org/drawingml/2006/main">
            <a:off x="762000" y="2190750"/>
            <a:ext cx="10668000" cy="9022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4800" b="1">
                <a:solidFill>
                  <a:srgbClr val="FFFFFF"/>
                </a:solidFill>
                <a:latin typeface="PingFang SC"/>
                <a:ea typeface="PingFang SC"/>
                <a:cs typeface="PingFang SC"/>
              </a:defRPr>
            </a:defPPr>
            <a:lvl1pPr>
              <a:defRPr sz="4800" b="1">
                <a:solidFill>
                  <a:srgbClr val="FFFFFF"/>
                </a:solidFill>
                <a:latin typeface="PingFang SC"/>
                <a:ea typeface="PingFang SC"/>
                <a:cs typeface="PingFang SC"/>
              </a:defRPr>
            </a:lvl1pPr>
            <a:lvl2pPr>
              <a:defRPr sz="4800" b="1">
                <a:solidFill>
                  <a:srgbClr val="FFFFFF"/>
                </a:solidFill>
                <a:latin typeface="PingFang SC"/>
                <a:ea typeface="PingFang SC"/>
                <a:cs typeface="PingFang SC"/>
              </a:defRPr>
            </a:lvl2pPr>
            <a:lvl3pPr>
              <a:defRPr sz="4800" b="1">
                <a:solidFill>
                  <a:srgbClr val="FFFFFF"/>
                </a:solidFill>
                <a:latin typeface="PingFang SC"/>
                <a:ea typeface="PingFang SC"/>
                <a:cs typeface="PingFang SC"/>
              </a:defRPr>
            </a:lvl3pPr>
            <a:lvl4pPr>
              <a:defRPr sz="4800" b="1">
                <a:solidFill>
                  <a:srgbClr val="FFFFFF"/>
                </a:solidFill>
                <a:latin typeface="PingFang SC"/>
                <a:ea typeface="PingFang SC"/>
                <a:cs typeface="PingFang SC"/>
              </a:defRPr>
            </a:lvl4pPr>
            <a:lvl5pPr>
              <a:defRPr sz="4800" b="1">
                <a:solidFill>
                  <a:srgbClr val="FFFFFF"/>
                </a:solidFill>
                <a:latin typeface="PingFang SC"/>
                <a:ea typeface="PingFang SC"/>
                <a:cs typeface="PingFang SC"/>
              </a:defRPr>
            </a:lvl5pPr>
            <a:lvl6pPr>
              <a:defRPr sz="4800" b="1">
                <a:solidFill>
                  <a:srgbClr val="FFFFFF"/>
                </a:solidFill>
                <a:latin typeface="PingFang SC"/>
                <a:ea typeface="PingFang SC"/>
                <a:cs typeface="PingFang SC"/>
              </a:defRPr>
            </a:lvl6pPr>
            <a:lvl7pPr>
              <a:defRPr sz="4800" b="1">
                <a:solidFill>
                  <a:srgbClr val="FFFFFF"/>
                </a:solidFill>
                <a:latin typeface="PingFang SC"/>
                <a:ea typeface="PingFang SC"/>
                <a:cs typeface="PingFang SC"/>
              </a:defRPr>
            </a:lvl7pPr>
            <a:lvl8pPr>
              <a:defRPr sz="4800" b="1">
                <a:solidFill>
                  <a:srgbClr val="FFFFFF"/>
                </a:solidFill>
                <a:latin typeface="PingFang SC"/>
                <a:ea typeface="PingFang SC"/>
                <a:cs typeface="PingFang SC"/>
              </a:defRPr>
            </a:lvl8pPr>
            <a:lvl9pPr>
              <a:defRPr sz="4800" b="1">
                <a:solidFill>
                  <a:srgbClr val="FFFFFF"/>
                </a:solidFill>
                <a:latin typeface="PingFang SC"/>
                <a:ea typeface="PingFang SC"/>
                <a:cs typeface="PingFang SC"/>
              </a:defRPr>
            </a:lvl9pPr>
          </a:lstStyle>
          <a:p xmlns:a="http://schemas.openxmlformats.org/drawingml/2006/main">
            <a:pPr>
              <a:defRPr sz="4800" b="1">
                <a:solidFill>
                  <a:srgbClr val="FFFFFF"/>
                </a:solidFill>
                <a:latin typeface="PingFang SC"/>
                <a:ea typeface="PingFang SC"/>
                <a:cs typeface="PingFang SC"/>
              </a:defRPr>
            </a:pPr>
            <a:r>
              <a:rPr sz="4800" b="1">
                <a:solidFill>
                  <a:srgbClr val="FFFFFF"/>
                </a:solidFill>
                <a:latin typeface="PingFang SC"/>
                <a:ea typeface="PingFang SC"/>
                <a:cs typeface="PingFang SC"/>
              </a:rPr>
              <a:t>Inheritance</a:t>
            </a:r>
          </a:p>
        </p:txBody>
      </p:sp>
      <p:sp>
        <p:nvSpPr>
          <p:cNvPr id="4" name="body-1">
            <a:extLst xmlns:a="http://schemas.openxmlformats.org/drawingml/2006/main">
              <a:ext uri="{FF2B5EF4-FFF2-40B4-BE49-F238E27FC236}">
                <a16:creationId xmlns:a16="http://schemas.microsoft.com/office/drawing/2014/main" id="{6A6322E6-9096-4654-810D-960E350D9CE6}"/>
              </a:ext>
            </a:extLst>
          </p:cNvPr>
          <p:cNvSpPr>
            <a:spLocks xmlns:a="http://schemas.openxmlformats.org/drawingml/2006/main" noGrp="1"/>
          </p:cNvSpPr>
          <p:nvPr/>
        </p:nvSpPr>
        <p:spPr>
          <a:xfrm xmlns:a="http://schemas.openxmlformats.org/drawingml/2006/main">
            <a:off x="800100" y="4953000"/>
            <a:ext cx="104775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DDDDDD"/>
                </a:solidFill>
                <a:latin typeface="PingFang SC"/>
                <a:ea typeface="PingFang SC"/>
                <a:cs typeface="PingFang SC"/>
              </a:defRPr>
            </a:defPPr>
            <a:lvl1pPr>
              <a:defRPr sz="2250" b="0">
                <a:solidFill>
                  <a:srgbClr val="DDDDDD"/>
                </a:solidFill>
                <a:latin typeface="PingFang SC"/>
                <a:ea typeface="PingFang SC"/>
                <a:cs typeface="PingFang SC"/>
              </a:defRPr>
            </a:lvl1pPr>
            <a:lvl2pPr>
              <a:defRPr sz="2250" b="0">
                <a:solidFill>
                  <a:srgbClr val="DDDDDD"/>
                </a:solidFill>
                <a:latin typeface="PingFang SC"/>
                <a:ea typeface="PingFang SC"/>
                <a:cs typeface="PingFang SC"/>
              </a:defRPr>
            </a:lvl2pPr>
            <a:lvl3pPr>
              <a:defRPr sz="2250" b="0">
                <a:solidFill>
                  <a:srgbClr val="DDDDDD"/>
                </a:solidFill>
                <a:latin typeface="PingFang SC"/>
                <a:ea typeface="PingFang SC"/>
                <a:cs typeface="PingFang SC"/>
              </a:defRPr>
            </a:lvl3pPr>
            <a:lvl4pPr>
              <a:defRPr sz="2250" b="0">
                <a:solidFill>
                  <a:srgbClr val="DDDDDD"/>
                </a:solidFill>
                <a:latin typeface="PingFang SC"/>
                <a:ea typeface="PingFang SC"/>
                <a:cs typeface="PingFang SC"/>
              </a:defRPr>
            </a:lvl4pPr>
            <a:lvl5pPr>
              <a:defRPr sz="2250" b="0">
                <a:solidFill>
                  <a:srgbClr val="DDDDDD"/>
                </a:solidFill>
                <a:latin typeface="PingFang SC"/>
                <a:ea typeface="PingFang SC"/>
                <a:cs typeface="PingFang SC"/>
              </a:defRPr>
            </a:lvl5pPr>
            <a:lvl6pPr>
              <a:defRPr sz="2250" b="0">
                <a:solidFill>
                  <a:srgbClr val="DDDDDD"/>
                </a:solidFill>
                <a:latin typeface="PingFang SC"/>
                <a:ea typeface="PingFang SC"/>
                <a:cs typeface="PingFang SC"/>
              </a:defRPr>
            </a:lvl6pPr>
            <a:lvl7pPr>
              <a:defRPr sz="2250" b="0">
                <a:solidFill>
                  <a:srgbClr val="DDDDDD"/>
                </a:solidFill>
                <a:latin typeface="PingFang SC"/>
                <a:ea typeface="PingFang SC"/>
                <a:cs typeface="PingFang SC"/>
              </a:defRPr>
            </a:lvl7pPr>
            <a:lvl8pPr>
              <a:defRPr sz="2250" b="0">
                <a:solidFill>
                  <a:srgbClr val="DDDDDD"/>
                </a:solidFill>
                <a:latin typeface="PingFang SC"/>
                <a:ea typeface="PingFang SC"/>
                <a:cs typeface="PingFang SC"/>
              </a:defRPr>
            </a:lvl8pPr>
            <a:lvl9pPr>
              <a:defRPr sz="2250" b="0">
                <a:solidFill>
                  <a:srgbClr val="DDDDDD"/>
                </a:solidFill>
                <a:latin typeface="PingFang SC"/>
                <a:ea typeface="PingFang SC"/>
                <a:cs typeface="PingFang SC"/>
              </a:defRPr>
            </a:lvl9pPr>
          </a:lstStyle>
          <a:p xmlns:a="http://schemas.openxmlformats.org/drawingml/2006/main">
            <a:pPr>
              <a:defRPr sz="2250" b="0">
                <a:solidFill>
                  <a:srgbClr val="DDDDDD"/>
                </a:solidFill>
                <a:latin typeface="PingFang SC"/>
                <a:ea typeface="PingFang SC"/>
                <a:cs typeface="PingFang SC"/>
              </a:defRPr>
            </a:pPr>
            <a:r>
              <a:rPr sz="2250" b="0">
                <a:solidFill>
                  <a:srgbClr val="DDDDDD"/>
                </a:solidFill>
                <a:latin typeface="PingFang SC"/>
                <a:ea typeface="PingFang SC"/>
                <a:cs typeface="PingFang SC"/>
              </a:rPr>
              <a:t>Extend Band with vocal_actor</a:t>
            </a:r>
          </a:p>
        </p:txBody>
      </p:sp>
    </p:spTree>
    <p:extLst>
      <p:ext uri="{BB962C8B-B14F-4D97-AF65-F5344CB8AC3E}">
        <p14:creationId xmlns:p14="http://schemas.microsoft.com/office/powerpoint/2010/main" val="681147558"/>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brand">
            <a:extLst xmlns:a="http://schemas.openxmlformats.org/drawingml/2006/main">
              <a:ext uri="{FF2B5EF4-FFF2-40B4-BE49-F238E27FC236}">
                <a16:creationId xmlns:a16="http://schemas.microsoft.com/office/drawing/2014/main" id="{12167348-D057-47D9-A8A4-EC844683D9B9}"/>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747A7A92-EE5F-4AA6-AA0B-92D81C0CED2A}"/>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52 / 63</a:t>
            </a:r>
          </a:p>
        </p:txBody>
      </p:sp>
      <p:sp>
        <p:nvSpPr>
          <p:cNvPr id="3" name="heading-1">
            <a:extLst xmlns:a="http://schemas.openxmlformats.org/drawingml/2006/main">
              <a:ext uri="{FF2B5EF4-FFF2-40B4-BE49-F238E27FC236}">
                <a16:creationId xmlns:a16="http://schemas.microsoft.com/office/drawing/2014/main" id="{5B8E203F-EA67-4858-8446-E9B93A14DE4D}"/>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MofoBand inherits Band</a:t>
            </a:r>
          </a:p>
        </p:txBody>
      </p:sp>
      <p:sp>
        <p:nvSpPr>
          <p:cNvPr id="4" name="code-1">
            <a:extLst xmlns:a="http://schemas.openxmlformats.org/drawingml/2006/main">
              <a:ext uri="{FF2B5EF4-FFF2-40B4-BE49-F238E27FC236}">
                <a16:creationId xmlns:a16="http://schemas.microsoft.com/office/drawing/2014/main" id="{23B444D4-7846-488B-B3DD-460F371CF428}"/>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class</a:t>
            </a:r>
            <a:r>
              <a:rPr sz="2250">
                <a:solidFill>
                  <a:srgbClr val="222222"/>
                </a:solidFill>
                <a:latin typeface="Menlo"/>
                <a:ea typeface="Menlo"/>
                <a:cs typeface="Menlo"/>
              </a:rPr>
              <a:t> </a:t>
            </a:r>
            <a:r>
              <a:rPr sz="2250">
                <a:solidFill>
                  <a:srgbClr val="222222"/>
                </a:solidFill>
                <a:latin typeface="Menlo"/>
                <a:ea typeface="Menlo"/>
                <a:cs typeface="Menlo"/>
              </a:rPr>
              <a:t>MofoBand</a:t>
            </a:r>
            <a:r>
              <a:rPr sz="2250">
                <a:solidFill>
                  <a:srgbClr val="222222"/>
                </a:solidFill>
                <a:latin typeface="Menlo"/>
                <a:ea typeface="Menlo"/>
                <a:cs typeface="Menlo"/>
              </a:rPr>
              <a:t> : </a:t>
            </a:r>
            <a:r>
              <a:rPr sz="2250">
                <a:solidFill>
                  <a:srgbClr val="005CC5"/>
                </a:solidFill>
                <a:latin typeface="Menlo"/>
                <a:ea typeface="Menlo"/>
                <a:cs typeface="Menlo"/>
              </a:rPr>
              <a:t>public</a:t>
            </a:r>
            <a:r>
              <a:rPr sz="2250">
                <a:solidFill>
                  <a:srgbClr val="222222"/>
                </a:solidFill>
                <a:latin typeface="Menlo"/>
                <a:ea typeface="Menlo"/>
                <a:cs typeface="Menlo"/>
              </a:rPr>
              <a:t> Band {</a:t>
            </a:r>
          </a:p>
        </p:txBody>
      </p:sp>
      <p:sp>
        <p:nvSpPr>
          <p:cNvPr id="5" name="code-2">
            <a:extLst xmlns:a="http://schemas.openxmlformats.org/drawingml/2006/main">
              <a:ext uri="{FF2B5EF4-FFF2-40B4-BE49-F238E27FC236}">
                <a16:creationId xmlns:a16="http://schemas.microsoft.com/office/drawing/2014/main" id="{AC09E97B-A5FF-4FD3-BEDB-3B9F50EA0690}"/>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protected</a:t>
            </a:r>
            <a:r>
              <a:rPr sz="2250">
                <a:solidFill>
                  <a:srgbClr val="222222"/>
                </a:solidFill>
                <a:latin typeface="Menlo"/>
                <a:ea typeface="Menlo"/>
                <a:cs typeface="Menlo"/>
              </a:rPr>
              <a:t>:</a:t>
            </a:r>
          </a:p>
        </p:txBody>
      </p:sp>
      <p:sp>
        <p:nvSpPr>
          <p:cNvPr id="6" name="code-3">
            <a:extLst xmlns:a="http://schemas.openxmlformats.org/drawingml/2006/main">
              <a:ext uri="{FF2B5EF4-FFF2-40B4-BE49-F238E27FC236}">
                <a16:creationId xmlns:a16="http://schemas.microsoft.com/office/drawing/2014/main" id="{276A8144-7EA1-4A26-8D25-65F68C52CD6C}"/>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222222"/>
                </a:solidFill>
                <a:latin typeface="Menlo"/>
                <a:ea typeface="Menlo"/>
                <a:cs typeface="Menlo"/>
              </a:rPr>
              <a:t>std::</a:t>
            </a:r>
            <a:r>
              <a:rPr sz="2250">
                <a:solidFill>
                  <a:srgbClr val="222222"/>
                </a:solidFill>
                <a:latin typeface="Menlo"/>
                <a:ea typeface="Menlo"/>
                <a:cs typeface="Menlo"/>
              </a:rPr>
              <a:t>string vocal_actor;</a:t>
            </a:r>
          </a:p>
        </p:txBody>
      </p:sp>
      <p:sp>
        <p:nvSpPr>
          <p:cNvPr id="7" name="code-4">
            <a:extLst xmlns:a="http://schemas.openxmlformats.org/drawingml/2006/main">
              <a:ext uri="{FF2B5EF4-FFF2-40B4-BE49-F238E27FC236}">
                <a16:creationId xmlns:a16="http://schemas.microsoft.com/office/drawing/2014/main" id="{16719EBC-BF2A-4780-937F-50E8DAD7808F}"/>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public</a:t>
            </a:r>
            <a:r>
              <a:rPr sz="2250">
                <a:solidFill>
                  <a:srgbClr val="222222"/>
                </a:solidFill>
                <a:latin typeface="Menlo"/>
                <a:ea typeface="Menlo"/>
                <a:cs typeface="Menlo"/>
              </a:rPr>
              <a:t>:</a:t>
            </a:r>
          </a:p>
        </p:txBody>
      </p:sp>
      <p:sp>
        <p:nvSpPr>
          <p:cNvPr id="8" name="code-5">
            <a:extLst xmlns:a="http://schemas.openxmlformats.org/drawingml/2006/main">
              <a:ext uri="{FF2B5EF4-FFF2-40B4-BE49-F238E27FC236}">
                <a16:creationId xmlns:a16="http://schemas.microsoft.com/office/drawing/2014/main" id="{23569974-B9FB-4BB8-8F52-34369B059B1A}"/>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6F42C1"/>
                </a:solidFill>
                <a:latin typeface="Menlo"/>
                <a:ea typeface="Menlo"/>
                <a:cs typeface="Menlo"/>
              </a:rPr>
              <a:t>void</a:t>
            </a:r>
            <a:r>
              <a:rPr sz="2250">
                <a:solidFill>
                  <a:srgbClr val="222222"/>
                </a:solidFill>
                <a:latin typeface="Menlo"/>
                <a:ea typeface="Menlo"/>
                <a:cs typeface="Menlo"/>
              </a:rPr>
              <a:t> </a:t>
            </a:r>
            <a:r>
              <a:rPr sz="2250">
                <a:solidFill>
                  <a:srgbClr val="6F42C1"/>
                </a:solidFill>
                <a:latin typeface="Menlo"/>
                <a:ea typeface="Menlo"/>
                <a:cs typeface="Menlo"/>
              </a:rPr>
              <a:t>print_mofo_info</a:t>
            </a:r>
            <a:r>
              <a:rPr sz="2250">
                <a:solidFill>
                  <a:srgbClr val="222222"/>
                </a:solidFill>
                <a:latin typeface="Menlo"/>
                <a:ea typeface="Menlo"/>
                <a:cs typeface="Menlo"/>
              </a:rPr>
              <a:t>()</a:t>
            </a:r>
            <a:r>
              <a:rPr sz="2250">
                <a:solidFill>
                  <a:srgbClr val="222222"/>
                </a:solidFill>
                <a:latin typeface="Menlo"/>
                <a:ea typeface="Menlo"/>
                <a:cs typeface="Menlo"/>
              </a:rPr>
              <a:t> </a:t>
            </a:r>
            <a:r>
              <a:rPr sz="2250">
                <a:solidFill>
                  <a:srgbClr val="6F42C1"/>
                </a:solidFill>
                <a:latin typeface="Menlo"/>
                <a:ea typeface="Menlo"/>
                <a:cs typeface="Menlo"/>
              </a:rPr>
              <a:t>const</a:t>
            </a:r>
            <a:r>
              <a:rPr sz="2250">
                <a:solidFill>
                  <a:srgbClr val="222222"/>
                </a:solidFill>
                <a:latin typeface="Menlo"/>
                <a:ea typeface="Menlo"/>
                <a:cs typeface="Menlo"/>
              </a:rPr>
              <a:t> </a:t>
            </a:r>
            <a:r>
              <a:rPr sz="2250">
                <a:solidFill>
                  <a:srgbClr val="222222"/>
                </a:solidFill>
                <a:latin typeface="Menlo"/>
                <a:ea typeface="Menlo"/>
                <a:cs typeface="Menlo"/>
              </a:rPr>
              <a:t>{</a:t>
            </a:r>
          </a:p>
        </p:txBody>
      </p:sp>
      <p:sp>
        <p:nvSpPr>
          <p:cNvPr id="9" name="code-6">
            <a:extLst xmlns:a="http://schemas.openxmlformats.org/drawingml/2006/main">
              <a:ext uri="{FF2B5EF4-FFF2-40B4-BE49-F238E27FC236}">
                <a16:creationId xmlns:a16="http://schemas.microsoft.com/office/drawing/2014/main" id="{3D579A78-FDB3-44A3-894A-8B5E3640AE31}"/>
              </a:ext>
            </a:extLst>
          </p:cNvPr>
          <p:cNvSpPr>
            <a:spLocks xmlns:a="http://schemas.openxmlformats.org/drawingml/2006/main" noGrp="1"/>
          </p:cNvSpPr>
          <p:nvPr/>
        </p:nvSpPr>
        <p:spPr>
          <a:xfrm xmlns:a="http://schemas.openxmlformats.org/drawingml/2006/main">
            <a:off x="800100" y="36861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005CC5"/>
                </a:solidFill>
                <a:latin typeface="Menlo"/>
                <a:ea typeface="Menlo"/>
                <a:cs typeface="Menlo"/>
              </a:rPr>
              <a:t>print_info</a:t>
            </a:r>
            <a:r>
              <a:rPr sz="2250">
                <a:solidFill>
                  <a:srgbClr val="222222"/>
                </a:solidFill>
                <a:latin typeface="Menlo"/>
                <a:ea typeface="Menlo"/>
                <a:cs typeface="Menlo"/>
              </a:rPr>
              <a:t>()</a:t>
            </a:r>
            <a:r>
              <a:rPr sz="2250">
                <a:solidFill>
                  <a:srgbClr val="222222"/>
                </a:solidFill>
                <a:latin typeface="Menlo"/>
                <a:ea typeface="Menlo"/>
                <a:cs typeface="Menlo"/>
              </a:rPr>
              <a:t>;</a:t>
            </a:r>
          </a:p>
        </p:txBody>
      </p:sp>
      <p:sp>
        <p:nvSpPr>
          <p:cNvPr id="10" name="code-7">
            <a:extLst xmlns:a="http://schemas.openxmlformats.org/drawingml/2006/main">
              <a:ext uri="{FF2B5EF4-FFF2-40B4-BE49-F238E27FC236}">
                <a16:creationId xmlns:a16="http://schemas.microsoft.com/office/drawing/2014/main" id="{2A778147-2FD8-462C-B839-B0EE1DC6224B}"/>
              </a:ext>
            </a:extLst>
          </p:cNvPr>
          <p:cNvSpPr>
            <a:spLocks xmlns:a="http://schemas.openxmlformats.org/drawingml/2006/main" noGrp="1"/>
          </p:cNvSpPr>
          <p:nvPr/>
        </p:nvSpPr>
        <p:spPr>
          <a:xfrm xmlns:a="http://schemas.openxmlformats.org/drawingml/2006/main">
            <a:off x="800100" y="40576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222222"/>
                </a:solidFill>
                <a:latin typeface="Menlo"/>
                <a:ea typeface="Menlo"/>
                <a:cs typeface="Menlo"/>
              </a:rPr>
              <a:t>std::</a:t>
            </a:r>
            <a:r>
              <a:rPr sz="2250">
                <a:solidFill>
                  <a:srgbClr val="222222"/>
                </a:solidFill>
                <a:latin typeface="Menlo"/>
                <a:ea typeface="Menlo"/>
                <a:cs typeface="Menlo"/>
              </a:rPr>
              <a:t>cout &lt;&lt; vocal_actor &lt;&lt; </a:t>
            </a:r>
            <a:r>
              <a:rPr sz="2250">
                <a:solidFill>
                  <a:srgbClr val="0B6B3A"/>
                </a:solidFill>
                <a:latin typeface="Menlo"/>
                <a:ea typeface="Menlo"/>
                <a:cs typeface="Menlo"/>
              </a:rPr>
              <a:t>'\n'</a:t>
            </a:r>
            <a:r>
              <a:rPr sz="2250">
                <a:solidFill>
                  <a:srgbClr val="222222"/>
                </a:solidFill>
                <a:latin typeface="Menlo"/>
                <a:ea typeface="Menlo"/>
                <a:cs typeface="Menlo"/>
              </a:rPr>
              <a:t>;</a:t>
            </a:r>
          </a:p>
        </p:txBody>
      </p:sp>
      <p:sp>
        <p:nvSpPr>
          <p:cNvPr id="11" name="code-8">
            <a:extLst xmlns:a="http://schemas.openxmlformats.org/drawingml/2006/main">
              <a:ext uri="{FF2B5EF4-FFF2-40B4-BE49-F238E27FC236}">
                <a16:creationId xmlns:a16="http://schemas.microsoft.com/office/drawing/2014/main" id="{405DD3C0-E82B-4999-82DA-9B0420813F09}"/>
              </a:ext>
            </a:extLst>
          </p:cNvPr>
          <p:cNvSpPr>
            <a:spLocks xmlns:a="http://schemas.openxmlformats.org/drawingml/2006/main" noGrp="1"/>
          </p:cNvSpPr>
          <p:nvPr/>
        </p:nvSpPr>
        <p:spPr>
          <a:xfrm xmlns:a="http://schemas.openxmlformats.org/drawingml/2006/main">
            <a:off x="800100" y="44291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p>
        </p:txBody>
      </p:sp>
      <p:sp>
        <p:nvSpPr>
          <p:cNvPr id="12" name="code-9">
            <a:extLst xmlns:a="http://schemas.openxmlformats.org/drawingml/2006/main">
              <a:ext uri="{FF2B5EF4-FFF2-40B4-BE49-F238E27FC236}">
                <a16:creationId xmlns:a16="http://schemas.microsoft.com/office/drawing/2014/main" id="{693E4CAD-FE9F-443D-A51E-7EC26FA7E52A}"/>
              </a:ext>
            </a:extLst>
          </p:cNvPr>
          <p:cNvSpPr>
            <a:spLocks xmlns:a="http://schemas.openxmlformats.org/drawingml/2006/main" noGrp="1"/>
          </p:cNvSpPr>
          <p:nvPr/>
        </p:nvSpPr>
        <p:spPr>
          <a:xfrm xmlns:a="http://schemas.openxmlformats.org/drawingml/2006/main">
            <a:off x="800100" y="48006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13" name="cue-1">
            <a:extLst xmlns:a="http://schemas.openxmlformats.org/drawingml/2006/main">
              <a:ext uri="{FF2B5EF4-FFF2-40B4-BE49-F238E27FC236}">
                <a16:creationId xmlns:a16="http://schemas.microsoft.com/office/drawing/2014/main" id="{CA8AC0DE-CF0C-481A-AB94-0A63BFF3B85B}"/>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Reuse Band behavior and add the voice actor.</a:t>
            </a:r>
          </a:p>
        </p:txBody>
      </p:sp>
    </p:spTree>
    <p:extLst>
      <p:ext uri="{BB962C8B-B14F-4D97-AF65-F5344CB8AC3E}">
        <p14:creationId xmlns:p14="http://schemas.microsoft.com/office/powerpoint/2010/main" val="463539839"/>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brand">
            <a:extLst xmlns:a="http://schemas.openxmlformats.org/drawingml/2006/main">
              <a:ext uri="{FF2B5EF4-FFF2-40B4-BE49-F238E27FC236}">
                <a16:creationId xmlns:a16="http://schemas.microsoft.com/office/drawing/2014/main" id="{C32812D7-93E0-4488-A43A-330139697549}"/>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B6FA5C79-2366-42B9-A307-3600B5B78F33}"/>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53 / 63</a:t>
            </a:r>
          </a:p>
        </p:txBody>
      </p:sp>
      <p:sp>
        <p:nvSpPr>
          <p:cNvPr id="3" name="heading-1">
            <a:extLst xmlns:a="http://schemas.openxmlformats.org/drawingml/2006/main">
              <a:ext uri="{FF2B5EF4-FFF2-40B4-BE49-F238E27FC236}">
                <a16:creationId xmlns:a16="http://schemas.microsoft.com/office/drawing/2014/main" id="{AB50F381-99B4-4E2C-A6AB-8EB31D6DFC0D}"/>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The base initializes first</a:t>
            </a:r>
          </a:p>
        </p:txBody>
      </p:sp>
      <p:sp>
        <p:nvSpPr>
          <p:cNvPr id="4" name="code-1">
            <a:extLst xmlns:a="http://schemas.openxmlformats.org/drawingml/2006/main">
              <a:ext uri="{FF2B5EF4-FFF2-40B4-BE49-F238E27FC236}">
                <a16:creationId xmlns:a16="http://schemas.microsoft.com/office/drawing/2014/main" id="{1E0684E8-6477-4622-92C4-04A5B284B21A}"/>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MofoBand</a:t>
            </a:r>
            <a:r>
              <a:rPr sz="2250">
                <a:solidFill>
                  <a:srgbClr val="222222"/>
                </a:solidFill>
                <a:latin typeface="Menlo"/>
                <a:ea typeface="Menlo"/>
                <a:cs typeface="Menlo"/>
              </a:rPr>
              <a:t>(std::string gt, std::string vo,</a:t>
            </a:r>
          </a:p>
        </p:txBody>
      </p:sp>
      <p:sp>
        <p:nvSpPr>
          <p:cNvPr id="5" name="code-2">
            <a:extLst xmlns:a="http://schemas.openxmlformats.org/drawingml/2006/main">
              <a:ext uri="{FF2B5EF4-FFF2-40B4-BE49-F238E27FC236}">
                <a16:creationId xmlns:a16="http://schemas.microsoft.com/office/drawing/2014/main" id="{9D8AF81E-4A1D-458A-9E7A-9A8CB0A38321}"/>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std::string dr, std::string ba,</a:t>
            </a:r>
          </a:p>
        </p:txBody>
      </p:sp>
      <p:sp>
        <p:nvSpPr>
          <p:cNvPr id="6" name="code-3">
            <a:extLst xmlns:a="http://schemas.openxmlformats.org/drawingml/2006/main">
              <a:ext uri="{FF2B5EF4-FFF2-40B4-BE49-F238E27FC236}">
                <a16:creationId xmlns:a16="http://schemas.microsoft.com/office/drawing/2014/main" id="{2D241AFF-1C04-4B18-AD0B-FEB72F487E53}"/>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std::string key, std::string actor)</a:t>
            </a:r>
          </a:p>
        </p:txBody>
      </p:sp>
      <p:sp>
        <p:nvSpPr>
          <p:cNvPr id="7" name="code-4">
            <a:extLst xmlns:a="http://schemas.openxmlformats.org/drawingml/2006/main">
              <a:ext uri="{FF2B5EF4-FFF2-40B4-BE49-F238E27FC236}">
                <a16:creationId xmlns:a16="http://schemas.microsoft.com/office/drawing/2014/main" id="{17A30308-EBC2-4F4A-A24D-19C7B0191BE1}"/>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 </a:t>
            </a:r>
            <a:r>
              <a:rPr sz="2250">
                <a:solidFill>
                  <a:srgbClr val="005CC5"/>
                </a:solidFill>
                <a:latin typeface="Menlo"/>
                <a:ea typeface="Menlo"/>
                <a:cs typeface="Menlo"/>
              </a:rPr>
              <a:t>Band</a:t>
            </a:r>
            <a:r>
              <a:rPr sz="2250">
                <a:solidFill>
                  <a:srgbClr val="222222"/>
                </a:solidFill>
                <a:latin typeface="Menlo"/>
                <a:ea typeface="Menlo"/>
                <a:cs typeface="Menlo"/>
              </a:rPr>
              <a:t>(gt, vo, dr, ba, key)</a:t>
            </a:r>
            <a:r>
              <a:rPr sz="2250">
                <a:solidFill>
                  <a:srgbClr val="222222"/>
                </a:solidFill>
                <a:latin typeface="Menlo"/>
                <a:ea typeface="Menlo"/>
                <a:cs typeface="Menlo"/>
              </a:rPr>
              <a:t>,</a:t>
            </a:r>
          </a:p>
        </p:txBody>
      </p:sp>
      <p:sp>
        <p:nvSpPr>
          <p:cNvPr id="8" name="code-5">
            <a:extLst xmlns:a="http://schemas.openxmlformats.org/drawingml/2006/main">
              <a:ext uri="{FF2B5EF4-FFF2-40B4-BE49-F238E27FC236}">
                <a16:creationId xmlns:a16="http://schemas.microsoft.com/office/drawing/2014/main" id="{8209E058-816E-4EDF-B02B-1E0DA1163318}"/>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005CC5"/>
                </a:solidFill>
                <a:latin typeface="Menlo"/>
                <a:ea typeface="Menlo"/>
                <a:cs typeface="Menlo"/>
              </a:rPr>
              <a:t>vocal_actor</a:t>
            </a:r>
            <a:r>
              <a:rPr sz="2250">
                <a:solidFill>
                  <a:srgbClr val="222222"/>
                </a:solidFill>
                <a:latin typeface="Menlo"/>
                <a:ea typeface="Menlo"/>
                <a:cs typeface="Menlo"/>
              </a:rPr>
              <a:t>(actor)</a:t>
            </a:r>
            <a:r>
              <a:rPr sz="2250">
                <a:solidFill>
                  <a:srgbClr val="222222"/>
                </a:solidFill>
                <a:latin typeface="Menlo"/>
                <a:ea typeface="Menlo"/>
                <a:cs typeface="Menlo"/>
              </a:rPr>
              <a:t> {}</a:t>
            </a:r>
          </a:p>
        </p:txBody>
      </p:sp>
      <p:sp>
        <p:nvSpPr>
          <p:cNvPr id="9" name="cue-1">
            <a:extLst xmlns:a="http://schemas.openxmlformats.org/drawingml/2006/main">
              <a:ext uri="{FF2B5EF4-FFF2-40B4-BE49-F238E27FC236}">
                <a16:creationId xmlns:a16="http://schemas.microsoft.com/office/drawing/2014/main" id="{EF70C918-D31D-4F0E-A0DE-FEDA1EA3B3E1}"/>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Band first, then vocal_actor, then the constructor body.</a:t>
            </a:r>
          </a:p>
        </p:txBody>
      </p:sp>
    </p:spTree>
    <p:extLst>
      <p:ext uri="{BB962C8B-B14F-4D97-AF65-F5344CB8AC3E}">
        <p14:creationId xmlns:p14="http://schemas.microsoft.com/office/powerpoint/2010/main" val="422372435"/>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brand">
            <a:extLst xmlns:a="http://schemas.openxmlformats.org/drawingml/2006/main">
              <a:ext uri="{FF2B5EF4-FFF2-40B4-BE49-F238E27FC236}">
                <a16:creationId xmlns:a16="http://schemas.microsoft.com/office/drawing/2014/main" id="{05CAE7EF-44FE-49AE-9A4C-69A1636EDE39}"/>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5DEBCA64-82F2-4BEC-825D-ED0DA61E68E6}"/>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54 / 63</a:t>
            </a:r>
          </a:p>
        </p:txBody>
      </p:sp>
      <p:sp>
        <p:nvSpPr>
          <p:cNvPr id="3" name="heading-1">
            <a:extLst xmlns:a="http://schemas.openxmlformats.org/drawingml/2006/main">
              <a:ext uri="{FF2B5EF4-FFF2-40B4-BE49-F238E27FC236}">
                <a16:creationId xmlns:a16="http://schemas.microsoft.com/office/drawing/2014/main" id="{C6561D08-A27B-4E76-9E70-A15AFCF7B509}"/>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Access to a protected member</a:t>
            </a:r>
          </a:p>
        </p:txBody>
      </p:sp>
      <p:sp>
        <p:nvSpPr>
          <p:cNvPr id="4" name="body-1">
            <a:extLst xmlns:a="http://schemas.openxmlformats.org/drawingml/2006/main">
              <a:ext uri="{FF2B5EF4-FFF2-40B4-BE49-F238E27FC236}">
                <a16:creationId xmlns:a16="http://schemas.microsoft.com/office/drawing/2014/main" id="{F5382687-3F1E-423F-A4CF-63B00F382EDB}"/>
              </a:ext>
            </a:extLst>
          </p:cNvPr>
          <p:cNvSpPr>
            <a:spLocks xmlns:a="http://schemas.openxmlformats.org/drawingml/2006/main" noGrp="1"/>
          </p:cNvSpPr>
          <p:nvPr/>
        </p:nvSpPr>
        <p:spPr>
          <a:xfrm xmlns:a="http://schemas.openxmlformats.org/drawingml/2006/main">
            <a:off x="800100" y="2238375"/>
            <a:ext cx="10477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11111"/>
                </a:solidFill>
                <a:latin typeface="PingFang SC"/>
                <a:ea typeface="PingFang SC"/>
                <a:cs typeface="PingFang SC"/>
              </a:defRPr>
            </a:defPPr>
            <a:lvl1pPr>
              <a:defRPr sz="2700" b="0">
                <a:solidFill>
                  <a:srgbClr val="111111"/>
                </a:solidFill>
                <a:latin typeface="PingFang SC"/>
                <a:ea typeface="PingFang SC"/>
                <a:cs typeface="PingFang SC"/>
              </a:defRPr>
            </a:lvl1pPr>
            <a:lvl2pPr>
              <a:defRPr sz="2700" b="0">
                <a:solidFill>
                  <a:srgbClr val="111111"/>
                </a:solidFill>
                <a:latin typeface="PingFang SC"/>
                <a:ea typeface="PingFang SC"/>
                <a:cs typeface="PingFang SC"/>
              </a:defRPr>
            </a:lvl2pPr>
            <a:lvl3pPr>
              <a:defRPr sz="2700" b="0">
                <a:solidFill>
                  <a:srgbClr val="111111"/>
                </a:solidFill>
                <a:latin typeface="PingFang SC"/>
                <a:ea typeface="PingFang SC"/>
                <a:cs typeface="PingFang SC"/>
              </a:defRPr>
            </a:lvl3pPr>
            <a:lvl4pPr>
              <a:defRPr sz="2700" b="0">
                <a:solidFill>
                  <a:srgbClr val="111111"/>
                </a:solidFill>
                <a:latin typeface="PingFang SC"/>
                <a:ea typeface="PingFang SC"/>
                <a:cs typeface="PingFang SC"/>
              </a:defRPr>
            </a:lvl4pPr>
            <a:lvl5pPr>
              <a:defRPr sz="2700" b="0">
                <a:solidFill>
                  <a:srgbClr val="111111"/>
                </a:solidFill>
                <a:latin typeface="PingFang SC"/>
                <a:ea typeface="PingFang SC"/>
                <a:cs typeface="PingFang SC"/>
              </a:defRPr>
            </a:lvl5pPr>
            <a:lvl6pPr>
              <a:defRPr sz="2700" b="0">
                <a:solidFill>
                  <a:srgbClr val="111111"/>
                </a:solidFill>
                <a:latin typeface="PingFang SC"/>
                <a:ea typeface="PingFang SC"/>
                <a:cs typeface="PingFang SC"/>
              </a:defRPr>
            </a:lvl6pPr>
            <a:lvl7pPr>
              <a:defRPr sz="2700" b="0">
                <a:solidFill>
                  <a:srgbClr val="111111"/>
                </a:solidFill>
                <a:latin typeface="PingFang SC"/>
                <a:ea typeface="PingFang SC"/>
                <a:cs typeface="PingFang SC"/>
              </a:defRPr>
            </a:lvl7pPr>
            <a:lvl8pPr>
              <a:defRPr sz="2700" b="0">
                <a:solidFill>
                  <a:srgbClr val="111111"/>
                </a:solidFill>
                <a:latin typeface="PingFang SC"/>
                <a:ea typeface="PingFang SC"/>
                <a:cs typeface="PingFang SC"/>
              </a:defRPr>
            </a:lvl8pPr>
            <a:lvl9pPr>
              <a:defRPr sz="2700" b="0">
                <a:solidFill>
                  <a:srgbClr val="111111"/>
                </a:solidFill>
                <a:latin typeface="PingFang SC"/>
                <a:ea typeface="PingFang SC"/>
                <a:cs typeface="PingFang SC"/>
              </a:defRPr>
            </a:lvl9pPr>
          </a:lstStyle>
          <a:p xmlns:a="http://schemas.openxmlformats.org/drawingml/2006/main">
            <a:pPr>
              <a:defRPr sz="2700" b="0">
                <a:solidFill>
                  <a:srgbClr val="111111"/>
                </a:solidFill>
                <a:latin typeface="PingFang SC"/>
                <a:ea typeface="PingFang SC"/>
                <a:cs typeface="PingFang SC"/>
              </a:defRPr>
            </a:pPr>
            <a:r>
              <a:rPr sz="2700" b="0">
                <a:solidFill>
                  <a:srgbClr val="111111"/>
                </a:solidFill>
                <a:latin typeface="PingFang SC"/>
                <a:ea typeface="PingFang SC"/>
                <a:cs typeface="PingFang SC"/>
              </a:rPr>
              <a:t>MofoBand member functions: allowed</a:t>
            </a:r>
          </a:p>
        </p:txBody>
      </p:sp>
      <p:sp>
        <p:nvSpPr>
          <p:cNvPr id="5" name="body-2">
            <a:extLst xmlns:a="http://schemas.openxmlformats.org/drawingml/2006/main">
              <a:ext uri="{FF2B5EF4-FFF2-40B4-BE49-F238E27FC236}">
                <a16:creationId xmlns:a16="http://schemas.microsoft.com/office/drawing/2014/main" id="{C7C1E29A-917F-4238-B200-E575CFA20B61}"/>
              </a:ext>
            </a:extLst>
          </p:cNvPr>
          <p:cNvSpPr>
            <a:spLocks xmlns:a="http://schemas.openxmlformats.org/drawingml/2006/main" noGrp="1"/>
          </p:cNvSpPr>
          <p:nvPr/>
        </p:nvSpPr>
        <p:spPr>
          <a:xfrm xmlns:a="http://schemas.openxmlformats.org/drawingml/2006/main">
            <a:off x="800100" y="2752725"/>
            <a:ext cx="10477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11111"/>
                </a:solidFill>
                <a:latin typeface="PingFang SC"/>
                <a:ea typeface="PingFang SC"/>
                <a:cs typeface="PingFang SC"/>
              </a:defRPr>
            </a:defPPr>
            <a:lvl1pPr>
              <a:defRPr sz="2700" b="0">
                <a:solidFill>
                  <a:srgbClr val="111111"/>
                </a:solidFill>
                <a:latin typeface="PingFang SC"/>
                <a:ea typeface="PingFang SC"/>
                <a:cs typeface="PingFang SC"/>
              </a:defRPr>
            </a:lvl1pPr>
            <a:lvl2pPr>
              <a:defRPr sz="2700" b="0">
                <a:solidFill>
                  <a:srgbClr val="111111"/>
                </a:solidFill>
                <a:latin typeface="PingFang SC"/>
                <a:ea typeface="PingFang SC"/>
                <a:cs typeface="PingFang SC"/>
              </a:defRPr>
            </a:lvl2pPr>
            <a:lvl3pPr>
              <a:defRPr sz="2700" b="0">
                <a:solidFill>
                  <a:srgbClr val="111111"/>
                </a:solidFill>
                <a:latin typeface="PingFang SC"/>
                <a:ea typeface="PingFang SC"/>
                <a:cs typeface="PingFang SC"/>
              </a:defRPr>
            </a:lvl3pPr>
            <a:lvl4pPr>
              <a:defRPr sz="2700" b="0">
                <a:solidFill>
                  <a:srgbClr val="111111"/>
                </a:solidFill>
                <a:latin typeface="PingFang SC"/>
                <a:ea typeface="PingFang SC"/>
                <a:cs typeface="PingFang SC"/>
              </a:defRPr>
            </a:lvl4pPr>
            <a:lvl5pPr>
              <a:defRPr sz="2700" b="0">
                <a:solidFill>
                  <a:srgbClr val="111111"/>
                </a:solidFill>
                <a:latin typeface="PingFang SC"/>
                <a:ea typeface="PingFang SC"/>
                <a:cs typeface="PingFang SC"/>
              </a:defRPr>
            </a:lvl5pPr>
            <a:lvl6pPr>
              <a:defRPr sz="2700" b="0">
                <a:solidFill>
                  <a:srgbClr val="111111"/>
                </a:solidFill>
                <a:latin typeface="PingFang SC"/>
                <a:ea typeface="PingFang SC"/>
                <a:cs typeface="PingFang SC"/>
              </a:defRPr>
            </a:lvl6pPr>
            <a:lvl7pPr>
              <a:defRPr sz="2700" b="0">
                <a:solidFill>
                  <a:srgbClr val="111111"/>
                </a:solidFill>
                <a:latin typeface="PingFang SC"/>
                <a:ea typeface="PingFang SC"/>
                <a:cs typeface="PingFang SC"/>
              </a:defRPr>
            </a:lvl7pPr>
            <a:lvl8pPr>
              <a:defRPr sz="2700" b="0">
                <a:solidFill>
                  <a:srgbClr val="111111"/>
                </a:solidFill>
                <a:latin typeface="PingFang SC"/>
                <a:ea typeface="PingFang SC"/>
                <a:cs typeface="PingFang SC"/>
              </a:defRPr>
            </a:lvl8pPr>
            <a:lvl9pPr>
              <a:defRPr sz="2700" b="0">
                <a:solidFill>
                  <a:srgbClr val="111111"/>
                </a:solidFill>
                <a:latin typeface="PingFang SC"/>
                <a:ea typeface="PingFang SC"/>
                <a:cs typeface="PingFang SC"/>
              </a:defRPr>
            </a:lvl9pPr>
          </a:lstStyle>
          <a:p xmlns:a="http://schemas.openxmlformats.org/drawingml/2006/main">
            <a:pPr>
              <a:defRPr sz="2700" b="0">
                <a:solidFill>
                  <a:srgbClr val="111111"/>
                </a:solidFill>
                <a:latin typeface="PingFang SC"/>
                <a:ea typeface="PingFang SC"/>
                <a:cs typeface="PingFang SC"/>
              </a:defRPr>
            </a:pPr>
            <a:r>
              <a:rPr sz="2700" b="0">
                <a:solidFill>
                  <a:srgbClr val="111111"/>
                </a:solidFill>
                <a:latin typeface="PingFang SC"/>
                <a:ea typeface="PingFang SC"/>
                <a:cs typeface="PingFang SC"/>
              </a:rPr>
              <a:t>MofoBand_New member functions: allowed under inheritance rules</a:t>
            </a:r>
          </a:p>
        </p:txBody>
      </p:sp>
      <p:sp>
        <p:nvSpPr>
          <p:cNvPr id="6" name="body-3">
            <a:extLst xmlns:a="http://schemas.openxmlformats.org/drawingml/2006/main">
              <a:ext uri="{FF2B5EF4-FFF2-40B4-BE49-F238E27FC236}">
                <a16:creationId xmlns:a16="http://schemas.microsoft.com/office/drawing/2014/main" id="{3D55859F-F310-48BB-A054-CB68567F7015}"/>
              </a:ext>
            </a:extLst>
          </p:cNvPr>
          <p:cNvSpPr>
            <a:spLocks xmlns:a="http://schemas.openxmlformats.org/drawingml/2006/main" noGrp="1"/>
          </p:cNvSpPr>
          <p:nvPr/>
        </p:nvSpPr>
        <p:spPr>
          <a:xfrm xmlns:a="http://schemas.openxmlformats.org/drawingml/2006/main">
            <a:off x="800100" y="3267075"/>
            <a:ext cx="10477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11111"/>
                </a:solidFill>
                <a:latin typeface="PingFang SC"/>
                <a:ea typeface="PingFang SC"/>
                <a:cs typeface="PingFang SC"/>
              </a:defRPr>
            </a:defPPr>
            <a:lvl1pPr>
              <a:defRPr sz="2700" b="0">
                <a:solidFill>
                  <a:srgbClr val="111111"/>
                </a:solidFill>
                <a:latin typeface="PingFang SC"/>
                <a:ea typeface="PingFang SC"/>
                <a:cs typeface="PingFang SC"/>
              </a:defRPr>
            </a:lvl1pPr>
            <a:lvl2pPr>
              <a:defRPr sz="2700" b="0">
                <a:solidFill>
                  <a:srgbClr val="111111"/>
                </a:solidFill>
                <a:latin typeface="PingFang SC"/>
                <a:ea typeface="PingFang SC"/>
                <a:cs typeface="PingFang SC"/>
              </a:defRPr>
            </a:lvl2pPr>
            <a:lvl3pPr>
              <a:defRPr sz="2700" b="0">
                <a:solidFill>
                  <a:srgbClr val="111111"/>
                </a:solidFill>
                <a:latin typeface="PingFang SC"/>
                <a:ea typeface="PingFang SC"/>
                <a:cs typeface="PingFang SC"/>
              </a:defRPr>
            </a:lvl3pPr>
            <a:lvl4pPr>
              <a:defRPr sz="2700" b="0">
                <a:solidFill>
                  <a:srgbClr val="111111"/>
                </a:solidFill>
                <a:latin typeface="PingFang SC"/>
                <a:ea typeface="PingFang SC"/>
                <a:cs typeface="PingFang SC"/>
              </a:defRPr>
            </a:lvl4pPr>
            <a:lvl5pPr>
              <a:defRPr sz="2700" b="0">
                <a:solidFill>
                  <a:srgbClr val="111111"/>
                </a:solidFill>
                <a:latin typeface="PingFang SC"/>
                <a:ea typeface="PingFang SC"/>
                <a:cs typeface="PingFang SC"/>
              </a:defRPr>
            </a:lvl5pPr>
            <a:lvl6pPr>
              <a:defRPr sz="2700" b="0">
                <a:solidFill>
                  <a:srgbClr val="111111"/>
                </a:solidFill>
                <a:latin typeface="PingFang SC"/>
                <a:ea typeface="PingFang SC"/>
                <a:cs typeface="PingFang SC"/>
              </a:defRPr>
            </a:lvl6pPr>
            <a:lvl7pPr>
              <a:defRPr sz="2700" b="0">
                <a:solidFill>
                  <a:srgbClr val="111111"/>
                </a:solidFill>
                <a:latin typeface="PingFang SC"/>
                <a:ea typeface="PingFang SC"/>
                <a:cs typeface="PingFang SC"/>
              </a:defRPr>
            </a:lvl7pPr>
            <a:lvl8pPr>
              <a:defRPr sz="2700" b="0">
                <a:solidFill>
                  <a:srgbClr val="111111"/>
                </a:solidFill>
                <a:latin typeface="PingFang SC"/>
                <a:ea typeface="PingFang SC"/>
                <a:cs typeface="PingFang SC"/>
              </a:defRPr>
            </a:lvl8pPr>
            <a:lvl9pPr>
              <a:defRPr sz="2700" b="0">
                <a:solidFill>
                  <a:srgbClr val="111111"/>
                </a:solidFill>
                <a:latin typeface="PingFang SC"/>
                <a:ea typeface="PingFang SC"/>
                <a:cs typeface="PingFang SC"/>
              </a:defRPr>
            </a:lvl9pPr>
          </a:lstStyle>
          <a:p xmlns:a="http://schemas.openxmlformats.org/drawingml/2006/main">
            <a:pPr>
              <a:defRPr sz="2700" b="0">
                <a:solidFill>
                  <a:srgbClr val="111111"/>
                </a:solidFill>
                <a:latin typeface="PingFang SC"/>
                <a:ea typeface="PingFang SC"/>
                <a:cs typeface="PingFang SC"/>
              </a:defRPr>
            </a:pPr>
            <a:r>
              <a:rPr sz="2700" b="0">
                <a:solidFill>
                  <a:srgbClr val="111111"/>
                </a:solidFill>
                <a:latin typeface="PingFang SC"/>
                <a:ea typeface="PingFang SC"/>
                <a:cs typeface="PingFang SC"/>
              </a:rPr>
              <a:t>Direct object.vocal_actor in main: not allowed</a:t>
            </a:r>
          </a:p>
        </p:txBody>
      </p:sp>
    </p:spTree>
    <p:extLst>
      <p:ext uri="{BB962C8B-B14F-4D97-AF65-F5344CB8AC3E}">
        <p14:creationId xmlns:p14="http://schemas.microsoft.com/office/powerpoint/2010/main" val="1228250262"/>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rand">
            <a:extLst xmlns:a="http://schemas.openxmlformats.org/drawingml/2006/main">
              <a:ext uri="{FF2B5EF4-FFF2-40B4-BE49-F238E27FC236}">
                <a16:creationId xmlns:a16="http://schemas.microsoft.com/office/drawing/2014/main" id="{FF5705CF-CDC6-4522-AB20-BE95BF3C5295}"/>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460C33F9-4694-425B-BD68-1D72E67E40FB}"/>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55 / 63</a:t>
            </a:r>
          </a:p>
        </p:txBody>
      </p:sp>
      <p:sp>
        <p:nvSpPr>
          <p:cNvPr id="3" name="heading-1">
            <a:extLst xmlns:a="http://schemas.openxmlformats.org/drawingml/2006/main">
              <a:ext uri="{FF2B5EF4-FFF2-40B4-BE49-F238E27FC236}">
                <a16:creationId xmlns:a16="http://schemas.microsoft.com/office/drawing/2014/main" id="{ADDADFB9-D069-42CE-A60C-F6493A6E3805}"/>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this points to the current object</a:t>
            </a:r>
          </a:p>
        </p:txBody>
      </p:sp>
      <p:sp>
        <p:nvSpPr>
          <p:cNvPr id="4" name="code-1">
            <a:extLst xmlns:a="http://schemas.openxmlformats.org/drawingml/2006/main">
              <a:ext uri="{FF2B5EF4-FFF2-40B4-BE49-F238E27FC236}">
                <a16:creationId xmlns:a16="http://schemas.microsoft.com/office/drawing/2014/main" id="{F683A2FE-C459-4D5C-8B0A-BE482EA05EC5}"/>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6F42C1"/>
                </a:solidFill>
                <a:latin typeface="Menlo"/>
                <a:ea typeface="Menlo"/>
                <a:cs typeface="Menlo"/>
              </a:rPr>
              <a:t>void</a:t>
            </a:r>
            <a:r>
              <a:rPr sz="2250">
                <a:solidFill>
                  <a:srgbClr val="222222"/>
                </a:solidFill>
                <a:latin typeface="Menlo"/>
                <a:ea typeface="Menlo"/>
                <a:cs typeface="Menlo"/>
              </a:rPr>
              <a:t> </a:t>
            </a:r>
            <a:r>
              <a:rPr sz="2250">
                <a:solidFill>
                  <a:srgbClr val="6F42C1"/>
                </a:solidFill>
                <a:latin typeface="Menlo"/>
                <a:ea typeface="Menlo"/>
                <a:cs typeface="Menlo"/>
              </a:rPr>
              <a:t>change_actor</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2CFBC516-5A04-4B9A-A580-2801640F5926}"/>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6F42C1"/>
                </a:solidFill>
                <a:latin typeface="Menlo"/>
                <a:ea typeface="Menlo"/>
                <a:cs typeface="Menlo"/>
              </a:rPr>
              <a:t>const</a:t>
            </a:r>
            <a:r>
              <a:rPr sz="2250">
                <a:solidFill>
                  <a:srgbClr val="222222"/>
                </a:solidFill>
                <a:latin typeface="Menlo"/>
                <a:ea typeface="Menlo"/>
                <a:cs typeface="Menlo"/>
              </a:rPr>
              <a:t> std::string&amp; new_actor)</a:t>
            </a:r>
            <a:r>
              <a:rPr sz="2250">
                <a:solidFill>
                  <a:srgbClr val="222222"/>
                </a:solidFill>
                <a:latin typeface="Menlo"/>
                <a:ea typeface="Menlo"/>
                <a:cs typeface="Menlo"/>
              </a:rPr>
              <a:t> </a:t>
            </a:r>
            <a:r>
              <a:rPr sz="2250">
                <a:solidFill>
                  <a:srgbClr val="222222"/>
                </a:solidFill>
                <a:latin typeface="Menlo"/>
                <a:ea typeface="Menlo"/>
                <a:cs typeface="Menlo"/>
              </a:rPr>
              <a:t>{</a:t>
            </a:r>
          </a:p>
        </p:txBody>
      </p:sp>
      <p:sp>
        <p:nvSpPr>
          <p:cNvPr id="6" name="code-3">
            <a:extLst xmlns:a="http://schemas.openxmlformats.org/drawingml/2006/main">
              <a:ext uri="{FF2B5EF4-FFF2-40B4-BE49-F238E27FC236}">
                <a16:creationId xmlns:a16="http://schemas.microsoft.com/office/drawing/2014/main" id="{CA9CD499-E85D-45D1-93DC-D5AC6DBCA48F}"/>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005CC5"/>
                </a:solidFill>
                <a:latin typeface="Menlo"/>
                <a:ea typeface="Menlo"/>
                <a:cs typeface="Menlo"/>
              </a:rPr>
              <a:t>this</a:t>
            </a:r>
            <a:r>
              <a:rPr sz="2250">
                <a:solidFill>
                  <a:srgbClr val="222222"/>
                </a:solidFill>
                <a:latin typeface="Menlo"/>
                <a:ea typeface="Menlo"/>
                <a:cs typeface="Menlo"/>
              </a:rPr>
              <a:t>-&gt;vocal_actor </a:t>
            </a:r>
            <a:r>
              <a:rPr sz="2250">
                <a:solidFill>
                  <a:srgbClr val="222222"/>
                </a:solidFill>
                <a:latin typeface="Menlo"/>
                <a:ea typeface="Menlo"/>
                <a:cs typeface="Menlo"/>
              </a:rPr>
              <a:t>= new_actor;</a:t>
            </a:r>
          </a:p>
        </p:txBody>
      </p:sp>
      <p:sp>
        <p:nvSpPr>
          <p:cNvPr id="7" name="code-4">
            <a:extLst xmlns:a="http://schemas.openxmlformats.org/drawingml/2006/main">
              <a:ext uri="{FF2B5EF4-FFF2-40B4-BE49-F238E27FC236}">
                <a16:creationId xmlns:a16="http://schemas.microsoft.com/office/drawing/2014/main" id="{18CF40F7-084B-4F66-822C-075BF3CAF29C}"/>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8" name="cue-1">
            <a:extLst xmlns:a="http://schemas.openxmlformats.org/drawingml/2006/main">
              <a:ext uri="{FF2B5EF4-FFF2-40B4-BE49-F238E27FC236}">
                <a16:creationId xmlns:a16="http://schemas.microsoft.com/office/drawing/2014/main" id="{7A21CD53-3DDF-436D-8734-DFE24C375958}"/>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The left side is a member of this object. The right side is a parameter.</a:t>
            </a:r>
          </a:p>
        </p:txBody>
      </p:sp>
    </p:spTree>
    <p:extLst>
      <p:ext uri="{BB962C8B-B14F-4D97-AF65-F5344CB8AC3E}">
        <p14:creationId xmlns:p14="http://schemas.microsoft.com/office/powerpoint/2010/main" val="899599562"/>
      </p:ext>
    </p:extLst>
  </p:cSld>
</p:sld>
</file>

<file path=ppt/slides/slide56.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8" name="brand">
            <a:extLst xmlns:a="http://schemas.openxmlformats.org/drawingml/2006/main">
              <a:ext uri="{FF2B5EF4-FFF2-40B4-BE49-F238E27FC236}">
                <a16:creationId xmlns:a16="http://schemas.microsoft.com/office/drawing/2014/main" id="{A8ED8899-87CB-48D9-A2EE-389B7243A07D}"/>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BBBBBB"/>
                </a:solidFill>
                <a:latin typeface="PingFang SC"/>
                <a:ea typeface="PingFang SC"/>
                <a:cs typeface="PingFang SC"/>
              </a:defRPr>
            </a:defPPr>
            <a:lvl1pPr>
              <a:defRPr sz="1125" b="1">
                <a:solidFill>
                  <a:srgbClr val="BBBBBB"/>
                </a:solidFill>
                <a:latin typeface="PingFang SC"/>
                <a:ea typeface="PingFang SC"/>
                <a:cs typeface="PingFang SC"/>
              </a:defRPr>
            </a:lvl1pPr>
            <a:lvl2pPr>
              <a:defRPr sz="1125" b="1">
                <a:solidFill>
                  <a:srgbClr val="BBBBBB"/>
                </a:solidFill>
                <a:latin typeface="PingFang SC"/>
                <a:ea typeface="PingFang SC"/>
                <a:cs typeface="PingFang SC"/>
              </a:defRPr>
            </a:lvl2pPr>
            <a:lvl3pPr>
              <a:defRPr sz="1125" b="1">
                <a:solidFill>
                  <a:srgbClr val="BBBBBB"/>
                </a:solidFill>
                <a:latin typeface="PingFang SC"/>
                <a:ea typeface="PingFang SC"/>
                <a:cs typeface="PingFang SC"/>
              </a:defRPr>
            </a:lvl3pPr>
            <a:lvl4pPr>
              <a:defRPr sz="1125" b="1">
                <a:solidFill>
                  <a:srgbClr val="BBBBBB"/>
                </a:solidFill>
                <a:latin typeface="PingFang SC"/>
                <a:ea typeface="PingFang SC"/>
                <a:cs typeface="PingFang SC"/>
              </a:defRPr>
            </a:lvl4pPr>
            <a:lvl5pPr>
              <a:defRPr sz="1125" b="1">
                <a:solidFill>
                  <a:srgbClr val="BBBBBB"/>
                </a:solidFill>
                <a:latin typeface="PingFang SC"/>
                <a:ea typeface="PingFang SC"/>
                <a:cs typeface="PingFang SC"/>
              </a:defRPr>
            </a:lvl5pPr>
            <a:lvl6pPr>
              <a:defRPr sz="1125" b="1">
                <a:solidFill>
                  <a:srgbClr val="BBBBBB"/>
                </a:solidFill>
                <a:latin typeface="PingFang SC"/>
                <a:ea typeface="PingFang SC"/>
                <a:cs typeface="PingFang SC"/>
              </a:defRPr>
            </a:lvl6pPr>
            <a:lvl7pPr>
              <a:defRPr sz="1125" b="1">
                <a:solidFill>
                  <a:srgbClr val="BBBBBB"/>
                </a:solidFill>
                <a:latin typeface="PingFang SC"/>
                <a:ea typeface="PingFang SC"/>
                <a:cs typeface="PingFang SC"/>
              </a:defRPr>
            </a:lvl7pPr>
            <a:lvl8pPr>
              <a:defRPr sz="1125" b="1">
                <a:solidFill>
                  <a:srgbClr val="BBBBBB"/>
                </a:solidFill>
                <a:latin typeface="PingFang SC"/>
                <a:ea typeface="PingFang SC"/>
                <a:cs typeface="PingFang SC"/>
              </a:defRPr>
            </a:lvl8pPr>
            <a:lvl9pPr>
              <a:defRPr sz="1125" b="1">
                <a:solidFill>
                  <a:srgbClr val="BBBBBB"/>
                </a:solidFill>
                <a:latin typeface="PingFang SC"/>
                <a:ea typeface="PingFang SC"/>
                <a:cs typeface="PingFang SC"/>
              </a:defRPr>
            </a:lvl9pPr>
          </a:lstStyle>
          <a:p xmlns:a="http://schemas.openxmlformats.org/drawingml/2006/main">
            <a:pPr>
              <a:defRPr sz="1125" b="1">
                <a:solidFill>
                  <a:srgbClr val="BBBBBB"/>
                </a:solidFill>
                <a:latin typeface="PingFang SC"/>
                <a:ea typeface="PingFang SC"/>
                <a:cs typeface="PingFang SC"/>
              </a:defRPr>
            </a:pPr>
            <a:r>
              <a:rPr sz="1125" b="1">
                <a:solidFill>
                  <a:srgbClr val="BBBBBB"/>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DBFD304A-630C-40D7-9584-5246F291F53B}"/>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BBBBBB"/>
                </a:solidFill>
                <a:latin typeface="Menlo"/>
                <a:ea typeface="Menlo"/>
                <a:cs typeface="Menlo"/>
              </a:defRPr>
            </a:defPPr>
            <a:lvl1pPr>
              <a:defRPr sz="1200" b="0">
                <a:solidFill>
                  <a:srgbClr val="BBBBBB"/>
                </a:solidFill>
                <a:latin typeface="Menlo"/>
                <a:ea typeface="Menlo"/>
                <a:cs typeface="Menlo"/>
              </a:defRPr>
            </a:lvl1pPr>
            <a:lvl2pPr>
              <a:defRPr sz="1200" b="0">
                <a:solidFill>
                  <a:srgbClr val="BBBBBB"/>
                </a:solidFill>
                <a:latin typeface="Menlo"/>
                <a:ea typeface="Menlo"/>
                <a:cs typeface="Menlo"/>
              </a:defRPr>
            </a:lvl2pPr>
            <a:lvl3pPr>
              <a:defRPr sz="1200" b="0">
                <a:solidFill>
                  <a:srgbClr val="BBBBBB"/>
                </a:solidFill>
                <a:latin typeface="Menlo"/>
                <a:ea typeface="Menlo"/>
                <a:cs typeface="Menlo"/>
              </a:defRPr>
            </a:lvl3pPr>
            <a:lvl4pPr>
              <a:defRPr sz="1200" b="0">
                <a:solidFill>
                  <a:srgbClr val="BBBBBB"/>
                </a:solidFill>
                <a:latin typeface="Menlo"/>
                <a:ea typeface="Menlo"/>
                <a:cs typeface="Menlo"/>
              </a:defRPr>
            </a:lvl4pPr>
            <a:lvl5pPr>
              <a:defRPr sz="1200" b="0">
                <a:solidFill>
                  <a:srgbClr val="BBBBBB"/>
                </a:solidFill>
                <a:latin typeface="Menlo"/>
                <a:ea typeface="Menlo"/>
                <a:cs typeface="Menlo"/>
              </a:defRPr>
            </a:lvl5pPr>
            <a:lvl6pPr>
              <a:defRPr sz="1200" b="0">
                <a:solidFill>
                  <a:srgbClr val="BBBBBB"/>
                </a:solidFill>
                <a:latin typeface="Menlo"/>
                <a:ea typeface="Menlo"/>
                <a:cs typeface="Menlo"/>
              </a:defRPr>
            </a:lvl6pPr>
            <a:lvl7pPr>
              <a:defRPr sz="1200" b="0">
                <a:solidFill>
                  <a:srgbClr val="BBBBBB"/>
                </a:solidFill>
                <a:latin typeface="Menlo"/>
                <a:ea typeface="Menlo"/>
                <a:cs typeface="Menlo"/>
              </a:defRPr>
            </a:lvl7pPr>
            <a:lvl8pPr>
              <a:defRPr sz="1200" b="0">
                <a:solidFill>
                  <a:srgbClr val="BBBBBB"/>
                </a:solidFill>
                <a:latin typeface="Menlo"/>
                <a:ea typeface="Menlo"/>
                <a:cs typeface="Menlo"/>
              </a:defRPr>
            </a:lvl8pPr>
            <a:lvl9pPr>
              <a:defRPr sz="1200" b="0">
                <a:solidFill>
                  <a:srgbClr val="BBBBBB"/>
                </a:solidFill>
                <a:latin typeface="Menlo"/>
                <a:ea typeface="Menlo"/>
                <a:cs typeface="Menlo"/>
              </a:defRPr>
            </a:lvl9pPr>
          </a:lstStyle>
          <a:p xmlns:a="http://schemas.openxmlformats.org/drawingml/2006/main">
            <a:pPr>
              <a:defRPr sz="1200" b="0">
                <a:solidFill>
                  <a:srgbClr val="BBBBBB"/>
                </a:solidFill>
                <a:latin typeface="Menlo"/>
                <a:ea typeface="Menlo"/>
                <a:cs typeface="Menlo"/>
              </a:defRPr>
            </a:pPr>
            <a:r>
              <a:rPr sz="1200" b="0">
                <a:solidFill>
                  <a:srgbClr val="BBBBBB"/>
                </a:solidFill>
                <a:latin typeface="Menlo"/>
                <a:ea typeface="Menlo"/>
                <a:cs typeface="Menlo"/>
              </a:rPr>
              <a:t>56 / 63</a:t>
            </a:r>
          </a:p>
        </p:txBody>
      </p:sp>
      <p:sp>
        <p:nvSpPr>
          <p:cNvPr id="3" name="heading-1">
            <a:extLst xmlns:a="http://schemas.openxmlformats.org/drawingml/2006/main">
              <a:ext uri="{FF2B5EF4-FFF2-40B4-BE49-F238E27FC236}">
                <a16:creationId xmlns:a16="http://schemas.microsoft.com/office/drawing/2014/main" id="{3BCBA89E-D99B-4FA8-A138-B8BA085858A4}"/>
              </a:ext>
            </a:extLst>
          </p:cNvPr>
          <p:cNvSpPr>
            <a:spLocks xmlns:a="http://schemas.openxmlformats.org/drawingml/2006/main" noGrp="1"/>
          </p:cNvSpPr>
          <p:nvPr/>
        </p:nvSpPr>
        <p:spPr>
          <a:xfrm xmlns:a="http://schemas.openxmlformats.org/drawingml/2006/main">
            <a:off x="762000" y="9144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FFFFFF"/>
                </a:solidFill>
                <a:latin typeface="PingFang SC"/>
                <a:ea typeface="PingFang SC"/>
                <a:cs typeface="PingFang SC"/>
              </a:defRPr>
            </a:defPPr>
            <a:lvl1pPr>
              <a:defRPr sz="3300" b="1">
                <a:solidFill>
                  <a:srgbClr val="FFFFFF"/>
                </a:solidFill>
                <a:latin typeface="PingFang SC"/>
                <a:ea typeface="PingFang SC"/>
                <a:cs typeface="PingFang SC"/>
              </a:defRPr>
            </a:lvl1pPr>
            <a:lvl2pPr>
              <a:defRPr sz="3300" b="1">
                <a:solidFill>
                  <a:srgbClr val="FFFFFF"/>
                </a:solidFill>
                <a:latin typeface="PingFang SC"/>
                <a:ea typeface="PingFang SC"/>
                <a:cs typeface="PingFang SC"/>
              </a:defRPr>
            </a:lvl2pPr>
            <a:lvl3pPr>
              <a:defRPr sz="3300" b="1">
                <a:solidFill>
                  <a:srgbClr val="FFFFFF"/>
                </a:solidFill>
                <a:latin typeface="PingFang SC"/>
                <a:ea typeface="PingFang SC"/>
                <a:cs typeface="PingFang SC"/>
              </a:defRPr>
            </a:lvl3pPr>
            <a:lvl4pPr>
              <a:defRPr sz="3300" b="1">
                <a:solidFill>
                  <a:srgbClr val="FFFFFF"/>
                </a:solidFill>
                <a:latin typeface="PingFang SC"/>
                <a:ea typeface="PingFang SC"/>
                <a:cs typeface="PingFang SC"/>
              </a:defRPr>
            </a:lvl4pPr>
            <a:lvl5pPr>
              <a:defRPr sz="3300" b="1">
                <a:solidFill>
                  <a:srgbClr val="FFFFFF"/>
                </a:solidFill>
                <a:latin typeface="PingFang SC"/>
                <a:ea typeface="PingFang SC"/>
                <a:cs typeface="PingFang SC"/>
              </a:defRPr>
            </a:lvl5pPr>
            <a:lvl6pPr>
              <a:defRPr sz="3300" b="1">
                <a:solidFill>
                  <a:srgbClr val="FFFFFF"/>
                </a:solidFill>
                <a:latin typeface="PingFang SC"/>
                <a:ea typeface="PingFang SC"/>
                <a:cs typeface="PingFang SC"/>
              </a:defRPr>
            </a:lvl6pPr>
            <a:lvl7pPr>
              <a:defRPr sz="3300" b="1">
                <a:solidFill>
                  <a:srgbClr val="FFFFFF"/>
                </a:solidFill>
                <a:latin typeface="PingFang SC"/>
                <a:ea typeface="PingFang SC"/>
                <a:cs typeface="PingFang SC"/>
              </a:defRPr>
            </a:lvl7pPr>
            <a:lvl8pPr>
              <a:defRPr sz="3300" b="1">
                <a:solidFill>
                  <a:srgbClr val="FFFFFF"/>
                </a:solidFill>
                <a:latin typeface="PingFang SC"/>
                <a:ea typeface="PingFang SC"/>
                <a:cs typeface="PingFang SC"/>
              </a:defRPr>
            </a:lvl8pPr>
            <a:lvl9pPr>
              <a:defRPr sz="3300" b="1">
                <a:solidFill>
                  <a:srgbClr val="FFFFFF"/>
                </a:solidFill>
                <a:latin typeface="PingFang SC"/>
                <a:ea typeface="PingFang SC"/>
                <a:cs typeface="PingFang SC"/>
              </a:defRPr>
            </a:lvl9pPr>
          </a:lstStyle>
          <a:p xmlns:a="http://schemas.openxmlformats.org/drawingml/2006/main">
            <a:pPr>
              <a:defRPr sz="3300" b="1">
                <a:solidFill>
                  <a:srgbClr val="FFFFFF"/>
                </a:solidFill>
                <a:latin typeface="PingFang SC"/>
                <a:ea typeface="PingFang SC"/>
                <a:cs typeface="PingFang SC"/>
              </a:defRPr>
            </a:pPr>
            <a:r>
              <a:rPr sz="3300" b="1">
                <a:solidFill>
                  <a:srgbClr val="FFFFFF"/>
                </a:solidFill>
                <a:latin typeface="PingFang SC"/>
                <a:ea typeface="PingFang SC"/>
                <a:cs typeface="PingFang SC"/>
              </a:rPr>
              <a:t>Practice: change the actor</a:t>
            </a:r>
          </a:p>
        </p:txBody>
      </p:sp>
      <p:sp>
        <p:nvSpPr>
          <p:cNvPr id="4" name="body-1">
            <a:extLst xmlns:a="http://schemas.openxmlformats.org/drawingml/2006/main">
              <a:ext uri="{FF2B5EF4-FFF2-40B4-BE49-F238E27FC236}">
                <a16:creationId xmlns:a16="http://schemas.microsoft.com/office/drawing/2014/main" id="{0181893B-18D2-4CB3-B2ED-C6F720902C49}"/>
              </a:ext>
            </a:extLst>
          </p:cNvPr>
          <p:cNvSpPr>
            <a:spLocks xmlns:a="http://schemas.openxmlformats.org/drawingml/2006/main" noGrp="1"/>
          </p:cNvSpPr>
          <p:nvPr/>
        </p:nvSpPr>
        <p:spPr>
          <a:xfrm xmlns:a="http://schemas.openxmlformats.org/drawingml/2006/main">
            <a:off x="800100" y="2238375"/>
            <a:ext cx="10477500" cy="5356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850" b="0">
                <a:solidFill>
                  <a:srgbClr val="FFFFFF"/>
                </a:solidFill>
                <a:latin typeface="PingFang SC"/>
                <a:ea typeface="PingFang SC"/>
                <a:cs typeface="PingFang SC"/>
              </a:defRPr>
            </a:defPPr>
            <a:lvl1pPr>
              <a:defRPr sz="2850" b="0">
                <a:solidFill>
                  <a:srgbClr val="FFFFFF"/>
                </a:solidFill>
                <a:latin typeface="PingFang SC"/>
                <a:ea typeface="PingFang SC"/>
                <a:cs typeface="PingFang SC"/>
              </a:defRPr>
            </a:lvl1pPr>
            <a:lvl2pPr>
              <a:defRPr sz="2850" b="0">
                <a:solidFill>
                  <a:srgbClr val="FFFFFF"/>
                </a:solidFill>
                <a:latin typeface="PingFang SC"/>
                <a:ea typeface="PingFang SC"/>
                <a:cs typeface="PingFang SC"/>
              </a:defRPr>
            </a:lvl2pPr>
            <a:lvl3pPr>
              <a:defRPr sz="2850" b="0">
                <a:solidFill>
                  <a:srgbClr val="FFFFFF"/>
                </a:solidFill>
                <a:latin typeface="PingFang SC"/>
                <a:ea typeface="PingFang SC"/>
                <a:cs typeface="PingFang SC"/>
              </a:defRPr>
            </a:lvl3pPr>
            <a:lvl4pPr>
              <a:defRPr sz="2850" b="0">
                <a:solidFill>
                  <a:srgbClr val="FFFFFF"/>
                </a:solidFill>
                <a:latin typeface="PingFang SC"/>
                <a:ea typeface="PingFang SC"/>
                <a:cs typeface="PingFang SC"/>
              </a:defRPr>
            </a:lvl4pPr>
            <a:lvl5pPr>
              <a:defRPr sz="2850" b="0">
                <a:solidFill>
                  <a:srgbClr val="FFFFFF"/>
                </a:solidFill>
                <a:latin typeface="PingFang SC"/>
                <a:ea typeface="PingFang SC"/>
                <a:cs typeface="PingFang SC"/>
              </a:defRPr>
            </a:lvl5pPr>
            <a:lvl6pPr>
              <a:defRPr sz="2850" b="0">
                <a:solidFill>
                  <a:srgbClr val="FFFFFF"/>
                </a:solidFill>
                <a:latin typeface="PingFang SC"/>
                <a:ea typeface="PingFang SC"/>
                <a:cs typeface="PingFang SC"/>
              </a:defRPr>
            </a:lvl6pPr>
            <a:lvl7pPr>
              <a:defRPr sz="2850" b="0">
                <a:solidFill>
                  <a:srgbClr val="FFFFFF"/>
                </a:solidFill>
                <a:latin typeface="PingFang SC"/>
                <a:ea typeface="PingFang SC"/>
                <a:cs typeface="PingFang SC"/>
              </a:defRPr>
            </a:lvl7pPr>
            <a:lvl8pPr>
              <a:defRPr sz="2850" b="0">
                <a:solidFill>
                  <a:srgbClr val="FFFFFF"/>
                </a:solidFill>
                <a:latin typeface="PingFang SC"/>
                <a:ea typeface="PingFang SC"/>
                <a:cs typeface="PingFang SC"/>
              </a:defRPr>
            </a:lvl8pPr>
            <a:lvl9pPr>
              <a:defRPr sz="2850" b="0">
                <a:solidFill>
                  <a:srgbClr val="FFFFFF"/>
                </a:solidFill>
                <a:latin typeface="PingFang SC"/>
                <a:ea typeface="PingFang SC"/>
                <a:cs typeface="PingFang SC"/>
              </a:defRPr>
            </a:lvl9pPr>
          </a:lstStyle>
          <a:p xmlns:a="http://schemas.openxmlformats.org/drawingml/2006/main">
            <a:pPr>
              <a:defRPr sz="2850" b="0">
                <a:solidFill>
                  <a:srgbClr val="FFFFFF"/>
                </a:solidFill>
                <a:latin typeface="PingFang SC"/>
                <a:ea typeface="PingFang SC"/>
                <a:cs typeface="PingFang SC"/>
              </a:defRPr>
            </a:pPr>
            <a:r>
              <a:rPr sz="2850" b="0">
                <a:solidFill>
                  <a:srgbClr val="FFFFFF"/>
                </a:solidFill>
                <a:latin typeface="PingFang SC"/>
                <a:ea typeface="PingFang SC"/>
                <a:cs typeface="PingFang SC"/>
              </a:rPr>
              <a:t>Construct an object with actor amane</a:t>
            </a:r>
          </a:p>
        </p:txBody>
      </p:sp>
      <p:sp>
        <p:nvSpPr>
          <p:cNvPr id="5" name="body-2">
            <a:extLst xmlns:a="http://schemas.openxmlformats.org/drawingml/2006/main">
              <a:ext uri="{FF2B5EF4-FFF2-40B4-BE49-F238E27FC236}">
                <a16:creationId xmlns:a16="http://schemas.microsoft.com/office/drawing/2014/main" id="{8C24401A-1AE3-4FB1-B19C-72C1D2F79ACF}"/>
              </a:ext>
            </a:extLst>
          </p:cNvPr>
          <p:cNvSpPr>
            <a:spLocks xmlns:a="http://schemas.openxmlformats.org/drawingml/2006/main" noGrp="1"/>
          </p:cNvSpPr>
          <p:nvPr/>
        </p:nvSpPr>
        <p:spPr>
          <a:xfrm xmlns:a="http://schemas.openxmlformats.org/drawingml/2006/main">
            <a:off x="800100" y="2752725"/>
            <a:ext cx="10477500" cy="5356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850" b="0">
                <a:solidFill>
                  <a:srgbClr val="FFFFFF"/>
                </a:solidFill>
                <a:latin typeface="PingFang SC"/>
                <a:ea typeface="PingFang SC"/>
                <a:cs typeface="PingFang SC"/>
              </a:defRPr>
            </a:defPPr>
            <a:lvl1pPr>
              <a:defRPr sz="2850" b="0">
                <a:solidFill>
                  <a:srgbClr val="FFFFFF"/>
                </a:solidFill>
                <a:latin typeface="PingFang SC"/>
                <a:ea typeface="PingFang SC"/>
                <a:cs typeface="PingFang SC"/>
              </a:defRPr>
            </a:lvl1pPr>
            <a:lvl2pPr>
              <a:defRPr sz="2850" b="0">
                <a:solidFill>
                  <a:srgbClr val="FFFFFF"/>
                </a:solidFill>
                <a:latin typeface="PingFang SC"/>
                <a:ea typeface="PingFang SC"/>
                <a:cs typeface="PingFang SC"/>
              </a:defRPr>
            </a:lvl2pPr>
            <a:lvl3pPr>
              <a:defRPr sz="2850" b="0">
                <a:solidFill>
                  <a:srgbClr val="FFFFFF"/>
                </a:solidFill>
                <a:latin typeface="PingFang SC"/>
                <a:ea typeface="PingFang SC"/>
                <a:cs typeface="PingFang SC"/>
              </a:defRPr>
            </a:lvl3pPr>
            <a:lvl4pPr>
              <a:defRPr sz="2850" b="0">
                <a:solidFill>
                  <a:srgbClr val="FFFFFF"/>
                </a:solidFill>
                <a:latin typeface="PingFang SC"/>
                <a:ea typeface="PingFang SC"/>
                <a:cs typeface="PingFang SC"/>
              </a:defRPr>
            </a:lvl4pPr>
            <a:lvl5pPr>
              <a:defRPr sz="2850" b="0">
                <a:solidFill>
                  <a:srgbClr val="FFFFFF"/>
                </a:solidFill>
                <a:latin typeface="PingFang SC"/>
                <a:ea typeface="PingFang SC"/>
                <a:cs typeface="PingFang SC"/>
              </a:defRPr>
            </a:lvl5pPr>
            <a:lvl6pPr>
              <a:defRPr sz="2850" b="0">
                <a:solidFill>
                  <a:srgbClr val="FFFFFF"/>
                </a:solidFill>
                <a:latin typeface="PingFang SC"/>
                <a:ea typeface="PingFang SC"/>
                <a:cs typeface="PingFang SC"/>
              </a:defRPr>
            </a:lvl6pPr>
            <a:lvl7pPr>
              <a:defRPr sz="2850" b="0">
                <a:solidFill>
                  <a:srgbClr val="FFFFFF"/>
                </a:solidFill>
                <a:latin typeface="PingFang SC"/>
                <a:ea typeface="PingFang SC"/>
                <a:cs typeface="PingFang SC"/>
              </a:defRPr>
            </a:lvl7pPr>
            <a:lvl8pPr>
              <a:defRPr sz="2850" b="0">
                <a:solidFill>
                  <a:srgbClr val="FFFFFF"/>
                </a:solidFill>
                <a:latin typeface="PingFang SC"/>
                <a:ea typeface="PingFang SC"/>
                <a:cs typeface="PingFang SC"/>
              </a:defRPr>
            </a:lvl8pPr>
            <a:lvl9pPr>
              <a:defRPr sz="2850" b="0">
                <a:solidFill>
                  <a:srgbClr val="FFFFFF"/>
                </a:solidFill>
                <a:latin typeface="PingFang SC"/>
                <a:ea typeface="PingFang SC"/>
                <a:cs typeface="PingFang SC"/>
              </a:defRPr>
            </a:lvl9pPr>
          </a:lstStyle>
          <a:p xmlns:a="http://schemas.openxmlformats.org/drawingml/2006/main">
            <a:pPr>
              <a:defRPr sz="2850" b="0">
                <a:solidFill>
                  <a:srgbClr val="FFFFFF"/>
                </a:solidFill>
                <a:latin typeface="PingFang SC"/>
                <a:ea typeface="PingFang SC"/>
                <a:cs typeface="PingFang SC"/>
              </a:defRPr>
            </a:pPr>
            <a:r>
              <a:rPr sz="2850" b="0">
                <a:solidFill>
                  <a:srgbClr val="FFFFFF"/>
                </a:solidFill>
                <a:latin typeface="PingFang SC"/>
                <a:ea typeface="PingFang SC"/>
                <a:cs typeface="PingFang SC"/>
              </a:rPr>
              <a:t>Call change_actor("ayane")</a:t>
            </a:r>
          </a:p>
        </p:txBody>
      </p:sp>
      <p:sp>
        <p:nvSpPr>
          <p:cNvPr id="6" name="body-3">
            <a:extLst xmlns:a="http://schemas.openxmlformats.org/drawingml/2006/main">
              <a:ext uri="{FF2B5EF4-FFF2-40B4-BE49-F238E27FC236}">
                <a16:creationId xmlns:a16="http://schemas.microsoft.com/office/drawing/2014/main" id="{5DFF399C-097F-48C9-8ED3-E5955C750DA3}"/>
              </a:ext>
            </a:extLst>
          </p:cNvPr>
          <p:cNvSpPr>
            <a:spLocks xmlns:a="http://schemas.openxmlformats.org/drawingml/2006/main" noGrp="1"/>
          </p:cNvSpPr>
          <p:nvPr/>
        </p:nvSpPr>
        <p:spPr>
          <a:xfrm xmlns:a="http://schemas.openxmlformats.org/drawingml/2006/main">
            <a:off x="800100" y="3267075"/>
            <a:ext cx="10477500" cy="5356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850" b="0">
                <a:solidFill>
                  <a:srgbClr val="FFFFFF"/>
                </a:solidFill>
                <a:latin typeface="PingFang SC"/>
                <a:ea typeface="PingFang SC"/>
                <a:cs typeface="PingFang SC"/>
              </a:defRPr>
            </a:defPPr>
            <a:lvl1pPr>
              <a:defRPr sz="2850" b="0">
                <a:solidFill>
                  <a:srgbClr val="FFFFFF"/>
                </a:solidFill>
                <a:latin typeface="PingFang SC"/>
                <a:ea typeface="PingFang SC"/>
                <a:cs typeface="PingFang SC"/>
              </a:defRPr>
            </a:lvl1pPr>
            <a:lvl2pPr>
              <a:defRPr sz="2850" b="0">
                <a:solidFill>
                  <a:srgbClr val="FFFFFF"/>
                </a:solidFill>
                <a:latin typeface="PingFang SC"/>
                <a:ea typeface="PingFang SC"/>
                <a:cs typeface="PingFang SC"/>
              </a:defRPr>
            </a:lvl2pPr>
            <a:lvl3pPr>
              <a:defRPr sz="2850" b="0">
                <a:solidFill>
                  <a:srgbClr val="FFFFFF"/>
                </a:solidFill>
                <a:latin typeface="PingFang SC"/>
                <a:ea typeface="PingFang SC"/>
                <a:cs typeface="PingFang SC"/>
              </a:defRPr>
            </a:lvl3pPr>
            <a:lvl4pPr>
              <a:defRPr sz="2850" b="0">
                <a:solidFill>
                  <a:srgbClr val="FFFFFF"/>
                </a:solidFill>
                <a:latin typeface="PingFang SC"/>
                <a:ea typeface="PingFang SC"/>
                <a:cs typeface="PingFang SC"/>
              </a:defRPr>
            </a:lvl4pPr>
            <a:lvl5pPr>
              <a:defRPr sz="2850" b="0">
                <a:solidFill>
                  <a:srgbClr val="FFFFFF"/>
                </a:solidFill>
                <a:latin typeface="PingFang SC"/>
                <a:ea typeface="PingFang SC"/>
                <a:cs typeface="PingFang SC"/>
              </a:defRPr>
            </a:lvl5pPr>
            <a:lvl6pPr>
              <a:defRPr sz="2850" b="0">
                <a:solidFill>
                  <a:srgbClr val="FFFFFF"/>
                </a:solidFill>
                <a:latin typeface="PingFang SC"/>
                <a:ea typeface="PingFang SC"/>
                <a:cs typeface="PingFang SC"/>
              </a:defRPr>
            </a:lvl6pPr>
            <a:lvl7pPr>
              <a:defRPr sz="2850" b="0">
                <a:solidFill>
                  <a:srgbClr val="FFFFFF"/>
                </a:solidFill>
                <a:latin typeface="PingFang SC"/>
                <a:ea typeface="PingFang SC"/>
                <a:cs typeface="PingFang SC"/>
              </a:defRPr>
            </a:lvl7pPr>
            <a:lvl8pPr>
              <a:defRPr sz="2850" b="0">
                <a:solidFill>
                  <a:srgbClr val="FFFFFF"/>
                </a:solidFill>
                <a:latin typeface="PingFang SC"/>
                <a:ea typeface="PingFang SC"/>
                <a:cs typeface="PingFang SC"/>
              </a:defRPr>
            </a:lvl8pPr>
            <a:lvl9pPr>
              <a:defRPr sz="2850" b="0">
                <a:solidFill>
                  <a:srgbClr val="FFFFFF"/>
                </a:solidFill>
                <a:latin typeface="PingFang SC"/>
                <a:ea typeface="PingFang SC"/>
                <a:cs typeface="PingFang SC"/>
              </a:defRPr>
            </a:lvl9pPr>
          </a:lstStyle>
          <a:p xmlns:a="http://schemas.openxmlformats.org/drawingml/2006/main">
            <a:pPr>
              <a:defRPr sz="2850" b="0">
                <a:solidFill>
                  <a:srgbClr val="FFFFFF"/>
                </a:solidFill>
                <a:latin typeface="PingFang SC"/>
                <a:ea typeface="PingFang SC"/>
                <a:cs typeface="PingFang SC"/>
              </a:defRPr>
            </a:pPr>
            <a:r>
              <a:rPr sz="2850" b="0">
                <a:solidFill>
                  <a:srgbClr val="FFFFFF"/>
                </a:solidFill>
                <a:latin typeface="PingFang SC"/>
                <a:ea typeface="PingFang SC"/>
                <a:cs typeface="PingFang SC"/>
              </a:rPr>
              <a:t>Print the updated information</a:t>
            </a:r>
          </a:p>
        </p:txBody>
      </p:sp>
      <p:sp>
        <p:nvSpPr>
          <p:cNvPr id="7" name="body-4">
            <a:extLst xmlns:a="http://schemas.openxmlformats.org/drawingml/2006/main">
              <a:ext uri="{FF2B5EF4-FFF2-40B4-BE49-F238E27FC236}">
                <a16:creationId xmlns:a16="http://schemas.microsoft.com/office/drawing/2014/main" id="{DA4EF247-1D47-4F27-8124-739FDD453FB0}"/>
              </a:ext>
            </a:extLst>
          </p:cNvPr>
          <p:cNvSpPr>
            <a:spLocks xmlns:a="http://schemas.openxmlformats.org/drawingml/2006/main" noGrp="1"/>
          </p:cNvSpPr>
          <p:nvPr/>
        </p:nvSpPr>
        <p:spPr>
          <a:xfrm xmlns:a="http://schemas.openxmlformats.org/drawingml/2006/main">
            <a:off x="800100" y="3781425"/>
            <a:ext cx="10477500" cy="5356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850" b="0">
                <a:solidFill>
                  <a:srgbClr val="FFFFFF"/>
                </a:solidFill>
                <a:latin typeface="PingFang SC"/>
                <a:ea typeface="PingFang SC"/>
                <a:cs typeface="PingFang SC"/>
              </a:defRPr>
            </a:defPPr>
            <a:lvl1pPr>
              <a:defRPr sz="2850" b="0">
                <a:solidFill>
                  <a:srgbClr val="FFFFFF"/>
                </a:solidFill>
                <a:latin typeface="PingFang SC"/>
                <a:ea typeface="PingFang SC"/>
                <a:cs typeface="PingFang SC"/>
              </a:defRPr>
            </a:lvl1pPr>
            <a:lvl2pPr>
              <a:defRPr sz="2850" b="0">
                <a:solidFill>
                  <a:srgbClr val="FFFFFF"/>
                </a:solidFill>
                <a:latin typeface="PingFang SC"/>
                <a:ea typeface="PingFang SC"/>
                <a:cs typeface="PingFang SC"/>
              </a:defRPr>
            </a:lvl2pPr>
            <a:lvl3pPr>
              <a:defRPr sz="2850" b="0">
                <a:solidFill>
                  <a:srgbClr val="FFFFFF"/>
                </a:solidFill>
                <a:latin typeface="PingFang SC"/>
                <a:ea typeface="PingFang SC"/>
                <a:cs typeface="PingFang SC"/>
              </a:defRPr>
            </a:lvl3pPr>
            <a:lvl4pPr>
              <a:defRPr sz="2850" b="0">
                <a:solidFill>
                  <a:srgbClr val="FFFFFF"/>
                </a:solidFill>
                <a:latin typeface="PingFang SC"/>
                <a:ea typeface="PingFang SC"/>
                <a:cs typeface="PingFang SC"/>
              </a:defRPr>
            </a:lvl4pPr>
            <a:lvl5pPr>
              <a:defRPr sz="2850" b="0">
                <a:solidFill>
                  <a:srgbClr val="FFFFFF"/>
                </a:solidFill>
                <a:latin typeface="PingFang SC"/>
                <a:ea typeface="PingFang SC"/>
                <a:cs typeface="PingFang SC"/>
              </a:defRPr>
            </a:lvl5pPr>
            <a:lvl6pPr>
              <a:defRPr sz="2850" b="0">
                <a:solidFill>
                  <a:srgbClr val="FFFFFF"/>
                </a:solidFill>
                <a:latin typeface="PingFang SC"/>
                <a:ea typeface="PingFang SC"/>
                <a:cs typeface="PingFang SC"/>
              </a:defRPr>
            </a:lvl6pPr>
            <a:lvl7pPr>
              <a:defRPr sz="2850" b="0">
                <a:solidFill>
                  <a:srgbClr val="FFFFFF"/>
                </a:solidFill>
                <a:latin typeface="PingFang SC"/>
                <a:ea typeface="PingFang SC"/>
                <a:cs typeface="PingFang SC"/>
              </a:defRPr>
            </a:lvl7pPr>
            <a:lvl8pPr>
              <a:defRPr sz="2850" b="0">
                <a:solidFill>
                  <a:srgbClr val="FFFFFF"/>
                </a:solidFill>
                <a:latin typeface="PingFang SC"/>
                <a:ea typeface="PingFang SC"/>
                <a:cs typeface="PingFang SC"/>
              </a:defRPr>
            </a:lvl8pPr>
            <a:lvl9pPr>
              <a:defRPr sz="2850" b="0">
                <a:solidFill>
                  <a:srgbClr val="FFFFFF"/>
                </a:solidFill>
                <a:latin typeface="PingFang SC"/>
                <a:ea typeface="PingFang SC"/>
                <a:cs typeface="PingFang SC"/>
              </a:defRPr>
            </a:lvl9pPr>
          </a:lstStyle>
          <a:p xmlns:a="http://schemas.openxmlformats.org/drawingml/2006/main">
            <a:pPr>
              <a:defRPr sz="2850" b="0">
                <a:solidFill>
                  <a:srgbClr val="FFFFFF"/>
                </a:solidFill>
                <a:latin typeface="PingFang SC"/>
                <a:ea typeface="PingFang SC"/>
                <a:cs typeface="PingFang SC"/>
              </a:defRPr>
            </a:pPr>
            <a:r>
              <a:rPr sz="2850" b="0">
                <a:solidFill>
                  <a:srgbClr val="FFFFFF"/>
                </a:solidFill>
                <a:latin typeface="PingFang SC"/>
                <a:ea typeface="PingFang SC"/>
                <a:cs typeface="PingFang SC"/>
              </a:rPr>
              <a:t>Explain why main cannot directly change the protected field</a:t>
            </a:r>
          </a:p>
        </p:txBody>
      </p:sp>
    </p:spTree>
    <p:extLst>
      <p:ext uri="{BB962C8B-B14F-4D97-AF65-F5344CB8AC3E}">
        <p14:creationId xmlns:p14="http://schemas.microsoft.com/office/powerpoint/2010/main" val="1390992731"/>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brand">
            <a:extLst xmlns:a="http://schemas.openxmlformats.org/drawingml/2006/main">
              <a:ext uri="{FF2B5EF4-FFF2-40B4-BE49-F238E27FC236}">
                <a16:creationId xmlns:a16="http://schemas.microsoft.com/office/drawing/2014/main" id="{D8D18E6C-2F4F-48B3-9611-B5A2FDD16A4F}"/>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15136DCC-2638-4C26-9FE2-83F03F2A6105}"/>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57 / 63</a:t>
            </a:r>
          </a:p>
        </p:txBody>
      </p:sp>
      <p:sp>
        <p:nvSpPr>
          <p:cNvPr id="3" name="heading-1">
            <a:extLst xmlns:a="http://schemas.openxmlformats.org/drawingml/2006/main">
              <a:ext uri="{FF2B5EF4-FFF2-40B4-BE49-F238E27FC236}">
                <a16:creationId xmlns:a16="http://schemas.microsoft.com/office/drawing/2014/main" id="{391E65D2-58FD-406F-9B9A-50DEFFB7F84C}"/>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Tracing class_band</a:t>
            </a:r>
          </a:p>
        </p:txBody>
      </p:sp>
      <p:sp>
        <p:nvSpPr>
          <p:cNvPr id="4" name="body-1">
            <a:extLst xmlns:a="http://schemas.openxmlformats.org/drawingml/2006/main">
              <a:ext uri="{FF2B5EF4-FFF2-40B4-BE49-F238E27FC236}">
                <a16:creationId xmlns:a16="http://schemas.microsoft.com/office/drawing/2014/main" id="{53B8609A-4578-42C0-A3F9-30E7FC00E2AF}"/>
              </a:ext>
            </a:extLst>
          </p:cNvPr>
          <p:cNvSpPr>
            <a:spLocks xmlns:a="http://schemas.openxmlformats.org/drawingml/2006/main" noGrp="1"/>
          </p:cNvSpPr>
          <p:nvPr/>
        </p:nvSpPr>
        <p:spPr>
          <a:xfrm xmlns:a="http://schemas.openxmlformats.org/drawingml/2006/main">
            <a:off x="800100" y="2238375"/>
            <a:ext cx="10477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11111"/>
                </a:solidFill>
                <a:latin typeface="PingFang SC"/>
                <a:ea typeface="PingFang SC"/>
                <a:cs typeface="PingFang SC"/>
              </a:defRPr>
            </a:defPPr>
            <a:lvl1pPr>
              <a:defRPr sz="2700" b="0">
                <a:solidFill>
                  <a:srgbClr val="111111"/>
                </a:solidFill>
                <a:latin typeface="PingFang SC"/>
                <a:ea typeface="PingFang SC"/>
                <a:cs typeface="PingFang SC"/>
              </a:defRPr>
            </a:lvl1pPr>
            <a:lvl2pPr>
              <a:defRPr sz="2700" b="0">
                <a:solidFill>
                  <a:srgbClr val="111111"/>
                </a:solidFill>
                <a:latin typeface="PingFang SC"/>
                <a:ea typeface="PingFang SC"/>
                <a:cs typeface="PingFang SC"/>
              </a:defRPr>
            </a:lvl2pPr>
            <a:lvl3pPr>
              <a:defRPr sz="2700" b="0">
                <a:solidFill>
                  <a:srgbClr val="111111"/>
                </a:solidFill>
                <a:latin typeface="PingFang SC"/>
                <a:ea typeface="PingFang SC"/>
                <a:cs typeface="PingFang SC"/>
              </a:defRPr>
            </a:lvl3pPr>
            <a:lvl4pPr>
              <a:defRPr sz="2700" b="0">
                <a:solidFill>
                  <a:srgbClr val="111111"/>
                </a:solidFill>
                <a:latin typeface="PingFang SC"/>
                <a:ea typeface="PingFang SC"/>
                <a:cs typeface="PingFang SC"/>
              </a:defRPr>
            </a:lvl4pPr>
            <a:lvl5pPr>
              <a:defRPr sz="2700" b="0">
                <a:solidFill>
                  <a:srgbClr val="111111"/>
                </a:solidFill>
                <a:latin typeface="PingFang SC"/>
                <a:ea typeface="PingFang SC"/>
                <a:cs typeface="PingFang SC"/>
              </a:defRPr>
            </a:lvl5pPr>
            <a:lvl6pPr>
              <a:defRPr sz="2700" b="0">
                <a:solidFill>
                  <a:srgbClr val="111111"/>
                </a:solidFill>
                <a:latin typeface="PingFang SC"/>
                <a:ea typeface="PingFang SC"/>
                <a:cs typeface="PingFang SC"/>
              </a:defRPr>
            </a:lvl6pPr>
            <a:lvl7pPr>
              <a:defRPr sz="2700" b="0">
                <a:solidFill>
                  <a:srgbClr val="111111"/>
                </a:solidFill>
                <a:latin typeface="PingFang SC"/>
                <a:ea typeface="PingFang SC"/>
                <a:cs typeface="PingFang SC"/>
              </a:defRPr>
            </a:lvl7pPr>
            <a:lvl8pPr>
              <a:defRPr sz="2700" b="0">
                <a:solidFill>
                  <a:srgbClr val="111111"/>
                </a:solidFill>
                <a:latin typeface="PingFang SC"/>
                <a:ea typeface="PingFang SC"/>
                <a:cs typeface="PingFang SC"/>
              </a:defRPr>
            </a:lvl8pPr>
            <a:lvl9pPr>
              <a:defRPr sz="2700" b="0">
                <a:solidFill>
                  <a:srgbClr val="111111"/>
                </a:solidFill>
                <a:latin typeface="PingFang SC"/>
                <a:ea typeface="PingFang SC"/>
                <a:cs typeface="PingFang SC"/>
              </a:defRPr>
            </a:lvl9pPr>
          </a:lstStyle>
          <a:p xmlns:a="http://schemas.openxmlformats.org/drawingml/2006/main">
            <a:pPr>
              <a:defRPr sz="2700" b="0">
                <a:solidFill>
                  <a:srgbClr val="111111"/>
                </a:solidFill>
                <a:latin typeface="PingFang SC"/>
                <a:ea typeface="PingFang SC"/>
                <a:cs typeface="PingFang SC"/>
              </a:defRPr>
            </a:pPr>
            <a:r>
              <a:rPr sz="2700" b="0">
                <a:solidFill>
                  <a:srgbClr val="111111"/>
                </a:solidFill>
                <a:latin typeface="PingFang SC"/>
                <a:ea typeface="PingFang SC"/>
                <a:cs typeface="PingFang SC"/>
              </a:rPr>
              <a:t>ave_mujica: construct, print_info, live</a:t>
            </a:r>
          </a:p>
        </p:txBody>
      </p:sp>
      <p:sp>
        <p:nvSpPr>
          <p:cNvPr id="5" name="body-2">
            <a:extLst xmlns:a="http://schemas.openxmlformats.org/drawingml/2006/main">
              <a:ext uri="{FF2B5EF4-FFF2-40B4-BE49-F238E27FC236}">
                <a16:creationId xmlns:a16="http://schemas.microsoft.com/office/drawing/2014/main" id="{7391F30A-B463-48B1-BAAD-69C94AEC5030}"/>
              </a:ext>
            </a:extLst>
          </p:cNvPr>
          <p:cNvSpPr>
            <a:spLocks xmlns:a="http://schemas.openxmlformats.org/drawingml/2006/main" noGrp="1"/>
          </p:cNvSpPr>
          <p:nvPr/>
        </p:nvSpPr>
        <p:spPr>
          <a:xfrm xmlns:a="http://schemas.openxmlformats.org/drawingml/2006/main">
            <a:off x="800100" y="2752725"/>
            <a:ext cx="10477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11111"/>
                </a:solidFill>
                <a:latin typeface="PingFang SC"/>
                <a:ea typeface="PingFang SC"/>
                <a:cs typeface="PingFang SC"/>
              </a:defRPr>
            </a:defPPr>
            <a:lvl1pPr>
              <a:defRPr sz="2700" b="0">
                <a:solidFill>
                  <a:srgbClr val="111111"/>
                </a:solidFill>
                <a:latin typeface="PingFang SC"/>
                <a:ea typeface="PingFang SC"/>
                <a:cs typeface="PingFang SC"/>
              </a:defRPr>
            </a:lvl1pPr>
            <a:lvl2pPr>
              <a:defRPr sz="2700" b="0">
                <a:solidFill>
                  <a:srgbClr val="111111"/>
                </a:solidFill>
                <a:latin typeface="PingFang SC"/>
                <a:ea typeface="PingFang SC"/>
                <a:cs typeface="PingFang SC"/>
              </a:defRPr>
            </a:lvl2pPr>
            <a:lvl3pPr>
              <a:defRPr sz="2700" b="0">
                <a:solidFill>
                  <a:srgbClr val="111111"/>
                </a:solidFill>
                <a:latin typeface="PingFang SC"/>
                <a:ea typeface="PingFang SC"/>
                <a:cs typeface="PingFang SC"/>
              </a:defRPr>
            </a:lvl3pPr>
            <a:lvl4pPr>
              <a:defRPr sz="2700" b="0">
                <a:solidFill>
                  <a:srgbClr val="111111"/>
                </a:solidFill>
                <a:latin typeface="PingFang SC"/>
                <a:ea typeface="PingFang SC"/>
                <a:cs typeface="PingFang SC"/>
              </a:defRPr>
            </a:lvl4pPr>
            <a:lvl5pPr>
              <a:defRPr sz="2700" b="0">
                <a:solidFill>
                  <a:srgbClr val="111111"/>
                </a:solidFill>
                <a:latin typeface="PingFang SC"/>
                <a:ea typeface="PingFang SC"/>
                <a:cs typeface="PingFang SC"/>
              </a:defRPr>
            </a:lvl5pPr>
            <a:lvl6pPr>
              <a:defRPr sz="2700" b="0">
                <a:solidFill>
                  <a:srgbClr val="111111"/>
                </a:solidFill>
                <a:latin typeface="PingFang SC"/>
                <a:ea typeface="PingFang SC"/>
                <a:cs typeface="PingFang SC"/>
              </a:defRPr>
            </a:lvl6pPr>
            <a:lvl7pPr>
              <a:defRPr sz="2700" b="0">
                <a:solidFill>
                  <a:srgbClr val="111111"/>
                </a:solidFill>
                <a:latin typeface="PingFang SC"/>
                <a:ea typeface="PingFang SC"/>
                <a:cs typeface="PingFang SC"/>
              </a:defRPr>
            </a:lvl7pPr>
            <a:lvl8pPr>
              <a:defRPr sz="2700" b="0">
                <a:solidFill>
                  <a:srgbClr val="111111"/>
                </a:solidFill>
                <a:latin typeface="PingFang SC"/>
                <a:ea typeface="PingFang SC"/>
                <a:cs typeface="PingFang SC"/>
              </a:defRPr>
            </a:lvl8pPr>
            <a:lvl9pPr>
              <a:defRPr sz="2700" b="0">
                <a:solidFill>
                  <a:srgbClr val="111111"/>
                </a:solidFill>
                <a:latin typeface="PingFang SC"/>
                <a:ea typeface="PingFang SC"/>
                <a:cs typeface="PingFang SC"/>
              </a:defRPr>
            </a:lvl9pPr>
          </a:lstStyle>
          <a:p xmlns:a="http://schemas.openxmlformats.org/drawingml/2006/main">
            <a:pPr>
              <a:defRPr sz="2700" b="0">
                <a:solidFill>
                  <a:srgbClr val="111111"/>
                </a:solidFill>
                <a:latin typeface="PingFang SC"/>
                <a:ea typeface="PingFang SC"/>
                <a:cs typeface="PingFang SC"/>
              </a:defRPr>
            </a:pPr>
            <a:r>
              <a:rPr sz="2700" b="0">
                <a:solidFill>
                  <a:srgbClr val="111111"/>
                </a:solidFill>
                <a:latin typeface="PingFang SC"/>
                <a:ea typeface="PingFang SC"/>
                <a:cs typeface="PingFang SC"/>
              </a:rPr>
              <a:t>live_bands: append two bands, iterate</a:t>
            </a:r>
          </a:p>
        </p:txBody>
      </p:sp>
      <p:sp>
        <p:nvSpPr>
          <p:cNvPr id="6" name="body-3">
            <a:extLst xmlns:a="http://schemas.openxmlformats.org/drawingml/2006/main">
              <a:ext uri="{FF2B5EF4-FFF2-40B4-BE49-F238E27FC236}">
                <a16:creationId xmlns:a16="http://schemas.microsoft.com/office/drawing/2014/main" id="{D251493F-2294-442E-8855-9F0125A7CF0C}"/>
              </a:ext>
            </a:extLst>
          </p:cNvPr>
          <p:cNvSpPr>
            <a:spLocks xmlns:a="http://schemas.openxmlformats.org/drawingml/2006/main" noGrp="1"/>
          </p:cNvSpPr>
          <p:nvPr/>
        </p:nvSpPr>
        <p:spPr>
          <a:xfrm xmlns:a="http://schemas.openxmlformats.org/drawingml/2006/main">
            <a:off x="800100" y="3267075"/>
            <a:ext cx="10477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11111"/>
                </a:solidFill>
                <a:latin typeface="PingFang SC"/>
                <a:ea typeface="PingFang SC"/>
                <a:cs typeface="PingFang SC"/>
              </a:defRPr>
            </a:defPPr>
            <a:lvl1pPr>
              <a:defRPr sz="2700" b="0">
                <a:solidFill>
                  <a:srgbClr val="111111"/>
                </a:solidFill>
                <a:latin typeface="PingFang SC"/>
                <a:ea typeface="PingFang SC"/>
                <a:cs typeface="PingFang SC"/>
              </a:defRPr>
            </a:lvl1pPr>
            <a:lvl2pPr>
              <a:defRPr sz="2700" b="0">
                <a:solidFill>
                  <a:srgbClr val="111111"/>
                </a:solidFill>
                <a:latin typeface="PingFang SC"/>
                <a:ea typeface="PingFang SC"/>
                <a:cs typeface="PingFang SC"/>
              </a:defRPr>
            </a:lvl2pPr>
            <a:lvl3pPr>
              <a:defRPr sz="2700" b="0">
                <a:solidFill>
                  <a:srgbClr val="111111"/>
                </a:solidFill>
                <a:latin typeface="PingFang SC"/>
                <a:ea typeface="PingFang SC"/>
                <a:cs typeface="PingFang SC"/>
              </a:defRPr>
            </a:lvl3pPr>
            <a:lvl4pPr>
              <a:defRPr sz="2700" b="0">
                <a:solidFill>
                  <a:srgbClr val="111111"/>
                </a:solidFill>
                <a:latin typeface="PingFang SC"/>
                <a:ea typeface="PingFang SC"/>
                <a:cs typeface="PingFang SC"/>
              </a:defRPr>
            </a:lvl4pPr>
            <a:lvl5pPr>
              <a:defRPr sz="2700" b="0">
                <a:solidFill>
                  <a:srgbClr val="111111"/>
                </a:solidFill>
                <a:latin typeface="PingFang SC"/>
                <a:ea typeface="PingFang SC"/>
                <a:cs typeface="PingFang SC"/>
              </a:defRPr>
            </a:lvl5pPr>
            <a:lvl6pPr>
              <a:defRPr sz="2700" b="0">
                <a:solidFill>
                  <a:srgbClr val="111111"/>
                </a:solidFill>
                <a:latin typeface="PingFang SC"/>
                <a:ea typeface="PingFang SC"/>
                <a:cs typeface="PingFang SC"/>
              </a:defRPr>
            </a:lvl6pPr>
            <a:lvl7pPr>
              <a:defRPr sz="2700" b="0">
                <a:solidFill>
                  <a:srgbClr val="111111"/>
                </a:solidFill>
                <a:latin typeface="PingFang SC"/>
                <a:ea typeface="PingFang SC"/>
                <a:cs typeface="PingFang SC"/>
              </a:defRPr>
            </a:lvl7pPr>
            <a:lvl8pPr>
              <a:defRPr sz="2700" b="0">
                <a:solidFill>
                  <a:srgbClr val="111111"/>
                </a:solidFill>
                <a:latin typeface="PingFang SC"/>
                <a:ea typeface="PingFang SC"/>
                <a:cs typeface="PingFang SC"/>
              </a:defRPr>
            </a:lvl8pPr>
            <a:lvl9pPr>
              <a:defRPr sz="2700" b="0">
                <a:solidFill>
                  <a:srgbClr val="111111"/>
                </a:solidFill>
                <a:latin typeface="PingFang SC"/>
                <a:ea typeface="PingFang SC"/>
                <a:cs typeface="PingFang SC"/>
              </a:defRPr>
            </a:lvl9pPr>
          </a:lstStyle>
          <a:p xmlns:a="http://schemas.openxmlformats.org/drawingml/2006/main">
            <a:pPr>
              <a:defRPr sz="2700" b="0">
                <a:solidFill>
                  <a:srgbClr val="111111"/>
                </a:solidFill>
                <a:latin typeface="PingFang SC"/>
                <a:ea typeface="PingFang SC"/>
                <a:cs typeface="PingFang SC"/>
              </a:defRPr>
            </a:pPr>
            <a:r>
              <a:rPr sz="2700" b="0">
                <a:solidFill>
                  <a:srgbClr val="111111"/>
                </a:solidFill>
                <a:latin typeface="PingFang SC"/>
                <a:ea typeface="PingFang SC"/>
                <a:cs typeface="PingFang SC"/>
              </a:rPr>
              <a:t>ave_mujica: get_guitar, change keyboard</a:t>
            </a:r>
          </a:p>
        </p:txBody>
      </p:sp>
      <p:sp>
        <p:nvSpPr>
          <p:cNvPr id="7" name="body-4">
            <a:extLst xmlns:a="http://schemas.openxmlformats.org/drawingml/2006/main">
              <a:ext uri="{FF2B5EF4-FFF2-40B4-BE49-F238E27FC236}">
                <a16:creationId xmlns:a16="http://schemas.microsoft.com/office/drawing/2014/main" id="{EE8FF377-805E-4E17-A4D0-67A882D1BF95}"/>
              </a:ext>
            </a:extLst>
          </p:cNvPr>
          <p:cNvSpPr>
            <a:spLocks xmlns:a="http://schemas.openxmlformats.org/drawingml/2006/main" noGrp="1"/>
          </p:cNvSpPr>
          <p:nvPr/>
        </p:nvSpPr>
        <p:spPr>
          <a:xfrm xmlns:a="http://schemas.openxmlformats.org/drawingml/2006/main">
            <a:off x="800100" y="3781425"/>
            <a:ext cx="10477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11111"/>
                </a:solidFill>
                <a:latin typeface="PingFang SC"/>
                <a:ea typeface="PingFang SC"/>
                <a:cs typeface="PingFang SC"/>
              </a:defRPr>
            </a:defPPr>
            <a:lvl1pPr>
              <a:defRPr sz="2700" b="0">
                <a:solidFill>
                  <a:srgbClr val="111111"/>
                </a:solidFill>
                <a:latin typeface="PingFang SC"/>
                <a:ea typeface="PingFang SC"/>
                <a:cs typeface="PingFang SC"/>
              </a:defRPr>
            </a:lvl1pPr>
            <a:lvl2pPr>
              <a:defRPr sz="2700" b="0">
                <a:solidFill>
                  <a:srgbClr val="111111"/>
                </a:solidFill>
                <a:latin typeface="PingFang SC"/>
                <a:ea typeface="PingFang SC"/>
                <a:cs typeface="PingFang SC"/>
              </a:defRPr>
            </a:lvl2pPr>
            <a:lvl3pPr>
              <a:defRPr sz="2700" b="0">
                <a:solidFill>
                  <a:srgbClr val="111111"/>
                </a:solidFill>
                <a:latin typeface="PingFang SC"/>
                <a:ea typeface="PingFang SC"/>
                <a:cs typeface="PingFang SC"/>
              </a:defRPr>
            </a:lvl3pPr>
            <a:lvl4pPr>
              <a:defRPr sz="2700" b="0">
                <a:solidFill>
                  <a:srgbClr val="111111"/>
                </a:solidFill>
                <a:latin typeface="PingFang SC"/>
                <a:ea typeface="PingFang SC"/>
                <a:cs typeface="PingFang SC"/>
              </a:defRPr>
            </a:lvl4pPr>
            <a:lvl5pPr>
              <a:defRPr sz="2700" b="0">
                <a:solidFill>
                  <a:srgbClr val="111111"/>
                </a:solidFill>
                <a:latin typeface="PingFang SC"/>
                <a:ea typeface="PingFang SC"/>
                <a:cs typeface="PingFang SC"/>
              </a:defRPr>
            </a:lvl5pPr>
            <a:lvl6pPr>
              <a:defRPr sz="2700" b="0">
                <a:solidFill>
                  <a:srgbClr val="111111"/>
                </a:solidFill>
                <a:latin typeface="PingFang SC"/>
                <a:ea typeface="PingFang SC"/>
                <a:cs typeface="PingFang SC"/>
              </a:defRPr>
            </a:lvl6pPr>
            <a:lvl7pPr>
              <a:defRPr sz="2700" b="0">
                <a:solidFill>
                  <a:srgbClr val="111111"/>
                </a:solidFill>
                <a:latin typeface="PingFang SC"/>
                <a:ea typeface="PingFang SC"/>
                <a:cs typeface="PingFang SC"/>
              </a:defRPr>
            </a:lvl7pPr>
            <a:lvl8pPr>
              <a:defRPr sz="2700" b="0">
                <a:solidFill>
                  <a:srgbClr val="111111"/>
                </a:solidFill>
                <a:latin typeface="PingFang SC"/>
                <a:ea typeface="PingFang SC"/>
                <a:cs typeface="PingFang SC"/>
              </a:defRPr>
            </a:lvl8pPr>
            <a:lvl9pPr>
              <a:defRPr sz="2700" b="0">
                <a:solidFill>
                  <a:srgbClr val="111111"/>
                </a:solidFill>
                <a:latin typeface="PingFang SC"/>
                <a:ea typeface="PingFang SC"/>
                <a:cs typeface="PingFang SC"/>
              </a:defRPr>
            </a:lvl9pPr>
          </a:lstStyle>
          <a:p xmlns:a="http://schemas.openxmlformats.org/drawingml/2006/main">
            <a:pPr>
              <a:defRPr sz="2700" b="0">
                <a:solidFill>
                  <a:srgbClr val="111111"/>
                </a:solidFill>
                <a:latin typeface="PingFang SC"/>
                <a:ea typeface="PingFang SC"/>
                <a:cs typeface="PingFang SC"/>
              </a:defRPr>
            </a:pPr>
            <a:r>
              <a:rPr sz="2700" b="0">
                <a:solidFill>
                  <a:srgbClr val="111111"/>
                </a:solidFill>
                <a:latin typeface="PingFang SC"/>
                <a:ea typeface="PingFang SC"/>
                <a:cs typeface="PingFang SC"/>
              </a:rPr>
              <a:t>morfonica and lovelive: construct, change actor</a:t>
            </a:r>
          </a:p>
        </p:txBody>
      </p:sp>
    </p:spTree>
    <p:extLst>
      <p:ext uri="{BB962C8B-B14F-4D97-AF65-F5344CB8AC3E}">
        <p14:creationId xmlns:p14="http://schemas.microsoft.com/office/powerpoint/2010/main" val="227326165"/>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brand">
            <a:extLst xmlns:a="http://schemas.openxmlformats.org/drawingml/2006/main">
              <a:ext uri="{FF2B5EF4-FFF2-40B4-BE49-F238E27FC236}">
                <a16:creationId xmlns:a16="http://schemas.microsoft.com/office/drawing/2014/main" id="{BD65C701-9288-4D7B-9B58-0C385E290886}"/>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B3929EDE-44D5-4788-B662-0775BECF5CC9}"/>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58 / 63</a:t>
            </a:r>
          </a:p>
        </p:txBody>
      </p:sp>
      <p:sp>
        <p:nvSpPr>
          <p:cNvPr id="3" name="heading-1">
            <a:extLst xmlns:a="http://schemas.openxmlformats.org/drawingml/2006/main">
              <a:ext uri="{FF2B5EF4-FFF2-40B4-BE49-F238E27FC236}">
                <a16:creationId xmlns:a16="http://schemas.microsoft.com/office/drawing/2014/main" id="{96DAB9EA-5239-4E87-B5DD-FC5C5FD87DC6}"/>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Core lesson review</a:t>
            </a:r>
          </a:p>
        </p:txBody>
      </p:sp>
      <p:sp>
        <p:nvSpPr>
          <p:cNvPr id="4" name="body-1">
            <a:extLst xmlns:a="http://schemas.openxmlformats.org/drawingml/2006/main">
              <a:ext uri="{FF2B5EF4-FFF2-40B4-BE49-F238E27FC236}">
                <a16:creationId xmlns:a16="http://schemas.microsoft.com/office/drawing/2014/main" id="{2D43FE4C-F6D6-4C70-9707-E6D0ABFF5D84}"/>
              </a:ext>
            </a:extLst>
          </p:cNvPr>
          <p:cNvSpPr>
            <a:spLocks xmlns:a="http://schemas.openxmlformats.org/drawingml/2006/main" noGrp="1"/>
          </p:cNvSpPr>
          <p:nvPr/>
        </p:nvSpPr>
        <p:spPr>
          <a:xfrm xmlns:a="http://schemas.openxmlformats.org/drawingml/2006/main">
            <a:off x="800100" y="2238375"/>
            <a:ext cx="10477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11111"/>
                </a:solidFill>
                <a:latin typeface="PingFang SC"/>
                <a:ea typeface="PingFang SC"/>
                <a:cs typeface="PingFang SC"/>
              </a:defRPr>
            </a:defPPr>
            <a:lvl1pPr>
              <a:defRPr sz="2700" b="0">
                <a:solidFill>
                  <a:srgbClr val="111111"/>
                </a:solidFill>
                <a:latin typeface="PingFang SC"/>
                <a:ea typeface="PingFang SC"/>
                <a:cs typeface="PingFang SC"/>
              </a:defRPr>
            </a:lvl1pPr>
            <a:lvl2pPr>
              <a:defRPr sz="2700" b="0">
                <a:solidFill>
                  <a:srgbClr val="111111"/>
                </a:solidFill>
                <a:latin typeface="PingFang SC"/>
                <a:ea typeface="PingFang SC"/>
                <a:cs typeface="PingFang SC"/>
              </a:defRPr>
            </a:lvl2pPr>
            <a:lvl3pPr>
              <a:defRPr sz="2700" b="0">
                <a:solidFill>
                  <a:srgbClr val="111111"/>
                </a:solidFill>
                <a:latin typeface="PingFang SC"/>
                <a:ea typeface="PingFang SC"/>
                <a:cs typeface="PingFang SC"/>
              </a:defRPr>
            </a:lvl3pPr>
            <a:lvl4pPr>
              <a:defRPr sz="2700" b="0">
                <a:solidFill>
                  <a:srgbClr val="111111"/>
                </a:solidFill>
                <a:latin typeface="PingFang SC"/>
                <a:ea typeface="PingFang SC"/>
                <a:cs typeface="PingFang SC"/>
              </a:defRPr>
            </a:lvl4pPr>
            <a:lvl5pPr>
              <a:defRPr sz="2700" b="0">
                <a:solidFill>
                  <a:srgbClr val="111111"/>
                </a:solidFill>
                <a:latin typeface="PingFang SC"/>
                <a:ea typeface="PingFang SC"/>
                <a:cs typeface="PingFang SC"/>
              </a:defRPr>
            </a:lvl5pPr>
            <a:lvl6pPr>
              <a:defRPr sz="2700" b="0">
                <a:solidFill>
                  <a:srgbClr val="111111"/>
                </a:solidFill>
                <a:latin typeface="PingFang SC"/>
                <a:ea typeface="PingFang SC"/>
                <a:cs typeface="PingFang SC"/>
              </a:defRPr>
            </a:lvl6pPr>
            <a:lvl7pPr>
              <a:defRPr sz="2700" b="0">
                <a:solidFill>
                  <a:srgbClr val="111111"/>
                </a:solidFill>
                <a:latin typeface="PingFang SC"/>
                <a:ea typeface="PingFang SC"/>
                <a:cs typeface="PingFang SC"/>
              </a:defRPr>
            </a:lvl7pPr>
            <a:lvl8pPr>
              <a:defRPr sz="2700" b="0">
                <a:solidFill>
                  <a:srgbClr val="111111"/>
                </a:solidFill>
                <a:latin typeface="PingFang SC"/>
                <a:ea typeface="PingFang SC"/>
                <a:cs typeface="PingFang SC"/>
              </a:defRPr>
            </a:lvl8pPr>
            <a:lvl9pPr>
              <a:defRPr sz="2700" b="0">
                <a:solidFill>
                  <a:srgbClr val="111111"/>
                </a:solidFill>
                <a:latin typeface="PingFang SC"/>
                <a:ea typeface="PingFang SC"/>
                <a:cs typeface="PingFang SC"/>
              </a:defRPr>
            </a:lvl9pPr>
          </a:lstStyle>
          <a:p xmlns:a="http://schemas.openxmlformats.org/drawingml/2006/main">
            <a:pPr>
              <a:defRPr sz="2700" b="0">
                <a:solidFill>
                  <a:srgbClr val="111111"/>
                </a:solidFill>
                <a:latin typeface="PingFang SC"/>
                <a:ea typeface="PingFang SC"/>
                <a:cs typeface="PingFang SC"/>
              </a:defRPr>
            </a:pPr>
            <a:r>
              <a:rPr sz="2700" b="0">
                <a:solidFill>
                  <a:srgbClr val="111111"/>
                </a:solidFill>
                <a:latin typeface="PingFang SC"/>
                <a:ea typeface="PingFang SC"/>
                <a:cs typeface="PingFang SC"/>
              </a:rPr>
              <a:t>Which object owns this data?</a:t>
            </a:r>
          </a:p>
        </p:txBody>
      </p:sp>
      <p:sp>
        <p:nvSpPr>
          <p:cNvPr id="5" name="body-2">
            <a:extLst xmlns:a="http://schemas.openxmlformats.org/drawingml/2006/main">
              <a:ext uri="{FF2B5EF4-FFF2-40B4-BE49-F238E27FC236}">
                <a16:creationId xmlns:a16="http://schemas.microsoft.com/office/drawing/2014/main" id="{EF11A1B7-E2E1-452A-81D4-D70B93BEEB55}"/>
              </a:ext>
            </a:extLst>
          </p:cNvPr>
          <p:cNvSpPr>
            <a:spLocks xmlns:a="http://schemas.openxmlformats.org/drawingml/2006/main" noGrp="1"/>
          </p:cNvSpPr>
          <p:nvPr/>
        </p:nvSpPr>
        <p:spPr>
          <a:xfrm xmlns:a="http://schemas.openxmlformats.org/drawingml/2006/main">
            <a:off x="800100" y="2752725"/>
            <a:ext cx="10477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11111"/>
                </a:solidFill>
                <a:latin typeface="PingFang SC"/>
                <a:ea typeface="PingFang SC"/>
                <a:cs typeface="PingFang SC"/>
              </a:defRPr>
            </a:defPPr>
            <a:lvl1pPr>
              <a:defRPr sz="2700" b="0">
                <a:solidFill>
                  <a:srgbClr val="111111"/>
                </a:solidFill>
                <a:latin typeface="PingFang SC"/>
                <a:ea typeface="PingFang SC"/>
                <a:cs typeface="PingFang SC"/>
              </a:defRPr>
            </a:lvl1pPr>
            <a:lvl2pPr>
              <a:defRPr sz="2700" b="0">
                <a:solidFill>
                  <a:srgbClr val="111111"/>
                </a:solidFill>
                <a:latin typeface="PingFang SC"/>
                <a:ea typeface="PingFang SC"/>
                <a:cs typeface="PingFang SC"/>
              </a:defRPr>
            </a:lvl2pPr>
            <a:lvl3pPr>
              <a:defRPr sz="2700" b="0">
                <a:solidFill>
                  <a:srgbClr val="111111"/>
                </a:solidFill>
                <a:latin typeface="PingFang SC"/>
                <a:ea typeface="PingFang SC"/>
                <a:cs typeface="PingFang SC"/>
              </a:defRPr>
            </a:lvl3pPr>
            <a:lvl4pPr>
              <a:defRPr sz="2700" b="0">
                <a:solidFill>
                  <a:srgbClr val="111111"/>
                </a:solidFill>
                <a:latin typeface="PingFang SC"/>
                <a:ea typeface="PingFang SC"/>
                <a:cs typeface="PingFang SC"/>
              </a:defRPr>
            </a:lvl4pPr>
            <a:lvl5pPr>
              <a:defRPr sz="2700" b="0">
                <a:solidFill>
                  <a:srgbClr val="111111"/>
                </a:solidFill>
                <a:latin typeface="PingFang SC"/>
                <a:ea typeface="PingFang SC"/>
                <a:cs typeface="PingFang SC"/>
              </a:defRPr>
            </a:lvl5pPr>
            <a:lvl6pPr>
              <a:defRPr sz="2700" b="0">
                <a:solidFill>
                  <a:srgbClr val="111111"/>
                </a:solidFill>
                <a:latin typeface="PingFang SC"/>
                <a:ea typeface="PingFang SC"/>
                <a:cs typeface="PingFang SC"/>
              </a:defRPr>
            </a:lvl6pPr>
            <a:lvl7pPr>
              <a:defRPr sz="2700" b="0">
                <a:solidFill>
                  <a:srgbClr val="111111"/>
                </a:solidFill>
                <a:latin typeface="PingFang SC"/>
                <a:ea typeface="PingFang SC"/>
                <a:cs typeface="PingFang SC"/>
              </a:defRPr>
            </a:lvl7pPr>
            <a:lvl8pPr>
              <a:defRPr sz="2700" b="0">
                <a:solidFill>
                  <a:srgbClr val="111111"/>
                </a:solidFill>
                <a:latin typeface="PingFang SC"/>
                <a:ea typeface="PingFang SC"/>
                <a:cs typeface="PingFang SC"/>
              </a:defRPr>
            </a:lvl8pPr>
            <a:lvl9pPr>
              <a:defRPr sz="2700" b="0">
                <a:solidFill>
                  <a:srgbClr val="111111"/>
                </a:solidFill>
                <a:latin typeface="PingFang SC"/>
                <a:ea typeface="PingFang SC"/>
                <a:cs typeface="PingFang SC"/>
              </a:defRPr>
            </a:lvl9pPr>
          </a:lstStyle>
          <a:p xmlns:a="http://schemas.openxmlformats.org/drawingml/2006/main">
            <a:pPr>
              <a:defRPr sz="2700" b="0">
                <a:solidFill>
                  <a:srgbClr val="111111"/>
                </a:solidFill>
                <a:latin typeface="PingFang SC"/>
                <a:ea typeface="PingFang SC"/>
                <a:cs typeface="PingFang SC"/>
              </a:defRPr>
            </a:pPr>
            <a:r>
              <a:rPr sz="2700" b="0">
                <a:solidFill>
                  <a:srgbClr val="111111"/>
                </a:solidFill>
                <a:latin typeface="PingFang SC"/>
                <a:ea typeface="PingFang SC"/>
                <a:cs typeface="PingFang SC"/>
              </a:rPr>
              <a:t>Does the function access a copy or the original?</a:t>
            </a:r>
          </a:p>
        </p:txBody>
      </p:sp>
      <p:sp>
        <p:nvSpPr>
          <p:cNvPr id="6" name="body-3">
            <a:extLst xmlns:a="http://schemas.openxmlformats.org/drawingml/2006/main">
              <a:ext uri="{FF2B5EF4-FFF2-40B4-BE49-F238E27FC236}">
                <a16:creationId xmlns:a16="http://schemas.microsoft.com/office/drawing/2014/main" id="{3FB67D49-07E9-4237-8604-634A6870742A}"/>
              </a:ext>
            </a:extLst>
          </p:cNvPr>
          <p:cNvSpPr>
            <a:spLocks xmlns:a="http://schemas.openxmlformats.org/drawingml/2006/main" noGrp="1"/>
          </p:cNvSpPr>
          <p:nvPr/>
        </p:nvSpPr>
        <p:spPr>
          <a:xfrm xmlns:a="http://schemas.openxmlformats.org/drawingml/2006/main">
            <a:off x="800100" y="3267075"/>
            <a:ext cx="10477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11111"/>
                </a:solidFill>
                <a:latin typeface="PingFang SC"/>
                <a:ea typeface="PingFang SC"/>
                <a:cs typeface="PingFang SC"/>
              </a:defRPr>
            </a:defPPr>
            <a:lvl1pPr>
              <a:defRPr sz="2700" b="0">
                <a:solidFill>
                  <a:srgbClr val="111111"/>
                </a:solidFill>
                <a:latin typeface="PingFang SC"/>
                <a:ea typeface="PingFang SC"/>
                <a:cs typeface="PingFang SC"/>
              </a:defRPr>
            </a:lvl1pPr>
            <a:lvl2pPr>
              <a:defRPr sz="2700" b="0">
                <a:solidFill>
                  <a:srgbClr val="111111"/>
                </a:solidFill>
                <a:latin typeface="PingFang SC"/>
                <a:ea typeface="PingFang SC"/>
                <a:cs typeface="PingFang SC"/>
              </a:defRPr>
            </a:lvl2pPr>
            <a:lvl3pPr>
              <a:defRPr sz="2700" b="0">
                <a:solidFill>
                  <a:srgbClr val="111111"/>
                </a:solidFill>
                <a:latin typeface="PingFang SC"/>
                <a:ea typeface="PingFang SC"/>
                <a:cs typeface="PingFang SC"/>
              </a:defRPr>
            </a:lvl3pPr>
            <a:lvl4pPr>
              <a:defRPr sz="2700" b="0">
                <a:solidFill>
                  <a:srgbClr val="111111"/>
                </a:solidFill>
                <a:latin typeface="PingFang SC"/>
                <a:ea typeface="PingFang SC"/>
                <a:cs typeface="PingFang SC"/>
              </a:defRPr>
            </a:lvl4pPr>
            <a:lvl5pPr>
              <a:defRPr sz="2700" b="0">
                <a:solidFill>
                  <a:srgbClr val="111111"/>
                </a:solidFill>
                <a:latin typeface="PingFang SC"/>
                <a:ea typeface="PingFang SC"/>
                <a:cs typeface="PingFang SC"/>
              </a:defRPr>
            </a:lvl5pPr>
            <a:lvl6pPr>
              <a:defRPr sz="2700" b="0">
                <a:solidFill>
                  <a:srgbClr val="111111"/>
                </a:solidFill>
                <a:latin typeface="PingFang SC"/>
                <a:ea typeface="PingFang SC"/>
                <a:cs typeface="PingFang SC"/>
              </a:defRPr>
            </a:lvl6pPr>
            <a:lvl7pPr>
              <a:defRPr sz="2700" b="0">
                <a:solidFill>
                  <a:srgbClr val="111111"/>
                </a:solidFill>
                <a:latin typeface="PingFang SC"/>
                <a:ea typeface="PingFang SC"/>
                <a:cs typeface="PingFang SC"/>
              </a:defRPr>
            </a:lvl7pPr>
            <a:lvl8pPr>
              <a:defRPr sz="2700" b="0">
                <a:solidFill>
                  <a:srgbClr val="111111"/>
                </a:solidFill>
                <a:latin typeface="PingFang SC"/>
                <a:ea typeface="PingFang SC"/>
                <a:cs typeface="PingFang SC"/>
              </a:defRPr>
            </a:lvl8pPr>
            <a:lvl9pPr>
              <a:defRPr sz="2700" b="0">
                <a:solidFill>
                  <a:srgbClr val="111111"/>
                </a:solidFill>
                <a:latin typeface="PingFang SC"/>
                <a:ea typeface="PingFang SC"/>
                <a:cs typeface="PingFang SC"/>
              </a:defRPr>
            </a:lvl9pPr>
          </a:lstStyle>
          <a:p xmlns:a="http://schemas.openxmlformats.org/drawingml/2006/main">
            <a:pPr>
              <a:defRPr sz="2700" b="0">
                <a:solidFill>
                  <a:srgbClr val="111111"/>
                </a:solidFill>
                <a:latin typeface="PingFang SC"/>
                <a:ea typeface="PingFang SC"/>
                <a:cs typeface="PingFang SC"/>
              </a:defRPr>
            </a:pPr>
            <a:r>
              <a:rPr sz="2700" b="0">
                <a:solidFill>
                  <a:srgbClr val="111111"/>
                </a:solidFill>
                <a:latin typeface="PingFang SC"/>
                <a:ea typeface="PingFang SC"/>
                <a:cs typeface="PingFang SC"/>
              </a:rPr>
              <a:t>Which interface lets external code change it?</a:t>
            </a:r>
          </a:p>
        </p:txBody>
      </p:sp>
    </p:spTree>
    <p:extLst>
      <p:ext uri="{BB962C8B-B14F-4D97-AF65-F5344CB8AC3E}">
        <p14:creationId xmlns:p14="http://schemas.microsoft.com/office/powerpoint/2010/main" val="307378842"/>
      </p:ext>
    </p:extLst>
  </p:cSld>
</p:sld>
</file>

<file path=ppt/slides/slide59.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5" name="brand">
            <a:extLst xmlns:a="http://schemas.openxmlformats.org/drawingml/2006/main">
              <a:ext uri="{FF2B5EF4-FFF2-40B4-BE49-F238E27FC236}">
                <a16:creationId xmlns:a16="http://schemas.microsoft.com/office/drawing/2014/main" id="{80502C9D-C256-4E65-B447-AEF4720AB1D7}"/>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BBBBBB"/>
                </a:solidFill>
                <a:latin typeface="PingFang SC"/>
                <a:ea typeface="PingFang SC"/>
                <a:cs typeface="PingFang SC"/>
              </a:defRPr>
            </a:defPPr>
            <a:lvl1pPr>
              <a:defRPr sz="1125" b="1">
                <a:solidFill>
                  <a:srgbClr val="BBBBBB"/>
                </a:solidFill>
                <a:latin typeface="PingFang SC"/>
                <a:ea typeface="PingFang SC"/>
                <a:cs typeface="PingFang SC"/>
              </a:defRPr>
            </a:lvl1pPr>
            <a:lvl2pPr>
              <a:defRPr sz="1125" b="1">
                <a:solidFill>
                  <a:srgbClr val="BBBBBB"/>
                </a:solidFill>
                <a:latin typeface="PingFang SC"/>
                <a:ea typeface="PingFang SC"/>
                <a:cs typeface="PingFang SC"/>
              </a:defRPr>
            </a:lvl2pPr>
            <a:lvl3pPr>
              <a:defRPr sz="1125" b="1">
                <a:solidFill>
                  <a:srgbClr val="BBBBBB"/>
                </a:solidFill>
                <a:latin typeface="PingFang SC"/>
                <a:ea typeface="PingFang SC"/>
                <a:cs typeface="PingFang SC"/>
              </a:defRPr>
            </a:lvl3pPr>
            <a:lvl4pPr>
              <a:defRPr sz="1125" b="1">
                <a:solidFill>
                  <a:srgbClr val="BBBBBB"/>
                </a:solidFill>
                <a:latin typeface="PingFang SC"/>
                <a:ea typeface="PingFang SC"/>
                <a:cs typeface="PingFang SC"/>
              </a:defRPr>
            </a:lvl4pPr>
            <a:lvl5pPr>
              <a:defRPr sz="1125" b="1">
                <a:solidFill>
                  <a:srgbClr val="BBBBBB"/>
                </a:solidFill>
                <a:latin typeface="PingFang SC"/>
                <a:ea typeface="PingFang SC"/>
                <a:cs typeface="PingFang SC"/>
              </a:defRPr>
            </a:lvl5pPr>
            <a:lvl6pPr>
              <a:defRPr sz="1125" b="1">
                <a:solidFill>
                  <a:srgbClr val="BBBBBB"/>
                </a:solidFill>
                <a:latin typeface="PingFang SC"/>
                <a:ea typeface="PingFang SC"/>
                <a:cs typeface="PingFang SC"/>
              </a:defRPr>
            </a:lvl6pPr>
            <a:lvl7pPr>
              <a:defRPr sz="1125" b="1">
                <a:solidFill>
                  <a:srgbClr val="BBBBBB"/>
                </a:solidFill>
                <a:latin typeface="PingFang SC"/>
                <a:ea typeface="PingFang SC"/>
                <a:cs typeface="PingFang SC"/>
              </a:defRPr>
            </a:lvl7pPr>
            <a:lvl8pPr>
              <a:defRPr sz="1125" b="1">
                <a:solidFill>
                  <a:srgbClr val="BBBBBB"/>
                </a:solidFill>
                <a:latin typeface="PingFang SC"/>
                <a:ea typeface="PingFang SC"/>
                <a:cs typeface="PingFang SC"/>
              </a:defRPr>
            </a:lvl8pPr>
            <a:lvl9pPr>
              <a:defRPr sz="1125" b="1">
                <a:solidFill>
                  <a:srgbClr val="BBBBBB"/>
                </a:solidFill>
                <a:latin typeface="PingFang SC"/>
                <a:ea typeface="PingFang SC"/>
                <a:cs typeface="PingFang SC"/>
              </a:defRPr>
            </a:lvl9pPr>
          </a:lstStyle>
          <a:p xmlns:a="http://schemas.openxmlformats.org/drawingml/2006/main">
            <a:pPr>
              <a:defRPr sz="1125" b="1">
                <a:solidFill>
                  <a:srgbClr val="BBBBBB"/>
                </a:solidFill>
                <a:latin typeface="PingFang SC"/>
                <a:ea typeface="PingFang SC"/>
                <a:cs typeface="PingFang SC"/>
              </a:defRPr>
            </a:pPr>
            <a:r>
              <a:rPr sz="1125" b="1">
                <a:solidFill>
                  <a:srgbClr val="BBBBBB"/>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5579C0DB-5438-429F-9141-E78994E272E0}"/>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BBBBBB"/>
                </a:solidFill>
                <a:latin typeface="Menlo"/>
                <a:ea typeface="Menlo"/>
                <a:cs typeface="Menlo"/>
              </a:defRPr>
            </a:defPPr>
            <a:lvl1pPr>
              <a:defRPr sz="1200" b="0">
                <a:solidFill>
                  <a:srgbClr val="BBBBBB"/>
                </a:solidFill>
                <a:latin typeface="Menlo"/>
                <a:ea typeface="Menlo"/>
                <a:cs typeface="Menlo"/>
              </a:defRPr>
            </a:lvl1pPr>
            <a:lvl2pPr>
              <a:defRPr sz="1200" b="0">
                <a:solidFill>
                  <a:srgbClr val="BBBBBB"/>
                </a:solidFill>
                <a:latin typeface="Menlo"/>
                <a:ea typeface="Menlo"/>
                <a:cs typeface="Menlo"/>
              </a:defRPr>
            </a:lvl2pPr>
            <a:lvl3pPr>
              <a:defRPr sz="1200" b="0">
                <a:solidFill>
                  <a:srgbClr val="BBBBBB"/>
                </a:solidFill>
                <a:latin typeface="Menlo"/>
                <a:ea typeface="Menlo"/>
                <a:cs typeface="Menlo"/>
              </a:defRPr>
            </a:lvl3pPr>
            <a:lvl4pPr>
              <a:defRPr sz="1200" b="0">
                <a:solidFill>
                  <a:srgbClr val="BBBBBB"/>
                </a:solidFill>
                <a:latin typeface="Menlo"/>
                <a:ea typeface="Menlo"/>
                <a:cs typeface="Menlo"/>
              </a:defRPr>
            </a:lvl4pPr>
            <a:lvl5pPr>
              <a:defRPr sz="1200" b="0">
                <a:solidFill>
                  <a:srgbClr val="BBBBBB"/>
                </a:solidFill>
                <a:latin typeface="Menlo"/>
                <a:ea typeface="Menlo"/>
                <a:cs typeface="Menlo"/>
              </a:defRPr>
            </a:lvl5pPr>
            <a:lvl6pPr>
              <a:defRPr sz="1200" b="0">
                <a:solidFill>
                  <a:srgbClr val="BBBBBB"/>
                </a:solidFill>
                <a:latin typeface="Menlo"/>
                <a:ea typeface="Menlo"/>
                <a:cs typeface="Menlo"/>
              </a:defRPr>
            </a:lvl6pPr>
            <a:lvl7pPr>
              <a:defRPr sz="1200" b="0">
                <a:solidFill>
                  <a:srgbClr val="BBBBBB"/>
                </a:solidFill>
                <a:latin typeface="Menlo"/>
                <a:ea typeface="Menlo"/>
                <a:cs typeface="Menlo"/>
              </a:defRPr>
            </a:lvl7pPr>
            <a:lvl8pPr>
              <a:defRPr sz="1200" b="0">
                <a:solidFill>
                  <a:srgbClr val="BBBBBB"/>
                </a:solidFill>
                <a:latin typeface="Menlo"/>
                <a:ea typeface="Menlo"/>
                <a:cs typeface="Menlo"/>
              </a:defRPr>
            </a:lvl8pPr>
            <a:lvl9pPr>
              <a:defRPr sz="1200" b="0">
                <a:solidFill>
                  <a:srgbClr val="BBBBBB"/>
                </a:solidFill>
                <a:latin typeface="Menlo"/>
                <a:ea typeface="Menlo"/>
                <a:cs typeface="Menlo"/>
              </a:defRPr>
            </a:lvl9pPr>
          </a:lstStyle>
          <a:p xmlns:a="http://schemas.openxmlformats.org/drawingml/2006/main">
            <a:pPr>
              <a:defRPr sz="1200" b="0">
                <a:solidFill>
                  <a:srgbClr val="BBBBBB"/>
                </a:solidFill>
                <a:latin typeface="Menlo"/>
                <a:ea typeface="Menlo"/>
                <a:cs typeface="Menlo"/>
              </a:defRPr>
            </a:pPr>
            <a:r>
              <a:rPr sz="1200" b="0">
                <a:solidFill>
                  <a:srgbClr val="BBBBBB"/>
                </a:solidFill>
                <a:latin typeface="Menlo"/>
                <a:ea typeface="Menlo"/>
                <a:cs typeface="Menlo"/>
              </a:rPr>
              <a:t>59 / 63</a:t>
            </a:r>
          </a:p>
        </p:txBody>
      </p:sp>
      <p:sp>
        <p:nvSpPr>
          <p:cNvPr id="3" name="heading-1">
            <a:extLst xmlns:a="http://schemas.openxmlformats.org/drawingml/2006/main">
              <a:ext uri="{FF2B5EF4-FFF2-40B4-BE49-F238E27FC236}">
                <a16:creationId xmlns:a16="http://schemas.microsoft.com/office/drawing/2014/main" id="{107FF76F-114C-41A8-BEE3-C76A6A555CE2}"/>
              </a:ext>
            </a:extLst>
          </p:cNvPr>
          <p:cNvSpPr>
            <a:spLocks xmlns:a="http://schemas.openxmlformats.org/drawingml/2006/main" noGrp="1"/>
          </p:cNvSpPr>
          <p:nvPr/>
        </p:nvSpPr>
        <p:spPr>
          <a:xfrm xmlns:a="http://schemas.openxmlformats.org/drawingml/2006/main">
            <a:off x="762000" y="2190750"/>
            <a:ext cx="10668000" cy="9022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4800" b="1">
                <a:solidFill>
                  <a:srgbClr val="FFFFFF"/>
                </a:solidFill>
                <a:latin typeface="PingFang SC"/>
                <a:ea typeface="PingFang SC"/>
                <a:cs typeface="PingFang SC"/>
              </a:defRPr>
            </a:defPPr>
            <a:lvl1pPr>
              <a:defRPr sz="4800" b="1">
                <a:solidFill>
                  <a:srgbClr val="FFFFFF"/>
                </a:solidFill>
                <a:latin typeface="PingFang SC"/>
                <a:ea typeface="PingFang SC"/>
                <a:cs typeface="PingFang SC"/>
              </a:defRPr>
            </a:lvl1pPr>
            <a:lvl2pPr>
              <a:defRPr sz="4800" b="1">
                <a:solidFill>
                  <a:srgbClr val="FFFFFF"/>
                </a:solidFill>
                <a:latin typeface="PingFang SC"/>
                <a:ea typeface="PingFang SC"/>
                <a:cs typeface="PingFang SC"/>
              </a:defRPr>
            </a:lvl2pPr>
            <a:lvl3pPr>
              <a:defRPr sz="4800" b="1">
                <a:solidFill>
                  <a:srgbClr val="FFFFFF"/>
                </a:solidFill>
                <a:latin typeface="PingFang SC"/>
                <a:ea typeface="PingFang SC"/>
                <a:cs typeface="PingFang SC"/>
              </a:defRPr>
            </a:lvl3pPr>
            <a:lvl4pPr>
              <a:defRPr sz="4800" b="1">
                <a:solidFill>
                  <a:srgbClr val="FFFFFF"/>
                </a:solidFill>
                <a:latin typeface="PingFang SC"/>
                <a:ea typeface="PingFang SC"/>
                <a:cs typeface="PingFang SC"/>
              </a:defRPr>
            </a:lvl4pPr>
            <a:lvl5pPr>
              <a:defRPr sz="4800" b="1">
                <a:solidFill>
                  <a:srgbClr val="FFFFFF"/>
                </a:solidFill>
                <a:latin typeface="PingFang SC"/>
                <a:ea typeface="PingFang SC"/>
                <a:cs typeface="PingFang SC"/>
              </a:defRPr>
            </a:lvl5pPr>
            <a:lvl6pPr>
              <a:defRPr sz="4800" b="1">
                <a:solidFill>
                  <a:srgbClr val="FFFFFF"/>
                </a:solidFill>
                <a:latin typeface="PingFang SC"/>
                <a:ea typeface="PingFang SC"/>
                <a:cs typeface="PingFang SC"/>
              </a:defRPr>
            </a:lvl6pPr>
            <a:lvl7pPr>
              <a:defRPr sz="4800" b="1">
                <a:solidFill>
                  <a:srgbClr val="FFFFFF"/>
                </a:solidFill>
                <a:latin typeface="PingFang SC"/>
                <a:ea typeface="PingFang SC"/>
                <a:cs typeface="PingFang SC"/>
              </a:defRPr>
            </a:lvl7pPr>
            <a:lvl8pPr>
              <a:defRPr sz="4800" b="1">
                <a:solidFill>
                  <a:srgbClr val="FFFFFF"/>
                </a:solidFill>
                <a:latin typeface="PingFang SC"/>
                <a:ea typeface="PingFang SC"/>
                <a:cs typeface="PingFang SC"/>
              </a:defRPr>
            </a:lvl8pPr>
            <a:lvl9pPr>
              <a:defRPr sz="4800" b="1">
                <a:solidFill>
                  <a:srgbClr val="FFFFFF"/>
                </a:solidFill>
                <a:latin typeface="PingFang SC"/>
                <a:ea typeface="PingFang SC"/>
                <a:cs typeface="PingFang SC"/>
              </a:defRPr>
            </a:lvl9pPr>
          </a:lstStyle>
          <a:p xmlns:a="http://schemas.openxmlformats.org/drawingml/2006/main">
            <a:pPr>
              <a:defRPr sz="4800" b="1">
                <a:solidFill>
                  <a:srgbClr val="FFFFFF"/>
                </a:solidFill>
                <a:latin typeface="PingFang SC"/>
                <a:ea typeface="PingFang SC"/>
                <a:cs typeface="PingFang SC"/>
              </a:defRPr>
            </a:pPr>
            <a:r>
              <a:rPr sz="4800" b="1">
                <a:solidFill>
                  <a:srgbClr val="FFFFFF"/>
                </a:solidFill>
                <a:latin typeface="PingFang SC"/>
                <a:ea typeface="PingFang SC"/>
                <a:cs typeface="PingFang SC"/>
              </a:rPr>
              <a:t>Optional extensions</a:t>
            </a:r>
          </a:p>
        </p:txBody>
      </p:sp>
      <p:sp>
        <p:nvSpPr>
          <p:cNvPr id="4" name="body-1">
            <a:extLst xmlns:a="http://schemas.openxmlformats.org/drawingml/2006/main">
              <a:ext uri="{FF2B5EF4-FFF2-40B4-BE49-F238E27FC236}">
                <a16:creationId xmlns:a16="http://schemas.microsoft.com/office/drawing/2014/main" id="{CA00F300-05BC-485F-9F1A-1079F2CCBB5B}"/>
              </a:ext>
            </a:extLst>
          </p:cNvPr>
          <p:cNvSpPr>
            <a:spLocks xmlns:a="http://schemas.openxmlformats.org/drawingml/2006/main" noGrp="1"/>
          </p:cNvSpPr>
          <p:nvPr/>
        </p:nvSpPr>
        <p:spPr>
          <a:xfrm xmlns:a="http://schemas.openxmlformats.org/drawingml/2006/main">
            <a:off x="800100" y="4953000"/>
            <a:ext cx="104775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DDDDDD"/>
                </a:solidFill>
                <a:latin typeface="PingFang SC"/>
                <a:ea typeface="PingFang SC"/>
                <a:cs typeface="PingFang SC"/>
              </a:defRPr>
            </a:defPPr>
            <a:lvl1pPr>
              <a:defRPr sz="2250" b="0">
                <a:solidFill>
                  <a:srgbClr val="DDDDDD"/>
                </a:solidFill>
                <a:latin typeface="PingFang SC"/>
                <a:ea typeface="PingFang SC"/>
                <a:cs typeface="PingFang SC"/>
              </a:defRPr>
            </a:lvl1pPr>
            <a:lvl2pPr>
              <a:defRPr sz="2250" b="0">
                <a:solidFill>
                  <a:srgbClr val="DDDDDD"/>
                </a:solidFill>
                <a:latin typeface="PingFang SC"/>
                <a:ea typeface="PingFang SC"/>
                <a:cs typeface="PingFang SC"/>
              </a:defRPr>
            </a:lvl2pPr>
            <a:lvl3pPr>
              <a:defRPr sz="2250" b="0">
                <a:solidFill>
                  <a:srgbClr val="DDDDDD"/>
                </a:solidFill>
                <a:latin typeface="PingFang SC"/>
                <a:ea typeface="PingFang SC"/>
                <a:cs typeface="PingFang SC"/>
              </a:defRPr>
            </a:lvl3pPr>
            <a:lvl4pPr>
              <a:defRPr sz="2250" b="0">
                <a:solidFill>
                  <a:srgbClr val="DDDDDD"/>
                </a:solidFill>
                <a:latin typeface="PingFang SC"/>
                <a:ea typeface="PingFang SC"/>
                <a:cs typeface="PingFang SC"/>
              </a:defRPr>
            </a:lvl4pPr>
            <a:lvl5pPr>
              <a:defRPr sz="2250" b="0">
                <a:solidFill>
                  <a:srgbClr val="DDDDDD"/>
                </a:solidFill>
                <a:latin typeface="PingFang SC"/>
                <a:ea typeface="PingFang SC"/>
                <a:cs typeface="PingFang SC"/>
              </a:defRPr>
            </a:lvl5pPr>
            <a:lvl6pPr>
              <a:defRPr sz="2250" b="0">
                <a:solidFill>
                  <a:srgbClr val="DDDDDD"/>
                </a:solidFill>
                <a:latin typeface="PingFang SC"/>
                <a:ea typeface="PingFang SC"/>
                <a:cs typeface="PingFang SC"/>
              </a:defRPr>
            </a:lvl6pPr>
            <a:lvl7pPr>
              <a:defRPr sz="2250" b="0">
                <a:solidFill>
                  <a:srgbClr val="DDDDDD"/>
                </a:solidFill>
                <a:latin typeface="PingFang SC"/>
                <a:ea typeface="PingFang SC"/>
                <a:cs typeface="PingFang SC"/>
              </a:defRPr>
            </a:lvl7pPr>
            <a:lvl8pPr>
              <a:defRPr sz="2250" b="0">
                <a:solidFill>
                  <a:srgbClr val="DDDDDD"/>
                </a:solidFill>
                <a:latin typeface="PingFang SC"/>
                <a:ea typeface="PingFang SC"/>
                <a:cs typeface="PingFang SC"/>
              </a:defRPr>
            </a:lvl8pPr>
            <a:lvl9pPr>
              <a:defRPr sz="2250" b="0">
                <a:solidFill>
                  <a:srgbClr val="DDDDDD"/>
                </a:solidFill>
                <a:latin typeface="PingFang SC"/>
                <a:ea typeface="PingFang SC"/>
                <a:cs typeface="PingFang SC"/>
              </a:defRPr>
            </a:lvl9pPr>
          </a:lstStyle>
          <a:p xmlns:a="http://schemas.openxmlformats.org/drawingml/2006/main">
            <a:pPr>
              <a:defRPr sz="2250" b="0">
                <a:solidFill>
                  <a:srgbClr val="DDDDDD"/>
                </a:solidFill>
                <a:latin typeface="PingFang SC"/>
                <a:ea typeface="PingFang SC"/>
                <a:cs typeface="PingFang SC"/>
              </a:defRPr>
            </a:pPr>
            <a:r>
              <a:rPr sz="2250" b="0">
                <a:solidFill>
                  <a:srgbClr val="DDDDDD"/>
                </a:solidFill>
                <a:latin typeface="PingFang SC"/>
                <a:ea typeface="PingFang SC"/>
                <a:cs typeface="PingFang SC"/>
              </a:rPr>
              <a:t>Virtual functions, slicing, and ownership</a:t>
            </a:r>
          </a:p>
        </p:txBody>
      </p:sp>
    </p:spTree>
    <p:extLst>
      <p:ext uri="{BB962C8B-B14F-4D97-AF65-F5344CB8AC3E}">
        <p14:creationId xmlns:p14="http://schemas.microsoft.com/office/powerpoint/2010/main" val="1256974761"/>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brand">
            <a:extLst xmlns:a="http://schemas.openxmlformats.org/drawingml/2006/main">
              <a:ext uri="{FF2B5EF4-FFF2-40B4-BE49-F238E27FC236}">
                <a16:creationId xmlns:a16="http://schemas.microsoft.com/office/drawing/2014/main" id="{5FEC7DD0-4456-49DB-A488-E92A07E79549}"/>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58F042F3-EF9C-4892-9585-F037D57F87BF}"/>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60 / 63</a:t>
            </a:r>
          </a:p>
        </p:txBody>
      </p:sp>
      <p:sp>
        <p:nvSpPr>
          <p:cNvPr id="3" name="heading-1">
            <a:extLst xmlns:a="http://schemas.openxmlformats.org/drawingml/2006/main">
              <a:ext uri="{FF2B5EF4-FFF2-40B4-BE49-F238E27FC236}">
                <a16:creationId xmlns:a16="http://schemas.microsoft.com/office/drawing/2014/main" id="{E596B98F-54C5-4C3C-8437-E82B6D41C2E0}"/>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Calling derived behavior through a base</a:t>
            </a:r>
          </a:p>
        </p:txBody>
      </p:sp>
      <p:sp>
        <p:nvSpPr>
          <p:cNvPr id="4" name="code-1">
            <a:extLst xmlns:a="http://schemas.openxmlformats.org/drawingml/2006/main">
              <a:ext uri="{FF2B5EF4-FFF2-40B4-BE49-F238E27FC236}">
                <a16:creationId xmlns:a16="http://schemas.microsoft.com/office/drawing/2014/main" id="{83170CB3-FB1F-4C62-9931-09F3B3A1F915}"/>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struct</a:t>
            </a:r>
            <a:r>
              <a:rPr sz="2250">
                <a:solidFill>
                  <a:srgbClr val="222222"/>
                </a:solidFill>
                <a:latin typeface="Menlo"/>
                <a:ea typeface="Menlo"/>
                <a:cs typeface="Menlo"/>
              </a:rPr>
              <a:t> </a:t>
            </a:r>
            <a:r>
              <a:rPr sz="2250">
                <a:solidFill>
                  <a:srgbClr val="222222"/>
                </a:solidFill>
                <a:latin typeface="Menlo"/>
                <a:ea typeface="Menlo"/>
                <a:cs typeface="Menlo"/>
              </a:rPr>
              <a:t>Base</a:t>
            </a:r>
            <a:r>
              <a:rPr sz="2250">
                <a:solidFill>
                  <a:srgbClr val="222222"/>
                </a:solidFill>
                <a:latin typeface="Menlo"/>
                <a:ea typeface="Menlo"/>
                <a:cs typeface="Menlo"/>
              </a:rPr>
              <a:t> {</a:t>
            </a:r>
          </a:p>
        </p:txBody>
      </p:sp>
      <p:sp>
        <p:nvSpPr>
          <p:cNvPr id="5" name="code-2">
            <a:extLst xmlns:a="http://schemas.openxmlformats.org/drawingml/2006/main">
              <a:ext uri="{FF2B5EF4-FFF2-40B4-BE49-F238E27FC236}">
                <a16:creationId xmlns:a16="http://schemas.microsoft.com/office/drawing/2014/main" id="{A87EAF28-CABC-4C26-96BD-E942D3B58C81}"/>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005CC5"/>
                </a:solidFill>
                <a:latin typeface="Menlo"/>
                <a:ea typeface="Menlo"/>
                <a:cs typeface="Menlo"/>
              </a:rPr>
              <a:t>virtual</a:t>
            </a:r>
            <a:r>
              <a:rPr sz="2250">
                <a:solidFill>
                  <a:srgbClr val="222222"/>
                </a:solidFill>
                <a:latin typeface="Menlo"/>
                <a:ea typeface="Menlo"/>
                <a:cs typeface="Menlo"/>
              </a:rPr>
              <a:t> </a:t>
            </a:r>
            <a:r>
              <a:rPr sz="2250">
                <a:solidFill>
                  <a:srgbClr val="6F42C1"/>
                </a:solidFill>
                <a:latin typeface="Menlo"/>
                <a:ea typeface="Menlo"/>
                <a:cs typeface="Menlo"/>
              </a:rPr>
              <a:t>void</a:t>
            </a:r>
            <a:r>
              <a:rPr sz="2250">
                <a:solidFill>
                  <a:srgbClr val="222222"/>
                </a:solidFill>
                <a:latin typeface="Menlo"/>
                <a:ea typeface="Menlo"/>
                <a:cs typeface="Menlo"/>
              </a:rPr>
              <a:t> </a:t>
            </a:r>
            <a:r>
              <a:rPr sz="2250">
                <a:solidFill>
                  <a:srgbClr val="6F42C1"/>
                </a:solidFill>
                <a:latin typeface="Menlo"/>
                <a:ea typeface="Menlo"/>
                <a:cs typeface="Menlo"/>
              </a:rPr>
              <a:t>live</a:t>
            </a:r>
            <a:r>
              <a:rPr sz="2250">
                <a:solidFill>
                  <a:srgbClr val="222222"/>
                </a:solidFill>
                <a:latin typeface="Menlo"/>
                <a:ea typeface="Menlo"/>
                <a:cs typeface="Menlo"/>
              </a:rPr>
              <a:t>()</a:t>
            </a:r>
            <a:r>
              <a:rPr sz="2250">
                <a:solidFill>
                  <a:srgbClr val="222222"/>
                </a:solidFill>
                <a:latin typeface="Menlo"/>
                <a:ea typeface="Menlo"/>
                <a:cs typeface="Menlo"/>
              </a:rPr>
              <a:t> </a:t>
            </a:r>
            <a:r>
              <a:rPr sz="2250">
                <a:solidFill>
                  <a:srgbClr val="6F42C1"/>
                </a:solidFill>
                <a:latin typeface="Menlo"/>
                <a:ea typeface="Menlo"/>
                <a:cs typeface="Menlo"/>
              </a:rPr>
              <a:t>const</a:t>
            </a:r>
            <a:r>
              <a:rPr sz="2250">
                <a:solidFill>
                  <a:srgbClr val="222222"/>
                </a:solidFill>
                <a:latin typeface="Menlo"/>
                <a:ea typeface="Menlo"/>
                <a:cs typeface="Menlo"/>
              </a:rPr>
              <a:t> </a:t>
            </a:r>
            <a:r>
              <a:rPr sz="2250">
                <a:solidFill>
                  <a:srgbClr val="222222"/>
                </a:solidFill>
                <a:latin typeface="Menlo"/>
                <a:ea typeface="Menlo"/>
                <a:cs typeface="Menlo"/>
              </a:rPr>
              <a:t>{ </a:t>
            </a:r>
            <a:r>
              <a:rPr sz="2250">
                <a:solidFill>
                  <a:srgbClr val="59636E"/>
                </a:solidFill>
                <a:latin typeface="Menlo"/>
                <a:ea typeface="Menlo"/>
                <a:cs typeface="Menlo"/>
              </a:rPr>
              <a:t>/* ... */</a:t>
            </a:r>
            <a:r>
              <a:rPr sz="2250">
                <a:solidFill>
                  <a:srgbClr val="222222"/>
                </a:solidFill>
                <a:latin typeface="Menlo"/>
                <a:ea typeface="Menlo"/>
                <a:cs typeface="Menlo"/>
              </a:rPr>
              <a:t> }</a:t>
            </a:r>
          </a:p>
        </p:txBody>
      </p:sp>
      <p:sp>
        <p:nvSpPr>
          <p:cNvPr id="6" name="code-3">
            <a:extLst xmlns:a="http://schemas.openxmlformats.org/drawingml/2006/main">
              <a:ext uri="{FF2B5EF4-FFF2-40B4-BE49-F238E27FC236}">
                <a16:creationId xmlns:a16="http://schemas.microsoft.com/office/drawing/2014/main" id="{02F2F3FA-2EDD-45AA-83B3-639F22E11182}"/>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005CC5"/>
                </a:solidFill>
                <a:latin typeface="Menlo"/>
                <a:ea typeface="Menlo"/>
                <a:cs typeface="Menlo"/>
              </a:rPr>
              <a:t>virtual</a:t>
            </a:r>
            <a:r>
              <a:rPr sz="2250">
                <a:solidFill>
                  <a:srgbClr val="222222"/>
                </a:solidFill>
                <a:latin typeface="Menlo"/>
                <a:ea typeface="Menlo"/>
                <a:cs typeface="Menlo"/>
              </a:rPr>
              <a:t> ~</a:t>
            </a:r>
            <a:r>
              <a:rPr sz="2250">
                <a:solidFill>
                  <a:srgbClr val="005CC5"/>
                </a:solidFill>
                <a:latin typeface="Menlo"/>
                <a:ea typeface="Menlo"/>
                <a:cs typeface="Menlo"/>
              </a:rPr>
              <a:t>Base</a:t>
            </a:r>
            <a:r>
              <a:rPr sz="2250">
                <a:solidFill>
                  <a:srgbClr val="222222"/>
                </a:solidFill>
                <a:latin typeface="Menlo"/>
                <a:ea typeface="Menlo"/>
                <a:cs typeface="Menlo"/>
              </a:rPr>
              <a:t>()</a:t>
            </a:r>
            <a:r>
              <a:rPr sz="2250">
                <a:solidFill>
                  <a:srgbClr val="222222"/>
                </a:solidFill>
                <a:latin typeface="Menlo"/>
                <a:ea typeface="Menlo"/>
                <a:cs typeface="Menlo"/>
              </a:rPr>
              <a:t> </a:t>
            </a:r>
            <a:r>
              <a:rPr sz="2250">
                <a:solidFill>
                  <a:srgbClr val="222222"/>
                </a:solidFill>
                <a:latin typeface="Menlo"/>
                <a:ea typeface="Menlo"/>
                <a:cs typeface="Menlo"/>
              </a:rPr>
              <a:t>= </a:t>
            </a:r>
            <a:r>
              <a:rPr sz="2250">
                <a:solidFill>
                  <a:srgbClr val="005CC5"/>
                </a:solidFill>
                <a:latin typeface="Menlo"/>
                <a:ea typeface="Menlo"/>
                <a:cs typeface="Menlo"/>
              </a:rPr>
              <a:t>default</a:t>
            </a:r>
            <a:r>
              <a:rPr sz="2250">
                <a:solidFill>
                  <a:srgbClr val="222222"/>
                </a:solidFill>
                <a:latin typeface="Menlo"/>
                <a:ea typeface="Menlo"/>
                <a:cs typeface="Menlo"/>
              </a:rPr>
              <a:t>;</a:t>
            </a:r>
          </a:p>
        </p:txBody>
      </p:sp>
      <p:sp>
        <p:nvSpPr>
          <p:cNvPr id="7" name="code-4">
            <a:extLst xmlns:a="http://schemas.openxmlformats.org/drawingml/2006/main">
              <a:ext uri="{FF2B5EF4-FFF2-40B4-BE49-F238E27FC236}">
                <a16:creationId xmlns:a16="http://schemas.microsoft.com/office/drawing/2014/main" id="{4698D250-69B0-47A8-9139-FA809890AF6B}"/>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8" name="code-5">
            <a:extLst xmlns:a="http://schemas.openxmlformats.org/drawingml/2006/main">
              <a:ext uri="{FF2B5EF4-FFF2-40B4-BE49-F238E27FC236}">
                <a16:creationId xmlns:a16="http://schemas.microsoft.com/office/drawing/2014/main" id="{AE2F5918-E231-45EA-B934-F6CAFB6D5AE5}"/>
              </a:ext>
            </a:extLst>
          </p:cNvPr>
          <p:cNvSpPr>
            <a:spLocks xmlns:a="http://schemas.openxmlformats.org/drawingml/2006/main" noGrp="1"/>
          </p:cNvSpPr>
          <p:nvPr/>
        </p:nvSpPr>
        <p:spPr>
          <a:xfrm xmlns:a="http://schemas.openxmlformats.org/drawingml/2006/main">
            <a:off x="800100" y="33147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005CC5"/>
                </a:solidFill>
                <a:latin typeface="Menlo"/>
                <a:ea typeface="Menlo"/>
                <a:cs typeface="Menlo"/>
              </a:rPr>
              <a:t>struct</a:t>
            </a:r>
            <a:r>
              <a:rPr sz="2250">
                <a:solidFill>
                  <a:srgbClr val="222222"/>
                </a:solidFill>
                <a:latin typeface="Menlo"/>
                <a:ea typeface="Menlo"/>
                <a:cs typeface="Menlo"/>
              </a:rPr>
              <a:t> </a:t>
            </a:r>
            <a:r>
              <a:rPr sz="2250">
                <a:solidFill>
                  <a:srgbClr val="222222"/>
                </a:solidFill>
                <a:latin typeface="Menlo"/>
                <a:ea typeface="Menlo"/>
                <a:cs typeface="Menlo"/>
              </a:rPr>
              <a:t>Derived</a:t>
            </a:r>
            <a:r>
              <a:rPr sz="2250">
                <a:solidFill>
                  <a:srgbClr val="222222"/>
                </a:solidFill>
                <a:latin typeface="Menlo"/>
                <a:ea typeface="Menlo"/>
                <a:cs typeface="Menlo"/>
              </a:rPr>
              <a:t> : Base {</a:t>
            </a:r>
          </a:p>
        </p:txBody>
      </p:sp>
      <p:sp>
        <p:nvSpPr>
          <p:cNvPr id="9" name="code-6">
            <a:extLst xmlns:a="http://schemas.openxmlformats.org/drawingml/2006/main">
              <a:ext uri="{FF2B5EF4-FFF2-40B4-BE49-F238E27FC236}">
                <a16:creationId xmlns:a16="http://schemas.microsoft.com/office/drawing/2014/main" id="{886CFFD3-6239-42FB-B790-9B4291B53A0B}"/>
              </a:ext>
            </a:extLst>
          </p:cNvPr>
          <p:cNvSpPr>
            <a:spLocks xmlns:a="http://schemas.openxmlformats.org/drawingml/2006/main" noGrp="1"/>
          </p:cNvSpPr>
          <p:nvPr/>
        </p:nvSpPr>
        <p:spPr>
          <a:xfrm xmlns:a="http://schemas.openxmlformats.org/drawingml/2006/main">
            <a:off x="800100" y="36861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6F42C1"/>
                </a:solidFill>
                <a:latin typeface="Menlo"/>
                <a:ea typeface="Menlo"/>
                <a:cs typeface="Menlo"/>
              </a:rPr>
              <a:t>void</a:t>
            </a:r>
            <a:r>
              <a:rPr sz="2250">
                <a:solidFill>
                  <a:srgbClr val="222222"/>
                </a:solidFill>
                <a:latin typeface="Menlo"/>
                <a:ea typeface="Menlo"/>
                <a:cs typeface="Menlo"/>
              </a:rPr>
              <a:t> </a:t>
            </a:r>
            <a:r>
              <a:rPr sz="2250">
                <a:solidFill>
                  <a:srgbClr val="6F42C1"/>
                </a:solidFill>
                <a:latin typeface="Menlo"/>
                <a:ea typeface="Menlo"/>
                <a:cs typeface="Menlo"/>
              </a:rPr>
              <a:t>live</a:t>
            </a:r>
            <a:r>
              <a:rPr sz="2250">
                <a:solidFill>
                  <a:srgbClr val="222222"/>
                </a:solidFill>
                <a:latin typeface="Menlo"/>
                <a:ea typeface="Menlo"/>
                <a:cs typeface="Menlo"/>
              </a:rPr>
              <a:t>()</a:t>
            </a:r>
            <a:r>
              <a:rPr sz="2250">
                <a:solidFill>
                  <a:srgbClr val="222222"/>
                </a:solidFill>
                <a:latin typeface="Menlo"/>
                <a:ea typeface="Menlo"/>
                <a:cs typeface="Menlo"/>
              </a:rPr>
              <a:t> </a:t>
            </a:r>
            <a:r>
              <a:rPr sz="2250">
                <a:solidFill>
                  <a:srgbClr val="6F42C1"/>
                </a:solidFill>
                <a:latin typeface="Menlo"/>
                <a:ea typeface="Menlo"/>
                <a:cs typeface="Menlo"/>
              </a:rPr>
              <a:t>const</a:t>
            </a:r>
            <a:r>
              <a:rPr sz="2250">
                <a:solidFill>
                  <a:srgbClr val="222222"/>
                </a:solidFill>
                <a:latin typeface="Menlo"/>
                <a:ea typeface="Menlo"/>
                <a:cs typeface="Menlo"/>
              </a:rPr>
              <a:t> </a:t>
            </a:r>
            <a:r>
              <a:rPr sz="2250">
                <a:solidFill>
                  <a:srgbClr val="005CC5"/>
                </a:solidFill>
                <a:latin typeface="Menlo"/>
                <a:ea typeface="Menlo"/>
                <a:cs typeface="Menlo"/>
              </a:rPr>
              <a:t>override</a:t>
            </a:r>
            <a:r>
              <a:rPr sz="2250">
                <a:solidFill>
                  <a:srgbClr val="222222"/>
                </a:solidFill>
                <a:latin typeface="Menlo"/>
                <a:ea typeface="Menlo"/>
                <a:cs typeface="Menlo"/>
              </a:rPr>
              <a:t> </a:t>
            </a:r>
            <a:r>
              <a:rPr sz="2250">
                <a:solidFill>
                  <a:srgbClr val="222222"/>
                </a:solidFill>
                <a:latin typeface="Menlo"/>
                <a:ea typeface="Menlo"/>
                <a:cs typeface="Menlo"/>
              </a:rPr>
              <a:t>{ </a:t>
            </a:r>
            <a:r>
              <a:rPr sz="2250">
                <a:solidFill>
                  <a:srgbClr val="59636E"/>
                </a:solidFill>
                <a:latin typeface="Menlo"/>
                <a:ea typeface="Menlo"/>
                <a:cs typeface="Menlo"/>
              </a:rPr>
              <a:t>/* ... */</a:t>
            </a:r>
            <a:r>
              <a:rPr sz="2250">
                <a:solidFill>
                  <a:srgbClr val="222222"/>
                </a:solidFill>
                <a:latin typeface="Menlo"/>
                <a:ea typeface="Menlo"/>
                <a:cs typeface="Menlo"/>
              </a:rPr>
              <a:t> }</a:t>
            </a:r>
          </a:p>
        </p:txBody>
      </p:sp>
      <p:sp>
        <p:nvSpPr>
          <p:cNvPr id="10" name="code-7">
            <a:extLst xmlns:a="http://schemas.openxmlformats.org/drawingml/2006/main">
              <a:ext uri="{FF2B5EF4-FFF2-40B4-BE49-F238E27FC236}">
                <a16:creationId xmlns:a16="http://schemas.microsoft.com/office/drawing/2014/main" id="{2F7A627D-7743-41D7-8790-C216CD5B35D8}"/>
              </a:ext>
            </a:extLst>
          </p:cNvPr>
          <p:cNvSpPr>
            <a:spLocks xmlns:a="http://schemas.openxmlformats.org/drawingml/2006/main" noGrp="1"/>
          </p:cNvSpPr>
          <p:nvPr/>
        </p:nvSpPr>
        <p:spPr>
          <a:xfrm xmlns:a="http://schemas.openxmlformats.org/drawingml/2006/main">
            <a:off x="800100" y="40576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a:t>
            </a:r>
          </a:p>
        </p:txBody>
      </p:sp>
      <p:sp>
        <p:nvSpPr>
          <p:cNvPr id="11" name="cue-1">
            <a:extLst xmlns:a="http://schemas.openxmlformats.org/drawingml/2006/main">
              <a:ext uri="{FF2B5EF4-FFF2-40B4-BE49-F238E27FC236}">
                <a16:creationId xmlns:a16="http://schemas.microsoft.com/office/drawing/2014/main" id="{0CA85B98-6A00-4E65-8C86-60F84278AC5B}"/>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A Base&amp; referring to Derived dispatches live to Derived.</a:t>
            </a:r>
          </a:p>
        </p:txBody>
      </p:sp>
    </p:spTree>
    <p:extLst>
      <p:ext uri="{BB962C8B-B14F-4D97-AF65-F5344CB8AC3E}">
        <p14:creationId xmlns:p14="http://schemas.microsoft.com/office/powerpoint/2010/main" val="1668254070"/>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rand">
            <a:extLst xmlns:a="http://schemas.openxmlformats.org/drawingml/2006/main">
              <a:ext uri="{FF2B5EF4-FFF2-40B4-BE49-F238E27FC236}">
                <a16:creationId xmlns:a16="http://schemas.microsoft.com/office/drawing/2014/main" id="{203CF7CA-109C-4AFD-A635-A9D50B25FC4A}"/>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C320BD6A-F731-42F7-946B-72CF15B666A0}"/>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61 / 63</a:t>
            </a:r>
          </a:p>
        </p:txBody>
      </p:sp>
      <p:sp>
        <p:nvSpPr>
          <p:cNvPr id="3" name="heading-1">
            <a:extLst xmlns:a="http://schemas.openxmlformats.org/drawingml/2006/main">
              <a:ext uri="{FF2B5EF4-FFF2-40B4-BE49-F238E27FC236}">
                <a16:creationId xmlns:a16="http://schemas.microsoft.com/office/drawing/2014/main" id="{F32D5036-08E3-4DD2-AA9B-A9E32A58D61D}"/>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Copying by value can slice an object</a:t>
            </a:r>
          </a:p>
        </p:txBody>
      </p:sp>
      <p:sp>
        <p:nvSpPr>
          <p:cNvPr id="4" name="code-1">
            <a:extLst xmlns:a="http://schemas.openxmlformats.org/drawingml/2006/main">
              <a:ext uri="{FF2B5EF4-FFF2-40B4-BE49-F238E27FC236}">
                <a16:creationId xmlns:a16="http://schemas.microsoft.com/office/drawing/2014/main" id="{2015E9FD-3D48-4B80-A794-35940E0CF9C8}"/>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Derived d;</a:t>
            </a:r>
          </a:p>
        </p:txBody>
      </p:sp>
      <p:sp>
        <p:nvSpPr>
          <p:cNvPr id="5" name="code-2">
            <a:extLst xmlns:a="http://schemas.openxmlformats.org/drawingml/2006/main">
              <a:ext uri="{FF2B5EF4-FFF2-40B4-BE49-F238E27FC236}">
                <a16:creationId xmlns:a16="http://schemas.microsoft.com/office/drawing/2014/main" id="{E9DBE22D-7EAE-44D8-BF13-9FA3D50F7C93}"/>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Base copied </a:t>
            </a:r>
            <a:r>
              <a:rPr sz="2250">
                <a:solidFill>
                  <a:srgbClr val="222222"/>
                </a:solidFill>
                <a:latin typeface="Menlo"/>
                <a:ea typeface="Menlo"/>
                <a:cs typeface="Menlo"/>
              </a:rPr>
              <a:t>= d;</a:t>
            </a:r>
          </a:p>
        </p:txBody>
      </p:sp>
      <p:sp>
        <p:nvSpPr>
          <p:cNvPr id="6" name="code-3">
            <a:extLst xmlns:a="http://schemas.openxmlformats.org/drawingml/2006/main">
              <a:ext uri="{FF2B5EF4-FFF2-40B4-BE49-F238E27FC236}">
                <a16:creationId xmlns:a16="http://schemas.microsoft.com/office/drawing/2014/main" id="{52ABB976-D778-4183-835D-130EE4C20606}"/>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Base&amp; borrowed </a:t>
            </a:r>
            <a:r>
              <a:rPr sz="2250">
                <a:solidFill>
                  <a:srgbClr val="222222"/>
                </a:solidFill>
                <a:latin typeface="Menlo"/>
                <a:ea typeface="Menlo"/>
                <a:cs typeface="Menlo"/>
              </a:rPr>
              <a:t>= d;</a:t>
            </a:r>
          </a:p>
        </p:txBody>
      </p:sp>
      <p:sp>
        <p:nvSpPr>
          <p:cNvPr id="7" name="cue-1">
            <a:extLst xmlns:a="http://schemas.openxmlformats.org/drawingml/2006/main">
              <a:ext uri="{FF2B5EF4-FFF2-40B4-BE49-F238E27FC236}">
                <a16:creationId xmlns:a16="http://schemas.microsoft.com/office/drawing/2014/main" id="{2E911A4C-5344-40B9-871C-01CC11175D37}"/>
              </a:ext>
            </a:extLst>
          </p:cNvPr>
          <p:cNvSpPr>
            <a:spLocks xmlns:a="http://schemas.openxmlformats.org/drawingml/2006/main" noGrp="1"/>
          </p:cNvSpPr>
          <p:nvPr/>
        </p:nvSpPr>
        <p:spPr>
          <a:xfrm xmlns:a="http://schemas.openxmlformats.org/drawingml/2006/main">
            <a:off x="800100" y="5467350"/>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copied contains only a Base object.</a:t>
            </a:r>
          </a:p>
        </p:txBody>
      </p:sp>
      <p:sp>
        <p:nvSpPr>
          <p:cNvPr id="8" name="cue-2">
            <a:extLst xmlns:a="http://schemas.openxmlformats.org/drawingml/2006/main">
              <a:ext uri="{FF2B5EF4-FFF2-40B4-BE49-F238E27FC236}">
                <a16:creationId xmlns:a16="http://schemas.microsoft.com/office/drawing/2014/main" id="{B49C24D8-53B7-41DA-A6F6-EA2969D93DB3}"/>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borrowed still refers to the complete d.</a:t>
            </a:r>
          </a:p>
        </p:txBody>
      </p:sp>
    </p:spTree>
    <p:extLst>
      <p:ext uri="{BB962C8B-B14F-4D97-AF65-F5344CB8AC3E}">
        <p14:creationId xmlns:p14="http://schemas.microsoft.com/office/powerpoint/2010/main" val="1517459175"/>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brand">
            <a:extLst xmlns:a="http://schemas.openxmlformats.org/drawingml/2006/main">
              <a:ext uri="{FF2B5EF4-FFF2-40B4-BE49-F238E27FC236}">
                <a16:creationId xmlns:a16="http://schemas.microsoft.com/office/drawing/2014/main" id="{0C9DD691-E6DA-42FA-A0F6-6942AE2ED8A0}"/>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ABB1A0D9-46D9-4E23-90B6-282B2B31DE59}"/>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62 / 63</a:t>
            </a:r>
          </a:p>
        </p:txBody>
      </p:sp>
      <p:sp>
        <p:nvSpPr>
          <p:cNvPr id="3" name="heading-1">
            <a:extLst xmlns:a="http://schemas.openxmlformats.org/drawingml/2006/main">
              <a:ext uri="{FF2B5EF4-FFF2-40B4-BE49-F238E27FC236}">
                <a16:creationId xmlns:a16="http://schemas.microsoft.com/office/drawing/2014/main" id="{41DDBF59-313A-41F9-80BE-66E137663836}"/>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Exclusive resource ownership</a:t>
            </a:r>
          </a:p>
        </p:txBody>
      </p:sp>
      <p:sp>
        <p:nvSpPr>
          <p:cNvPr id="4" name="code-1">
            <a:extLst xmlns:a="http://schemas.openxmlformats.org/drawingml/2006/main">
              <a:ext uri="{FF2B5EF4-FFF2-40B4-BE49-F238E27FC236}">
                <a16:creationId xmlns:a16="http://schemas.microsoft.com/office/drawing/2014/main" id="{4595AD9F-C3EF-4254-80A4-B6BD1D282F84}"/>
              </a:ext>
            </a:extLst>
          </p:cNvPr>
          <p:cNvSpPr>
            <a:spLocks xmlns:a="http://schemas.openxmlformats.org/drawingml/2006/main" noGrp="1"/>
          </p:cNvSpPr>
          <p:nvPr/>
        </p:nvSpPr>
        <p:spPr>
          <a:xfrm xmlns:a="http://schemas.openxmlformats.org/drawingml/2006/main">
            <a:off x="800100" y="182880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unique_ptr&lt;Band&gt; owner </a:t>
            </a:r>
            <a:r>
              <a:rPr sz="2250">
                <a:solidFill>
                  <a:srgbClr val="222222"/>
                </a:solidFill>
                <a:latin typeface="Menlo"/>
                <a:ea typeface="Menlo"/>
                <a:cs typeface="Menlo"/>
              </a:rPr>
              <a:t>= std::</a:t>
            </a:r>
            <a:r>
              <a:rPr sz="2250">
                <a:solidFill>
                  <a:srgbClr val="005CC5"/>
                </a:solidFill>
                <a:latin typeface="Menlo"/>
                <a:ea typeface="Menlo"/>
                <a:cs typeface="Menlo"/>
              </a:rPr>
              <a:t>make_unique</a:t>
            </a:r>
            <a:r>
              <a:rPr sz="2250">
                <a:solidFill>
                  <a:srgbClr val="222222"/>
                </a:solidFill>
                <a:latin typeface="Menlo"/>
                <a:ea typeface="Menlo"/>
                <a:cs typeface="Menlo"/>
              </a:rPr>
              <a:t>&lt;Band&gt;</a:t>
            </a:r>
            <a:r>
              <a:rPr sz="2250">
                <a:solidFill>
                  <a:srgbClr val="222222"/>
                </a:solidFill>
                <a:latin typeface="Menlo"/>
                <a:ea typeface="Menlo"/>
                <a:cs typeface="Menlo"/>
              </a:rPr>
              <a:t>(</a:t>
            </a:r>
          </a:p>
        </p:txBody>
      </p:sp>
      <p:sp>
        <p:nvSpPr>
          <p:cNvPr id="5" name="code-2">
            <a:extLst xmlns:a="http://schemas.openxmlformats.org/drawingml/2006/main">
              <a:ext uri="{FF2B5EF4-FFF2-40B4-BE49-F238E27FC236}">
                <a16:creationId xmlns:a16="http://schemas.microsoft.com/office/drawing/2014/main" id="{EBBEE365-7386-4005-A47E-42A2B8167CDD}"/>
              </a:ext>
            </a:extLst>
          </p:cNvPr>
          <p:cNvSpPr>
            <a:spLocks xmlns:a="http://schemas.openxmlformats.org/drawingml/2006/main" noGrp="1"/>
          </p:cNvSpPr>
          <p:nvPr/>
        </p:nvSpPr>
        <p:spPr>
          <a:xfrm xmlns:a="http://schemas.openxmlformats.org/drawingml/2006/main">
            <a:off x="800100" y="220027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0B6B3A"/>
                </a:solidFill>
                <a:latin typeface="Menlo"/>
                <a:ea typeface="Menlo"/>
                <a:cs typeface="Menlo"/>
              </a:rPr>
              <a:t>"mutsumi"</a:t>
            </a:r>
            <a:r>
              <a:rPr sz="2250">
                <a:solidFill>
                  <a:srgbClr val="222222"/>
                </a:solidFill>
                <a:latin typeface="Menlo"/>
                <a:ea typeface="Menlo"/>
                <a:cs typeface="Menlo"/>
              </a:rPr>
              <a:t>, </a:t>
            </a:r>
            <a:r>
              <a:rPr sz="2250">
                <a:solidFill>
                  <a:srgbClr val="0B6B3A"/>
                </a:solidFill>
                <a:latin typeface="Menlo"/>
                <a:ea typeface="Menlo"/>
                <a:cs typeface="Menlo"/>
              </a:rPr>
              <a:t>"hatsune"</a:t>
            </a:r>
            <a:r>
              <a:rPr sz="2250">
                <a:solidFill>
                  <a:srgbClr val="222222"/>
                </a:solidFill>
                <a:latin typeface="Menlo"/>
                <a:ea typeface="Menlo"/>
                <a:cs typeface="Menlo"/>
              </a:rPr>
              <a:t>, </a:t>
            </a:r>
            <a:r>
              <a:rPr sz="2250">
                <a:solidFill>
                  <a:srgbClr val="0B6B3A"/>
                </a:solidFill>
                <a:latin typeface="Menlo"/>
                <a:ea typeface="Menlo"/>
                <a:cs typeface="Menlo"/>
              </a:rPr>
              <a:t>"nyamu"</a:t>
            </a:r>
            <a:r>
              <a:rPr sz="2250">
                <a:solidFill>
                  <a:srgbClr val="222222"/>
                </a:solidFill>
                <a:latin typeface="Menlo"/>
                <a:ea typeface="Menlo"/>
                <a:cs typeface="Menlo"/>
              </a:rPr>
              <a:t>,</a:t>
            </a:r>
          </a:p>
        </p:txBody>
      </p:sp>
      <p:sp>
        <p:nvSpPr>
          <p:cNvPr id="6" name="code-3">
            <a:extLst xmlns:a="http://schemas.openxmlformats.org/drawingml/2006/main">
              <a:ext uri="{FF2B5EF4-FFF2-40B4-BE49-F238E27FC236}">
                <a16:creationId xmlns:a16="http://schemas.microsoft.com/office/drawing/2014/main" id="{E7D27762-AE1F-4D14-B287-FAD52724A2A6}"/>
              </a:ext>
            </a:extLst>
          </p:cNvPr>
          <p:cNvSpPr>
            <a:spLocks xmlns:a="http://schemas.openxmlformats.org/drawingml/2006/main" noGrp="1"/>
          </p:cNvSpPr>
          <p:nvPr/>
        </p:nvSpPr>
        <p:spPr>
          <a:xfrm xmlns:a="http://schemas.openxmlformats.org/drawingml/2006/main">
            <a:off x="800100" y="2571750"/>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    </a:t>
            </a:r>
            <a:r>
              <a:rPr sz="2250">
                <a:solidFill>
                  <a:srgbClr val="0B6B3A"/>
                </a:solidFill>
                <a:latin typeface="Menlo"/>
                <a:ea typeface="Menlo"/>
                <a:cs typeface="Menlo"/>
              </a:rPr>
              <a:t>"umiri"</a:t>
            </a:r>
            <a:r>
              <a:rPr sz="2250">
                <a:solidFill>
                  <a:srgbClr val="222222"/>
                </a:solidFill>
                <a:latin typeface="Menlo"/>
                <a:ea typeface="Menlo"/>
                <a:cs typeface="Menlo"/>
              </a:rPr>
              <a:t>, </a:t>
            </a:r>
            <a:r>
              <a:rPr sz="2250">
                <a:solidFill>
                  <a:srgbClr val="0B6B3A"/>
                </a:solidFill>
                <a:latin typeface="Menlo"/>
                <a:ea typeface="Menlo"/>
                <a:cs typeface="Menlo"/>
              </a:rPr>
              <a:t>"saki"</a:t>
            </a:r>
            <a:r>
              <a:rPr sz="2250">
                <a:solidFill>
                  <a:srgbClr val="222222"/>
                </a:solidFill>
                <a:latin typeface="Menlo"/>
                <a:ea typeface="Menlo"/>
                <a:cs typeface="Menlo"/>
              </a:rPr>
              <a:t>)</a:t>
            </a:r>
            <a:r>
              <a:rPr sz="2250">
                <a:solidFill>
                  <a:srgbClr val="222222"/>
                </a:solidFill>
                <a:latin typeface="Menlo"/>
                <a:ea typeface="Menlo"/>
                <a:cs typeface="Menlo"/>
              </a:rPr>
              <a:t>;</a:t>
            </a:r>
          </a:p>
        </p:txBody>
      </p:sp>
      <p:sp>
        <p:nvSpPr>
          <p:cNvPr id="7" name="code-4">
            <a:extLst xmlns:a="http://schemas.openxmlformats.org/drawingml/2006/main">
              <a:ext uri="{FF2B5EF4-FFF2-40B4-BE49-F238E27FC236}">
                <a16:creationId xmlns:a16="http://schemas.microsoft.com/office/drawing/2014/main" id="{B27F2EF7-AB0C-425C-AD9A-4D4643EEACD0}"/>
              </a:ext>
            </a:extLst>
          </p:cNvPr>
          <p:cNvSpPr>
            <a:spLocks xmlns:a="http://schemas.openxmlformats.org/drawingml/2006/main" noGrp="1"/>
          </p:cNvSpPr>
          <p:nvPr/>
        </p:nvSpPr>
        <p:spPr>
          <a:xfrm xmlns:a="http://schemas.openxmlformats.org/drawingml/2006/main">
            <a:off x="800100" y="2943225"/>
            <a:ext cx="1059180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11111"/>
                </a:solidFill>
                <a:latin typeface="Menlo"/>
                <a:ea typeface="Menlo"/>
                <a:cs typeface="Menlo"/>
              </a:defRPr>
            </a:defPPr>
            <a:lvl1pPr>
              <a:defRPr sz="2250" b="0">
                <a:solidFill>
                  <a:srgbClr val="111111"/>
                </a:solidFill>
                <a:latin typeface="Menlo"/>
                <a:ea typeface="Menlo"/>
                <a:cs typeface="Menlo"/>
              </a:defRPr>
            </a:lvl1pPr>
            <a:lvl2pPr>
              <a:defRPr sz="2250" b="0">
                <a:solidFill>
                  <a:srgbClr val="111111"/>
                </a:solidFill>
                <a:latin typeface="Menlo"/>
                <a:ea typeface="Menlo"/>
                <a:cs typeface="Menlo"/>
              </a:defRPr>
            </a:lvl2pPr>
            <a:lvl3pPr>
              <a:defRPr sz="2250" b="0">
                <a:solidFill>
                  <a:srgbClr val="111111"/>
                </a:solidFill>
                <a:latin typeface="Menlo"/>
                <a:ea typeface="Menlo"/>
                <a:cs typeface="Menlo"/>
              </a:defRPr>
            </a:lvl3pPr>
            <a:lvl4pPr>
              <a:defRPr sz="2250" b="0">
                <a:solidFill>
                  <a:srgbClr val="111111"/>
                </a:solidFill>
                <a:latin typeface="Menlo"/>
                <a:ea typeface="Menlo"/>
                <a:cs typeface="Menlo"/>
              </a:defRPr>
            </a:lvl4pPr>
            <a:lvl5pPr>
              <a:defRPr sz="2250" b="0">
                <a:solidFill>
                  <a:srgbClr val="111111"/>
                </a:solidFill>
                <a:latin typeface="Menlo"/>
                <a:ea typeface="Menlo"/>
                <a:cs typeface="Menlo"/>
              </a:defRPr>
            </a:lvl5pPr>
            <a:lvl6pPr>
              <a:defRPr sz="2250" b="0">
                <a:solidFill>
                  <a:srgbClr val="111111"/>
                </a:solidFill>
                <a:latin typeface="Menlo"/>
                <a:ea typeface="Menlo"/>
                <a:cs typeface="Menlo"/>
              </a:defRPr>
            </a:lvl6pPr>
            <a:lvl7pPr>
              <a:defRPr sz="2250" b="0">
                <a:solidFill>
                  <a:srgbClr val="111111"/>
                </a:solidFill>
                <a:latin typeface="Menlo"/>
                <a:ea typeface="Menlo"/>
                <a:cs typeface="Menlo"/>
              </a:defRPr>
            </a:lvl7pPr>
            <a:lvl8pPr>
              <a:defRPr sz="2250" b="0">
                <a:solidFill>
                  <a:srgbClr val="111111"/>
                </a:solidFill>
                <a:latin typeface="Menlo"/>
                <a:ea typeface="Menlo"/>
                <a:cs typeface="Menlo"/>
              </a:defRPr>
            </a:lvl8pPr>
            <a:lvl9pPr>
              <a:defRPr sz="2250" b="0">
                <a:solidFill>
                  <a:srgbClr val="111111"/>
                </a:solidFill>
                <a:latin typeface="Menlo"/>
                <a:ea typeface="Menlo"/>
                <a:cs typeface="Menlo"/>
              </a:defRPr>
            </a:lvl9pPr>
          </a:lstStyle>
          <a:p xmlns:a="http://schemas.openxmlformats.org/drawingml/2006/main">
            <a:pPr>
              <a:defRPr sz="2250" b="0">
                <a:solidFill>
                  <a:srgbClr val="111111"/>
                </a:solidFill>
                <a:latin typeface="Menlo"/>
                <a:ea typeface="Menlo"/>
                <a:cs typeface="Menlo"/>
              </a:defRPr>
            </a:pPr>
            <a:r>
              <a:rPr sz="2250">
                <a:solidFill>
                  <a:srgbClr val="222222"/>
                </a:solidFill>
                <a:latin typeface="Menlo"/>
                <a:ea typeface="Menlo"/>
                <a:cs typeface="Menlo"/>
              </a:rPr>
              <a:t>std::</a:t>
            </a:r>
            <a:r>
              <a:rPr sz="2250">
                <a:solidFill>
                  <a:srgbClr val="222222"/>
                </a:solidFill>
                <a:latin typeface="Menlo"/>
                <a:ea typeface="Menlo"/>
                <a:cs typeface="Menlo"/>
              </a:rPr>
              <a:t>unique_ptr&lt;Band&gt; next </a:t>
            </a:r>
            <a:r>
              <a:rPr sz="2250">
                <a:solidFill>
                  <a:srgbClr val="222222"/>
                </a:solidFill>
                <a:latin typeface="Menlo"/>
                <a:ea typeface="Menlo"/>
                <a:cs typeface="Menlo"/>
              </a:rPr>
              <a:t>= std::</a:t>
            </a:r>
            <a:r>
              <a:rPr sz="2250">
                <a:solidFill>
                  <a:srgbClr val="005CC5"/>
                </a:solidFill>
                <a:latin typeface="Menlo"/>
                <a:ea typeface="Menlo"/>
                <a:cs typeface="Menlo"/>
              </a:rPr>
              <a:t>move</a:t>
            </a:r>
            <a:r>
              <a:rPr sz="2250">
                <a:solidFill>
                  <a:srgbClr val="222222"/>
                </a:solidFill>
                <a:latin typeface="Menlo"/>
                <a:ea typeface="Menlo"/>
                <a:cs typeface="Menlo"/>
              </a:rPr>
              <a:t>(owner)</a:t>
            </a:r>
            <a:r>
              <a:rPr sz="2250">
                <a:solidFill>
                  <a:srgbClr val="222222"/>
                </a:solidFill>
                <a:latin typeface="Menlo"/>
                <a:ea typeface="Menlo"/>
                <a:cs typeface="Menlo"/>
              </a:rPr>
              <a:t>;</a:t>
            </a:r>
          </a:p>
        </p:txBody>
      </p:sp>
      <p:sp>
        <p:nvSpPr>
          <p:cNvPr id="8" name="cue-1">
            <a:extLst xmlns:a="http://schemas.openxmlformats.org/drawingml/2006/main">
              <a:ext uri="{FF2B5EF4-FFF2-40B4-BE49-F238E27FC236}">
                <a16:creationId xmlns:a16="http://schemas.microsoft.com/office/drawing/2014/main" id="{129223F3-5F51-46FF-93CB-0F9FB45C19FD}"/>
              </a:ext>
            </a:extLst>
          </p:cNvPr>
          <p:cNvSpPr>
            <a:spLocks xmlns:a="http://schemas.openxmlformats.org/drawingml/2006/main" noGrp="1"/>
          </p:cNvSpPr>
          <p:nvPr/>
        </p:nvSpPr>
        <p:spPr>
          <a:xfrm xmlns:a="http://schemas.openxmlformats.org/drawingml/2006/main">
            <a:off x="800100" y="5467350"/>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next receives ownership. owner becomes empty.</a:t>
            </a:r>
          </a:p>
        </p:txBody>
      </p:sp>
      <p:sp>
        <p:nvSpPr>
          <p:cNvPr id="9" name="cue-2">
            <a:extLst xmlns:a="http://schemas.openxmlformats.org/drawingml/2006/main">
              <a:ext uri="{FF2B5EF4-FFF2-40B4-BE49-F238E27FC236}">
                <a16:creationId xmlns:a16="http://schemas.microsoft.com/office/drawing/2014/main" id="{5F7247B7-7BC8-4F13-8EB1-AA4EF3A46FC3}"/>
              </a:ext>
            </a:extLst>
          </p:cNvPr>
          <p:cNvSpPr>
            <a:spLocks xmlns:a="http://schemas.openxmlformats.org/drawingml/2006/main" noGrp="1"/>
          </p:cNvSpPr>
          <p:nvPr/>
        </p:nvSpPr>
        <p:spPr>
          <a:xfrm xmlns:a="http://schemas.openxmlformats.org/drawingml/2006/main">
            <a:off x="800100" y="5838825"/>
            <a:ext cx="1047750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11111"/>
                </a:solidFill>
                <a:latin typeface="PingFang SC"/>
                <a:ea typeface="PingFang SC"/>
                <a:cs typeface="PingFang SC"/>
              </a:defRPr>
            </a:defPPr>
            <a:lvl1pPr>
              <a:defRPr sz="2175" b="0">
                <a:solidFill>
                  <a:srgbClr val="111111"/>
                </a:solidFill>
                <a:latin typeface="PingFang SC"/>
                <a:ea typeface="PingFang SC"/>
                <a:cs typeface="PingFang SC"/>
              </a:defRPr>
            </a:lvl1pPr>
            <a:lvl2pPr>
              <a:defRPr sz="2175" b="0">
                <a:solidFill>
                  <a:srgbClr val="111111"/>
                </a:solidFill>
                <a:latin typeface="PingFang SC"/>
                <a:ea typeface="PingFang SC"/>
                <a:cs typeface="PingFang SC"/>
              </a:defRPr>
            </a:lvl2pPr>
            <a:lvl3pPr>
              <a:defRPr sz="2175" b="0">
                <a:solidFill>
                  <a:srgbClr val="111111"/>
                </a:solidFill>
                <a:latin typeface="PingFang SC"/>
                <a:ea typeface="PingFang SC"/>
                <a:cs typeface="PingFang SC"/>
              </a:defRPr>
            </a:lvl3pPr>
            <a:lvl4pPr>
              <a:defRPr sz="2175" b="0">
                <a:solidFill>
                  <a:srgbClr val="111111"/>
                </a:solidFill>
                <a:latin typeface="PingFang SC"/>
                <a:ea typeface="PingFang SC"/>
                <a:cs typeface="PingFang SC"/>
              </a:defRPr>
            </a:lvl4pPr>
            <a:lvl5pPr>
              <a:defRPr sz="2175" b="0">
                <a:solidFill>
                  <a:srgbClr val="111111"/>
                </a:solidFill>
                <a:latin typeface="PingFang SC"/>
                <a:ea typeface="PingFang SC"/>
                <a:cs typeface="PingFang SC"/>
              </a:defRPr>
            </a:lvl5pPr>
            <a:lvl6pPr>
              <a:defRPr sz="2175" b="0">
                <a:solidFill>
                  <a:srgbClr val="111111"/>
                </a:solidFill>
                <a:latin typeface="PingFang SC"/>
                <a:ea typeface="PingFang SC"/>
                <a:cs typeface="PingFang SC"/>
              </a:defRPr>
            </a:lvl6pPr>
            <a:lvl7pPr>
              <a:defRPr sz="2175" b="0">
                <a:solidFill>
                  <a:srgbClr val="111111"/>
                </a:solidFill>
                <a:latin typeface="PingFang SC"/>
                <a:ea typeface="PingFang SC"/>
                <a:cs typeface="PingFang SC"/>
              </a:defRPr>
            </a:lvl7pPr>
            <a:lvl8pPr>
              <a:defRPr sz="2175" b="0">
                <a:solidFill>
                  <a:srgbClr val="111111"/>
                </a:solidFill>
                <a:latin typeface="PingFang SC"/>
                <a:ea typeface="PingFang SC"/>
                <a:cs typeface="PingFang SC"/>
              </a:defRPr>
            </a:lvl8pPr>
            <a:lvl9pPr>
              <a:defRPr sz="2175" b="0">
                <a:solidFill>
                  <a:srgbClr val="111111"/>
                </a:solidFill>
                <a:latin typeface="PingFang SC"/>
                <a:ea typeface="PingFang SC"/>
                <a:cs typeface="PingFang SC"/>
              </a:defRPr>
            </a:lvl9pPr>
          </a:lstStyle>
          <a:p xmlns:a="http://schemas.openxmlformats.org/drawingml/2006/main">
            <a:pPr>
              <a:defRPr sz="2175" b="0">
                <a:solidFill>
                  <a:srgbClr val="111111"/>
                </a:solidFill>
                <a:latin typeface="PingFang SC"/>
                <a:ea typeface="PingFang SC"/>
                <a:cs typeface="PingFang SC"/>
              </a:defRPr>
            </a:pPr>
            <a:r>
              <a:rPr sz="2175" b="0">
                <a:solidFill>
                  <a:srgbClr val="111111"/>
                </a:solidFill>
                <a:latin typeface="PingFang SC"/>
                <a:ea typeface="PingFang SC"/>
                <a:cs typeface="PingFang SC"/>
              </a:rPr>
              <a:t>The resource is released automatically at scope exit.</a:t>
            </a:r>
          </a:p>
        </p:txBody>
      </p:sp>
    </p:spTree>
    <p:extLst>
      <p:ext uri="{BB962C8B-B14F-4D97-AF65-F5344CB8AC3E}">
        <p14:creationId xmlns:p14="http://schemas.microsoft.com/office/powerpoint/2010/main" val="744359722"/>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brand">
            <a:extLst xmlns:a="http://schemas.openxmlformats.org/drawingml/2006/main">
              <a:ext uri="{FF2B5EF4-FFF2-40B4-BE49-F238E27FC236}">
                <a16:creationId xmlns:a16="http://schemas.microsoft.com/office/drawing/2014/main" id="{C1E429A9-64B3-417B-AD84-F07D0D037AEA}"/>
              </a:ext>
            </a:extLst>
          </p:cNvPr>
          <p:cNvSpPr>
            <a:spLocks xmlns:a="http://schemas.openxmlformats.org/drawingml/2006/main" noGrp="1"/>
          </p:cNvSpPr>
          <p:nvPr/>
        </p:nvSpPr>
        <p:spPr>
          <a:xfrm xmlns:a="http://schemas.openxmlformats.org/drawingml/2006/main">
            <a:off x="800100" y="266700"/>
            <a:ext cx="714375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125" b="1">
                <a:solidFill>
                  <a:srgbClr val="777777"/>
                </a:solidFill>
                <a:latin typeface="PingFang SC"/>
                <a:ea typeface="PingFang SC"/>
                <a:cs typeface="PingFang SC"/>
              </a:defRPr>
            </a:defPPr>
            <a:lvl1pPr>
              <a:defRPr sz="1125" b="1">
                <a:solidFill>
                  <a:srgbClr val="777777"/>
                </a:solidFill>
                <a:latin typeface="PingFang SC"/>
                <a:ea typeface="PingFang SC"/>
                <a:cs typeface="PingFang SC"/>
              </a:defRPr>
            </a:lvl1pPr>
            <a:lvl2pPr>
              <a:defRPr sz="1125" b="1">
                <a:solidFill>
                  <a:srgbClr val="777777"/>
                </a:solidFill>
                <a:latin typeface="PingFang SC"/>
                <a:ea typeface="PingFang SC"/>
                <a:cs typeface="PingFang SC"/>
              </a:defRPr>
            </a:lvl2pPr>
            <a:lvl3pPr>
              <a:defRPr sz="1125" b="1">
                <a:solidFill>
                  <a:srgbClr val="777777"/>
                </a:solidFill>
                <a:latin typeface="PingFang SC"/>
                <a:ea typeface="PingFang SC"/>
                <a:cs typeface="PingFang SC"/>
              </a:defRPr>
            </a:lvl3pPr>
            <a:lvl4pPr>
              <a:defRPr sz="1125" b="1">
                <a:solidFill>
                  <a:srgbClr val="777777"/>
                </a:solidFill>
                <a:latin typeface="PingFang SC"/>
                <a:ea typeface="PingFang SC"/>
                <a:cs typeface="PingFang SC"/>
              </a:defRPr>
            </a:lvl4pPr>
            <a:lvl5pPr>
              <a:defRPr sz="1125" b="1">
                <a:solidFill>
                  <a:srgbClr val="777777"/>
                </a:solidFill>
                <a:latin typeface="PingFang SC"/>
                <a:ea typeface="PingFang SC"/>
                <a:cs typeface="PingFang SC"/>
              </a:defRPr>
            </a:lvl5pPr>
            <a:lvl6pPr>
              <a:defRPr sz="1125" b="1">
                <a:solidFill>
                  <a:srgbClr val="777777"/>
                </a:solidFill>
                <a:latin typeface="PingFang SC"/>
                <a:ea typeface="PingFang SC"/>
                <a:cs typeface="PingFang SC"/>
              </a:defRPr>
            </a:lvl6pPr>
            <a:lvl7pPr>
              <a:defRPr sz="1125" b="1">
                <a:solidFill>
                  <a:srgbClr val="777777"/>
                </a:solidFill>
                <a:latin typeface="PingFang SC"/>
                <a:ea typeface="PingFang SC"/>
                <a:cs typeface="PingFang SC"/>
              </a:defRPr>
            </a:lvl7pPr>
            <a:lvl8pPr>
              <a:defRPr sz="1125" b="1">
                <a:solidFill>
                  <a:srgbClr val="777777"/>
                </a:solidFill>
                <a:latin typeface="PingFang SC"/>
                <a:ea typeface="PingFang SC"/>
                <a:cs typeface="PingFang SC"/>
              </a:defRPr>
            </a:lvl8pPr>
            <a:lvl9pPr>
              <a:defRPr sz="1125" b="1">
                <a:solidFill>
                  <a:srgbClr val="777777"/>
                </a:solidFill>
                <a:latin typeface="PingFang SC"/>
                <a:ea typeface="PingFang SC"/>
                <a:cs typeface="PingFang SC"/>
              </a:defRPr>
            </a:lvl9pPr>
          </a:lstStyle>
          <a:p xmlns:a="http://schemas.openxmlformats.org/drawingml/2006/main">
            <a:pPr>
              <a:defRPr sz="1125" b="1">
                <a:solidFill>
                  <a:srgbClr val="777777"/>
                </a:solidFill>
                <a:latin typeface="PingFang SC"/>
                <a:ea typeface="PingFang SC"/>
                <a:cs typeface="PingFang SC"/>
              </a:defRPr>
            </a:pPr>
            <a:r>
              <a:rPr sz="1125" b="1">
                <a:solidFill>
                  <a:srgbClr val="777777"/>
                </a:solidFill>
                <a:latin typeface="PingFang SC"/>
                <a:ea typeface="PingFang SC"/>
                <a:cs typeface="PingFang SC"/>
              </a:rPr>
              <a:t>AIM ROBOTICS</a:t>
            </a:r>
          </a:p>
        </p:txBody>
      </p:sp>
      <p:sp>
        <p:nvSpPr>
          <p:cNvPr id="2" name="folio">
            <a:extLst xmlns:a="http://schemas.openxmlformats.org/drawingml/2006/main">
              <a:ext uri="{FF2B5EF4-FFF2-40B4-BE49-F238E27FC236}">
                <a16:creationId xmlns:a16="http://schemas.microsoft.com/office/drawing/2014/main" id="{8E6050DC-4D21-4495-A808-70A0A571D4D8}"/>
              </a:ext>
            </a:extLst>
          </p:cNvPr>
          <p:cNvSpPr>
            <a:spLocks xmlns:a="http://schemas.openxmlformats.org/drawingml/2006/main" noGrp="1"/>
          </p:cNvSpPr>
          <p:nvPr/>
        </p:nvSpPr>
        <p:spPr>
          <a:xfrm xmlns:a="http://schemas.openxmlformats.org/drawingml/2006/main">
            <a:off x="10477500" y="6438900"/>
            <a:ext cx="952500" cy="225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200" b="0">
                <a:solidFill>
                  <a:srgbClr val="777777"/>
                </a:solidFill>
                <a:latin typeface="Menlo"/>
                <a:ea typeface="Menlo"/>
                <a:cs typeface="Menlo"/>
              </a:defRPr>
            </a:defPPr>
            <a:lvl1pPr>
              <a:defRPr sz="1200" b="0">
                <a:solidFill>
                  <a:srgbClr val="777777"/>
                </a:solidFill>
                <a:latin typeface="Menlo"/>
                <a:ea typeface="Menlo"/>
                <a:cs typeface="Menlo"/>
              </a:defRPr>
            </a:lvl1pPr>
            <a:lvl2pPr>
              <a:defRPr sz="1200" b="0">
                <a:solidFill>
                  <a:srgbClr val="777777"/>
                </a:solidFill>
                <a:latin typeface="Menlo"/>
                <a:ea typeface="Menlo"/>
                <a:cs typeface="Menlo"/>
              </a:defRPr>
            </a:lvl2pPr>
            <a:lvl3pPr>
              <a:defRPr sz="1200" b="0">
                <a:solidFill>
                  <a:srgbClr val="777777"/>
                </a:solidFill>
                <a:latin typeface="Menlo"/>
                <a:ea typeface="Menlo"/>
                <a:cs typeface="Menlo"/>
              </a:defRPr>
            </a:lvl3pPr>
            <a:lvl4pPr>
              <a:defRPr sz="1200" b="0">
                <a:solidFill>
                  <a:srgbClr val="777777"/>
                </a:solidFill>
                <a:latin typeface="Menlo"/>
                <a:ea typeface="Menlo"/>
                <a:cs typeface="Menlo"/>
              </a:defRPr>
            </a:lvl4pPr>
            <a:lvl5pPr>
              <a:defRPr sz="1200" b="0">
                <a:solidFill>
                  <a:srgbClr val="777777"/>
                </a:solidFill>
                <a:latin typeface="Menlo"/>
                <a:ea typeface="Menlo"/>
                <a:cs typeface="Menlo"/>
              </a:defRPr>
            </a:lvl5pPr>
            <a:lvl6pPr>
              <a:defRPr sz="1200" b="0">
                <a:solidFill>
                  <a:srgbClr val="777777"/>
                </a:solidFill>
                <a:latin typeface="Menlo"/>
                <a:ea typeface="Menlo"/>
                <a:cs typeface="Menlo"/>
              </a:defRPr>
            </a:lvl6pPr>
            <a:lvl7pPr>
              <a:defRPr sz="1200" b="0">
                <a:solidFill>
                  <a:srgbClr val="777777"/>
                </a:solidFill>
                <a:latin typeface="Menlo"/>
                <a:ea typeface="Menlo"/>
                <a:cs typeface="Menlo"/>
              </a:defRPr>
            </a:lvl7pPr>
            <a:lvl8pPr>
              <a:defRPr sz="1200" b="0">
                <a:solidFill>
                  <a:srgbClr val="777777"/>
                </a:solidFill>
                <a:latin typeface="Menlo"/>
                <a:ea typeface="Menlo"/>
                <a:cs typeface="Menlo"/>
              </a:defRPr>
            </a:lvl8pPr>
            <a:lvl9pPr>
              <a:defRPr sz="1200" b="0">
                <a:solidFill>
                  <a:srgbClr val="777777"/>
                </a:solidFill>
                <a:latin typeface="Menlo"/>
                <a:ea typeface="Menlo"/>
                <a:cs typeface="Menlo"/>
              </a:defRPr>
            </a:lvl9pPr>
          </a:lstStyle>
          <a:p xmlns:a="http://schemas.openxmlformats.org/drawingml/2006/main">
            <a:pPr>
              <a:defRPr sz="1200" b="0">
                <a:solidFill>
                  <a:srgbClr val="777777"/>
                </a:solidFill>
                <a:latin typeface="Menlo"/>
                <a:ea typeface="Menlo"/>
                <a:cs typeface="Menlo"/>
              </a:defRPr>
            </a:pPr>
            <a:r>
              <a:rPr sz="1200" b="0">
                <a:solidFill>
                  <a:srgbClr val="777777"/>
                </a:solidFill>
                <a:latin typeface="Menlo"/>
                <a:ea typeface="Menlo"/>
                <a:cs typeface="Menlo"/>
              </a:rPr>
              <a:t>63 / 63</a:t>
            </a:r>
          </a:p>
        </p:txBody>
      </p:sp>
      <p:sp>
        <p:nvSpPr>
          <p:cNvPr id="3" name="heading-1">
            <a:extLst xmlns:a="http://schemas.openxmlformats.org/drawingml/2006/main">
              <a:ext uri="{FF2B5EF4-FFF2-40B4-BE49-F238E27FC236}">
                <a16:creationId xmlns:a16="http://schemas.microsoft.com/office/drawing/2014/main" id="{5C18635A-E2C3-4576-92E8-7BB09AFBD1D7}"/>
              </a:ext>
            </a:extLst>
          </p:cNvPr>
          <p:cNvSpPr>
            <a:spLocks xmlns:a="http://schemas.openxmlformats.org/drawingml/2006/main" noGrp="1"/>
          </p:cNvSpPr>
          <p:nvPr/>
        </p:nvSpPr>
        <p:spPr>
          <a:xfrm xmlns:a="http://schemas.openxmlformats.org/drawingml/2006/main">
            <a:off x="762000" y="723900"/>
            <a:ext cx="10668000" cy="6202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300" b="1">
                <a:solidFill>
                  <a:srgbClr val="111111"/>
                </a:solidFill>
                <a:latin typeface="PingFang SC"/>
                <a:ea typeface="PingFang SC"/>
                <a:cs typeface="PingFang SC"/>
              </a:defRPr>
            </a:defPPr>
            <a:lvl1pPr>
              <a:defRPr sz="3300" b="1">
                <a:solidFill>
                  <a:srgbClr val="111111"/>
                </a:solidFill>
                <a:latin typeface="PingFang SC"/>
                <a:ea typeface="PingFang SC"/>
                <a:cs typeface="PingFang SC"/>
              </a:defRPr>
            </a:lvl1pPr>
            <a:lvl2pPr>
              <a:defRPr sz="3300" b="1">
                <a:solidFill>
                  <a:srgbClr val="111111"/>
                </a:solidFill>
                <a:latin typeface="PingFang SC"/>
                <a:ea typeface="PingFang SC"/>
                <a:cs typeface="PingFang SC"/>
              </a:defRPr>
            </a:lvl2pPr>
            <a:lvl3pPr>
              <a:defRPr sz="3300" b="1">
                <a:solidFill>
                  <a:srgbClr val="111111"/>
                </a:solidFill>
                <a:latin typeface="PingFang SC"/>
                <a:ea typeface="PingFang SC"/>
                <a:cs typeface="PingFang SC"/>
              </a:defRPr>
            </a:lvl3pPr>
            <a:lvl4pPr>
              <a:defRPr sz="3300" b="1">
                <a:solidFill>
                  <a:srgbClr val="111111"/>
                </a:solidFill>
                <a:latin typeface="PingFang SC"/>
                <a:ea typeface="PingFang SC"/>
                <a:cs typeface="PingFang SC"/>
              </a:defRPr>
            </a:lvl4pPr>
            <a:lvl5pPr>
              <a:defRPr sz="3300" b="1">
                <a:solidFill>
                  <a:srgbClr val="111111"/>
                </a:solidFill>
                <a:latin typeface="PingFang SC"/>
                <a:ea typeface="PingFang SC"/>
                <a:cs typeface="PingFang SC"/>
              </a:defRPr>
            </a:lvl5pPr>
            <a:lvl6pPr>
              <a:defRPr sz="3300" b="1">
                <a:solidFill>
                  <a:srgbClr val="111111"/>
                </a:solidFill>
                <a:latin typeface="PingFang SC"/>
                <a:ea typeface="PingFang SC"/>
                <a:cs typeface="PingFang SC"/>
              </a:defRPr>
            </a:lvl6pPr>
            <a:lvl7pPr>
              <a:defRPr sz="3300" b="1">
                <a:solidFill>
                  <a:srgbClr val="111111"/>
                </a:solidFill>
                <a:latin typeface="PingFang SC"/>
                <a:ea typeface="PingFang SC"/>
                <a:cs typeface="PingFang SC"/>
              </a:defRPr>
            </a:lvl7pPr>
            <a:lvl8pPr>
              <a:defRPr sz="3300" b="1">
                <a:solidFill>
                  <a:srgbClr val="111111"/>
                </a:solidFill>
                <a:latin typeface="PingFang SC"/>
                <a:ea typeface="PingFang SC"/>
                <a:cs typeface="PingFang SC"/>
              </a:defRPr>
            </a:lvl8pPr>
            <a:lvl9pPr>
              <a:defRPr sz="3300" b="1">
                <a:solidFill>
                  <a:srgbClr val="111111"/>
                </a:solidFill>
                <a:latin typeface="PingFang SC"/>
                <a:ea typeface="PingFang SC"/>
                <a:cs typeface="PingFang SC"/>
              </a:defRPr>
            </a:lvl9pPr>
          </a:lstStyle>
          <a:p xmlns:a="http://schemas.openxmlformats.org/drawingml/2006/main">
            <a:pPr>
              <a:defRPr sz="3300" b="1">
                <a:solidFill>
                  <a:srgbClr val="111111"/>
                </a:solidFill>
                <a:latin typeface="PingFang SC"/>
                <a:ea typeface="PingFang SC"/>
                <a:cs typeface="PingFang SC"/>
              </a:defRPr>
            </a:pPr>
            <a:r>
              <a:rPr sz="3300" b="1">
                <a:solidFill>
                  <a:srgbClr val="111111"/>
                </a:solidFill>
                <a:latin typeface="PingFang SC"/>
                <a:ea typeface="PingFang SC"/>
                <a:cs typeface="PingFang SC"/>
              </a:rPr>
              <a:t>After class and challenge work</a:t>
            </a:r>
          </a:p>
        </p:txBody>
      </p:sp>
      <p:sp>
        <p:nvSpPr>
          <p:cNvPr id="4" name="body-1">
            <a:extLst xmlns:a="http://schemas.openxmlformats.org/drawingml/2006/main">
              <a:ext uri="{FF2B5EF4-FFF2-40B4-BE49-F238E27FC236}">
                <a16:creationId xmlns:a16="http://schemas.microsoft.com/office/drawing/2014/main" id="{47C6532A-0268-4B22-BBAE-AD0EC4793DAE}"/>
              </a:ext>
            </a:extLst>
          </p:cNvPr>
          <p:cNvSpPr>
            <a:spLocks xmlns:a="http://schemas.openxmlformats.org/drawingml/2006/main" noGrp="1"/>
          </p:cNvSpPr>
          <p:nvPr/>
        </p:nvSpPr>
        <p:spPr>
          <a:xfrm xmlns:a="http://schemas.openxmlformats.org/drawingml/2006/main">
            <a:off x="800100" y="2238375"/>
            <a:ext cx="10477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11111"/>
                </a:solidFill>
                <a:latin typeface="PingFang SC"/>
                <a:ea typeface="PingFang SC"/>
                <a:cs typeface="PingFang SC"/>
              </a:defRPr>
            </a:defPPr>
            <a:lvl1pPr>
              <a:defRPr sz="2700" b="0">
                <a:solidFill>
                  <a:srgbClr val="111111"/>
                </a:solidFill>
                <a:latin typeface="PingFang SC"/>
                <a:ea typeface="PingFang SC"/>
                <a:cs typeface="PingFang SC"/>
              </a:defRPr>
            </a:lvl1pPr>
            <a:lvl2pPr>
              <a:defRPr sz="2700" b="0">
                <a:solidFill>
                  <a:srgbClr val="111111"/>
                </a:solidFill>
                <a:latin typeface="PingFang SC"/>
                <a:ea typeface="PingFang SC"/>
                <a:cs typeface="PingFang SC"/>
              </a:defRPr>
            </a:lvl2pPr>
            <a:lvl3pPr>
              <a:defRPr sz="2700" b="0">
                <a:solidFill>
                  <a:srgbClr val="111111"/>
                </a:solidFill>
                <a:latin typeface="PingFang SC"/>
                <a:ea typeface="PingFang SC"/>
                <a:cs typeface="PingFang SC"/>
              </a:defRPr>
            </a:lvl3pPr>
            <a:lvl4pPr>
              <a:defRPr sz="2700" b="0">
                <a:solidFill>
                  <a:srgbClr val="111111"/>
                </a:solidFill>
                <a:latin typeface="PingFang SC"/>
                <a:ea typeface="PingFang SC"/>
                <a:cs typeface="PingFang SC"/>
              </a:defRPr>
            </a:lvl4pPr>
            <a:lvl5pPr>
              <a:defRPr sz="2700" b="0">
                <a:solidFill>
                  <a:srgbClr val="111111"/>
                </a:solidFill>
                <a:latin typeface="PingFang SC"/>
                <a:ea typeface="PingFang SC"/>
                <a:cs typeface="PingFang SC"/>
              </a:defRPr>
            </a:lvl5pPr>
            <a:lvl6pPr>
              <a:defRPr sz="2700" b="0">
                <a:solidFill>
                  <a:srgbClr val="111111"/>
                </a:solidFill>
                <a:latin typeface="PingFang SC"/>
                <a:ea typeface="PingFang SC"/>
                <a:cs typeface="PingFang SC"/>
              </a:defRPr>
            </a:lvl6pPr>
            <a:lvl7pPr>
              <a:defRPr sz="2700" b="0">
                <a:solidFill>
                  <a:srgbClr val="111111"/>
                </a:solidFill>
                <a:latin typeface="PingFang SC"/>
                <a:ea typeface="PingFang SC"/>
                <a:cs typeface="PingFang SC"/>
              </a:defRPr>
            </a:lvl7pPr>
            <a:lvl8pPr>
              <a:defRPr sz="2700" b="0">
                <a:solidFill>
                  <a:srgbClr val="111111"/>
                </a:solidFill>
                <a:latin typeface="PingFang SC"/>
                <a:ea typeface="PingFang SC"/>
                <a:cs typeface="PingFang SC"/>
              </a:defRPr>
            </a:lvl8pPr>
            <a:lvl9pPr>
              <a:defRPr sz="2700" b="0">
                <a:solidFill>
                  <a:srgbClr val="111111"/>
                </a:solidFill>
                <a:latin typeface="PingFang SC"/>
                <a:ea typeface="PingFang SC"/>
                <a:cs typeface="PingFang SC"/>
              </a:defRPr>
            </a:lvl9pPr>
          </a:lstStyle>
          <a:p xmlns:a="http://schemas.openxmlformats.org/drawingml/2006/main">
            <a:pPr>
              <a:defRPr sz="2700" b="0">
                <a:solidFill>
                  <a:srgbClr val="111111"/>
                </a:solidFill>
                <a:latin typeface="PingFang SC"/>
                <a:ea typeface="PingFang SC"/>
                <a:cs typeface="PingFang SC"/>
              </a:defRPr>
            </a:pPr>
            <a:r>
              <a:rPr sz="2700" b="0">
                <a:solidFill>
                  <a:srgbClr val="111111"/>
                </a:solidFill>
                <a:latin typeface="PingFang SC"/>
                <a:ea typeface="PingFang SC"/>
                <a:cs typeface="PingFang SC"/>
              </a:rPr>
              <a:t>Required: Assessment-02 using the lesson interfaces</a:t>
            </a:r>
          </a:p>
        </p:txBody>
      </p:sp>
      <p:sp>
        <p:nvSpPr>
          <p:cNvPr id="5" name="body-2">
            <a:extLst xmlns:a="http://schemas.openxmlformats.org/drawingml/2006/main">
              <a:ext uri="{FF2B5EF4-FFF2-40B4-BE49-F238E27FC236}">
                <a16:creationId xmlns:a16="http://schemas.microsoft.com/office/drawing/2014/main" id="{B31F6B9B-DDA4-4E1B-8D3C-9D223EF04510}"/>
              </a:ext>
            </a:extLst>
          </p:cNvPr>
          <p:cNvSpPr>
            <a:spLocks xmlns:a="http://schemas.openxmlformats.org/drawingml/2006/main" noGrp="1"/>
          </p:cNvSpPr>
          <p:nvPr/>
        </p:nvSpPr>
        <p:spPr>
          <a:xfrm xmlns:a="http://schemas.openxmlformats.org/drawingml/2006/main">
            <a:off x="800100" y="2752725"/>
            <a:ext cx="10477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11111"/>
                </a:solidFill>
                <a:latin typeface="PingFang SC"/>
                <a:ea typeface="PingFang SC"/>
                <a:cs typeface="PingFang SC"/>
              </a:defRPr>
            </a:defPPr>
            <a:lvl1pPr>
              <a:defRPr sz="2700" b="0">
                <a:solidFill>
                  <a:srgbClr val="111111"/>
                </a:solidFill>
                <a:latin typeface="PingFang SC"/>
                <a:ea typeface="PingFang SC"/>
                <a:cs typeface="PingFang SC"/>
              </a:defRPr>
            </a:lvl1pPr>
            <a:lvl2pPr>
              <a:defRPr sz="2700" b="0">
                <a:solidFill>
                  <a:srgbClr val="111111"/>
                </a:solidFill>
                <a:latin typeface="PingFang SC"/>
                <a:ea typeface="PingFang SC"/>
                <a:cs typeface="PingFang SC"/>
              </a:defRPr>
            </a:lvl2pPr>
            <a:lvl3pPr>
              <a:defRPr sz="2700" b="0">
                <a:solidFill>
                  <a:srgbClr val="111111"/>
                </a:solidFill>
                <a:latin typeface="PingFang SC"/>
                <a:ea typeface="PingFang SC"/>
                <a:cs typeface="PingFang SC"/>
              </a:defRPr>
            </a:lvl3pPr>
            <a:lvl4pPr>
              <a:defRPr sz="2700" b="0">
                <a:solidFill>
                  <a:srgbClr val="111111"/>
                </a:solidFill>
                <a:latin typeface="PingFang SC"/>
                <a:ea typeface="PingFang SC"/>
                <a:cs typeface="PingFang SC"/>
              </a:defRPr>
            </a:lvl4pPr>
            <a:lvl5pPr>
              <a:defRPr sz="2700" b="0">
                <a:solidFill>
                  <a:srgbClr val="111111"/>
                </a:solidFill>
                <a:latin typeface="PingFang SC"/>
                <a:ea typeface="PingFang SC"/>
                <a:cs typeface="PingFang SC"/>
              </a:defRPr>
            </a:lvl5pPr>
            <a:lvl6pPr>
              <a:defRPr sz="2700" b="0">
                <a:solidFill>
                  <a:srgbClr val="111111"/>
                </a:solidFill>
                <a:latin typeface="PingFang SC"/>
                <a:ea typeface="PingFang SC"/>
                <a:cs typeface="PingFang SC"/>
              </a:defRPr>
            </a:lvl6pPr>
            <a:lvl7pPr>
              <a:defRPr sz="2700" b="0">
                <a:solidFill>
                  <a:srgbClr val="111111"/>
                </a:solidFill>
                <a:latin typeface="PingFang SC"/>
                <a:ea typeface="PingFang SC"/>
                <a:cs typeface="PingFang SC"/>
              </a:defRPr>
            </a:lvl7pPr>
            <a:lvl8pPr>
              <a:defRPr sz="2700" b="0">
                <a:solidFill>
                  <a:srgbClr val="111111"/>
                </a:solidFill>
                <a:latin typeface="PingFang SC"/>
                <a:ea typeface="PingFang SC"/>
                <a:cs typeface="PingFang SC"/>
              </a:defRPr>
            </a:lvl8pPr>
            <a:lvl9pPr>
              <a:defRPr sz="2700" b="0">
                <a:solidFill>
                  <a:srgbClr val="111111"/>
                </a:solidFill>
                <a:latin typeface="PingFang SC"/>
                <a:ea typeface="PingFang SC"/>
                <a:cs typeface="PingFang SC"/>
              </a:defRPr>
            </a:lvl9pPr>
          </a:lstStyle>
          <a:p xmlns:a="http://schemas.openxmlformats.org/drawingml/2006/main">
            <a:pPr>
              <a:defRPr sz="2700" b="0">
                <a:solidFill>
                  <a:srgbClr val="111111"/>
                </a:solidFill>
                <a:latin typeface="PingFang SC"/>
                <a:ea typeface="PingFang SC"/>
                <a:cs typeface="PingFang SC"/>
              </a:defRPr>
            </a:pPr>
            <a:r>
              <a:rPr sz="2700" b="0">
                <a:solidFill>
                  <a:srgbClr val="111111"/>
                </a:solidFill>
                <a:latin typeface="PingFang SC"/>
                <a:ea typeface="PingFang SC"/>
                <a:cs typeface="PingFang SC"/>
              </a:rPr>
              <a:t>Extra practice: choose weak topics from the exercise index</a:t>
            </a:r>
          </a:p>
        </p:txBody>
      </p:sp>
      <p:sp>
        <p:nvSpPr>
          <p:cNvPr id="6" name="body-3">
            <a:extLst xmlns:a="http://schemas.openxmlformats.org/drawingml/2006/main">
              <a:ext uri="{FF2B5EF4-FFF2-40B4-BE49-F238E27FC236}">
                <a16:creationId xmlns:a16="http://schemas.microsoft.com/office/drawing/2014/main" id="{035886F3-9B8F-430D-8DBB-D4B76585087E}"/>
              </a:ext>
            </a:extLst>
          </p:cNvPr>
          <p:cNvSpPr>
            <a:spLocks xmlns:a="http://schemas.openxmlformats.org/drawingml/2006/main" noGrp="1"/>
          </p:cNvSpPr>
          <p:nvPr/>
        </p:nvSpPr>
        <p:spPr>
          <a:xfrm xmlns:a="http://schemas.openxmlformats.org/drawingml/2006/main">
            <a:off x="800100" y="3267075"/>
            <a:ext cx="10477500" cy="5074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11111"/>
                </a:solidFill>
                <a:latin typeface="PingFang SC"/>
                <a:ea typeface="PingFang SC"/>
                <a:cs typeface="PingFang SC"/>
              </a:defRPr>
            </a:defPPr>
            <a:lvl1pPr>
              <a:defRPr sz="2700" b="0">
                <a:solidFill>
                  <a:srgbClr val="111111"/>
                </a:solidFill>
                <a:latin typeface="PingFang SC"/>
                <a:ea typeface="PingFang SC"/>
                <a:cs typeface="PingFang SC"/>
              </a:defRPr>
            </a:lvl1pPr>
            <a:lvl2pPr>
              <a:defRPr sz="2700" b="0">
                <a:solidFill>
                  <a:srgbClr val="111111"/>
                </a:solidFill>
                <a:latin typeface="PingFang SC"/>
                <a:ea typeface="PingFang SC"/>
                <a:cs typeface="PingFang SC"/>
              </a:defRPr>
            </a:lvl2pPr>
            <a:lvl3pPr>
              <a:defRPr sz="2700" b="0">
                <a:solidFill>
                  <a:srgbClr val="111111"/>
                </a:solidFill>
                <a:latin typeface="PingFang SC"/>
                <a:ea typeface="PingFang SC"/>
                <a:cs typeface="PingFang SC"/>
              </a:defRPr>
            </a:lvl3pPr>
            <a:lvl4pPr>
              <a:defRPr sz="2700" b="0">
                <a:solidFill>
                  <a:srgbClr val="111111"/>
                </a:solidFill>
                <a:latin typeface="PingFang SC"/>
                <a:ea typeface="PingFang SC"/>
                <a:cs typeface="PingFang SC"/>
              </a:defRPr>
            </a:lvl4pPr>
            <a:lvl5pPr>
              <a:defRPr sz="2700" b="0">
                <a:solidFill>
                  <a:srgbClr val="111111"/>
                </a:solidFill>
                <a:latin typeface="PingFang SC"/>
                <a:ea typeface="PingFang SC"/>
                <a:cs typeface="PingFang SC"/>
              </a:defRPr>
            </a:lvl5pPr>
            <a:lvl6pPr>
              <a:defRPr sz="2700" b="0">
                <a:solidFill>
                  <a:srgbClr val="111111"/>
                </a:solidFill>
                <a:latin typeface="PingFang SC"/>
                <a:ea typeface="PingFang SC"/>
                <a:cs typeface="PingFang SC"/>
              </a:defRPr>
            </a:lvl6pPr>
            <a:lvl7pPr>
              <a:defRPr sz="2700" b="0">
                <a:solidFill>
                  <a:srgbClr val="111111"/>
                </a:solidFill>
                <a:latin typeface="PingFang SC"/>
                <a:ea typeface="PingFang SC"/>
                <a:cs typeface="PingFang SC"/>
              </a:defRPr>
            </a:lvl7pPr>
            <a:lvl8pPr>
              <a:defRPr sz="2700" b="0">
                <a:solidFill>
                  <a:srgbClr val="111111"/>
                </a:solidFill>
                <a:latin typeface="PingFang SC"/>
                <a:ea typeface="PingFang SC"/>
                <a:cs typeface="PingFang SC"/>
              </a:defRPr>
            </a:lvl8pPr>
            <a:lvl9pPr>
              <a:defRPr sz="2700" b="0">
                <a:solidFill>
                  <a:srgbClr val="111111"/>
                </a:solidFill>
                <a:latin typeface="PingFang SC"/>
                <a:ea typeface="PingFang SC"/>
                <a:cs typeface="PingFang SC"/>
              </a:defRPr>
            </a:lvl9pPr>
          </a:lstStyle>
          <a:p xmlns:a="http://schemas.openxmlformats.org/drawingml/2006/main">
            <a:pPr>
              <a:defRPr sz="2700" b="0">
                <a:solidFill>
                  <a:srgbClr val="111111"/>
                </a:solidFill>
                <a:latin typeface="PingFang SC"/>
                <a:ea typeface="PingFang SC"/>
                <a:cs typeface="PingFang SC"/>
              </a:defRPr>
            </a:pPr>
            <a:r>
              <a:rPr sz="2700" b="0">
                <a:solidFill>
                  <a:srgbClr val="111111"/>
                </a:solidFill>
                <a:latin typeface="PingFang SC"/>
                <a:ea typeface="PingFang SC"/>
                <a:cs typeface="PingFang SC"/>
              </a:rPr>
              <a:t>Challenges: read the relevant extension material first</a:t>
            </a:r>
          </a:p>
        </p:txBody>
      </p:sp>
    </p:spTree>
    <p:extLst>
      <p:ext uri="{BB962C8B-B14F-4D97-AF65-F5344CB8AC3E}">
        <p14:creationId xmlns:p14="http://schemas.microsoft.com/office/powerpoint/2010/main" val="1465940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2026-10-27T06:02:43.1660000Z</dcterms:created>
  <dcterms:modified xsi:type="dcterms:W3CDTF">2026-10-27T06:02:43.1660000Z</dcterms:modified>
</coreProperties>
</file>