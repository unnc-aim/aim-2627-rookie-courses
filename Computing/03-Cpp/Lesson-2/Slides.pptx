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f425a5ebf441b5" /><Relationship Type="http://schemas.openxmlformats.org/officeDocument/2006/relationships/extended-properties" Target="/docProps/app.xml" Id="R816742ca27144a0c" /><Relationship Type="http://schemas.openxmlformats.org/officeDocument/2006/relationships/officeDocument" Target="/ppt/presentation.xml" Id="R1acc28af7ed841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0e921879c34221"/>
  </p:sldMasterIdLst>
  <p:notesMasterIdLst>
    <p:notesMasterId xmlns:r="http://schemas.openxmlformats.org/officeDocument/2006/relationships" r:id="R1e4d0d5cfeb643b8"/>
  </p:notesMasterIdLst>
  <p:sldIdLst>
    <p:sldId xmlns:r="http://schemas.openxmlformats.org/officeDocument/2006/relationships" id="256" r:id="Reed10908119c4cf5"/>
    <p:sldId xmlns:r="http://schemas.openxmlformats.org/officeDocument/2006/relationships" id="257" r:id="R45ee64be2cfd4a30"/>
    <p:sldId xmlns:r="http://schemas.openxmlformats.org/officeDocument/2006/relationships" id="258" r:id="R82f407c1ae314b7f"/>
    <p:sldId xmlns:r="http://schemas.openxmlformats.org/officeDocument/2006/relationships" id="259" r:id="Rc26bf9c3317446fa"/>
    <p:sldId xmlns:r="http://schemas.openxmlformats.org/officeDocument/2006/relationships" id="260" r:id="R3120bd7023c349f1"/>
    <p:sldId xmlns:r="http://schemas.openxmlformats.org/officeDocument/2006/relationships" id="261" r:id="Rb506b77859d24134"/>
    <p:sldId xmlns:r="http://schemas.openxmlformats.org/officeDocument/2006/relationships" id="262" r:id="Re3c031cf3f3042af"/>
    <p:sldId xmlns:r="http://schemas.openxmlformats.org/officeDocument/2006/relationships" id="263" r:id="Rd243ea1e049f4f6c"/>
    <p:sldId xmlns:r="http://schemas.openxmlformats.org/officeDocument/2006/relationships" id="264" r:id="R833b23d0b3684473"/>
    <p:sldId xmlns:r="http://schemas.openxmlformats.org/officeDocument/2006/relationships" id="265" r:id="R795616c234c349e6"/>
    <p:sldId xmlns:r="http://schemas.openxmlformats.org/officeDocument/2006/relationships" id="266" r:id="R4925593375e34c73"/>
    <p:sldId xmlns:r="http://schemas.openxmlformats.org/officeDocument/2006/relationships" id="267" r:id="R44449212a64740c3"/>
    <p:sldId xmlns:r="http://schemas.openxmlformats.org/officeDocument/2006/relationships" id="268" r:id="R7ad1d59f13404de5"/>
    <p:sldId xmlns:r="http://schemas.openxmlformats.org/officeDocument/2006/relationships" id="269" r:id="Rcc25ca1e42104dc8"/>
    <p:sldId xmlns:r="http://schemas.openxmlformats.org/officeDocument/2006/relationships" id="270" r:id="R2f2f2e57bbb648a5"/>
    <p:sldId xmlns:r="http://schemas.openxmlformats.org/officeDocument/2006/relationships" id="271" r:id="R9276eeb9ad9940d5"/>
    <p:sldId xmlns:r="http://schemas.openxmlformats.org/officeDocument/2006/relationships" id="272" r:id="Ra089a604ab7b4fbf"/>
    <p:sldId xmlns:r="http://schemas.openxmlformats.org/officeDocument/2006/relationships" id="273" r:id="Rc54ea389faa7460a"/>
    <p:sldId xmlns:r="http://schemas.openxmlformats.org/officeDocument/2006/relationships" id="274" r:id="R7b264be6743d44be"/>
    <p:sldId xmlns:r="http://schemas.openxmlformats.org/officeDocument/2006/relationships" id="275" r:id="Re07ac7042d02421a"/>
    <p:sldId xmlns:r="http://schemas.openxmlformats.org/officeDocument/2006/relationships" id="276" r:id="R15386c6a9fd84a2f"/>
    <p:sldId xmlns:r="http://schemas.openxmlformats.org/officeDocument/2006/relationships" id="277" r:id="R564b9c5ac1b0439b"/>
    <p:sldId xmlns:r="http://schemas.openxmlformats.org/officeDocument/2006/relationships" id="278" r:id="Rc70b2154677e48ed"/>
    <p:sldId xmlns:r="http://schemas.openxmlformats.org/officeDocument/2006/relationships" id="279" r:id="R916239dc252343c4"/>
    <p:sldId xmlns:r="http://schemas.openxmlformats.org/officeDocument/2006/relationships" id="280" r:id="R6c2ca8d830684bf0"/>
    <p:sldId xmlns:r="http://schemas.openxmlformats.org/officeDocument/2006/relationships" id="281" r:id="R9b7fa18b2a9541ed"/>
    <p:sldId xmlns:r="http://schemas.openxmlformats.org/officeDocument/2006/relationships" id="282" r:id="Rac8ba89f74e54229"/>
    <p:sldId xmlns:r="http://schemas.openxmlformats.org/officeDocument/2006/relationships" id="283" r:id="Rd46edcd7a41d48ee"/>
    <p:sldId xmlns:r="http://schemas.openxmlformats.org/officeDocument/2006/relationships" id="284" r:id="Rf0ce33df64474992"/>
    <p:sldId xmlns:r="http://schemas.openxmlformats.org/officeDocument/2006/relationships" id="285" r:id="R5212f5cb68ec4246"/>
    <p:sldId xmlns:r="http://schemas.openxmlformats.org/officeDocument/2006/relationships" id="286" r:id="R5a238ceb400347ee"/>
    <p:sldId xmlns:r="http://schemas.openxmlformats.org/officeDocument/2006/relationships" id="287" r:id="Rcd40e29689d34266"/>
    <p:sldId xmlns:r="http://schemas.openxmlformats.org/officeDocument/2006/relationships" id="288" r:id="Rac1f27fac1594756"/>
    <p:sldId xmlns:r="http://schemas.openxmlformats.org/officeDocument/2006/relationships" id="289" r:id="R6f8ae13651d64ff2"/>
    <p:sldId xmlns:r="http://schemas.openxmlformats.org/officeDocument/2006/relationships" id="290" r:id="Raf2af705028c465f"/>
    <p:sldId xmlns:r="http://schemas.openxmlformats.org/officeDocument/2006/relationships" id="291" r:id="R8a63f13780d54d22"/>
    <p:sldId xmlns:r="http://schemas.openxmlformats.org/officeDocument/2006/relationships" id="292" r:id="R042959e4979a4cab"/>
    <p:sldId xmlns:r="http://schemas.openxmlformats.org/officeDocument/2006/relationships" id="293" r:id="Red7a5f02e7de4a39"/>
    <p:sldId xmlns:r="http://schemas.openxmlformats.org/officeDocument/2006/relationships" id="294" r:id="R6a72d50889994c86"/>
    <p:sldId xmlns:r="http://schemas.openxmlformats.org/officeDocument/2006/relationships" id="295" r:id="R99922c6f249141fc"/>
    <p:sldId xmlns:r="http://schemas.openxmlformats.org/officeDocument/2006/relationships" id="296" r:id="R9dda4c192a444909"/>
    <p:sldId xmlns:r="http://schemas.openxmlformats.org/officeDocument/2006/relationships" id="297" r:id="R3f64541bf0bf4577"/>
    <p:sldId xmlns:r="http://schemas.openxmlformats.org/officeDocument/2006/relationships" id="298" r:id="Rab32296399674afd"/>
    <p:sldId xmlns:r="http://schemas.openxmlformats.org/officeDocument/2006/relationships" id="299" r:id="R0e94ec5a84e145c7"/>
    <p:sldId xmlns:r="http://schemas.openxmlformats.org/officeDocument/2006/relationships" id="300" r:id="Rc23f18d89b554850"/>
    <p:sldId xmlns:r="http://schemas.openxmlformats.org/officeDocument/2006/relationships" id="301" r:id="Red533f23b6cb4609"/>
    <p:sldId xmlns:r="http://schemas.openxmlformats.org/officeDocument/2006/relationships" id="302" r:id="Rc94ea90a4c8441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ba4900cf8142dc" /><Relationship Type="http://schemas.openxmlformats.org/officeDocument/2006/relationships/slideMaster" Target="/ppt/slideMasters/slideMaster1.xml" Id="Rc80e921879c34221" /><Relationship Type="http://schemas.openxmlformats.org/officeDocument/2006/relationships/notesMaster" Target="/ppt/notesMasters/notesMaster1.xml" Id="R1e4d0d5cfeb643b8" /><Relationship Type="http://schemas.openxmlformats.org/officeDocument/2006/relationships/presProps" Target="/ppt/presProps.xml" Id="R744e2248eef340d3" /><Relationship Type="http://schemas.openxmlformats.org/officeDocument/2006/relationships/tableStyles" Target="/ppt/tableStyles.xml" Id="R674e03c807864a93" /><Relationship Type="http://schemas.openxmlformats.org/officeDocument/2006/relationships/slide" Target="/ppt/slides/slide1.xml" Id="Reed10908119c4cf5" /><Relationship Type="http://schemas.openxmlformats.org/officeDocument/2006/relationships/slide" Target="/ppt/slides/slide2.xml" Id="R45ee64be2cfd4a30" /><Relationship Type="http://schemas.openxmlformats.org/officeDocument/2006/relationships/slide" Target="/ppt/slides/slide3.xml" Id="R82f407c1ae314b7f" /><Relationship Type="http://schemas.openxmlformats.org/officeDocument/2006/relationships/slide" Target="/ppt/slides/slide4.xml" Id="Rc26bf9c3317446fa" /><Relationship Type="http://schemas.openxmlformats.org/officeDocument/2006/relationships/slide" Target="/ppt/slides/slide5.xml" Id="R3120bd7023c349f1" /><Relationship Type="http://schemas.openxmlformats.org/officeDocument/2006/relationships/slide" Target="/ppt/slides/slide6.xml" Id="Rb506b77859d24134" /><Relationship Type="http://schemas.openxmlformats.org/officeDocument/2006/relationships/slide" Target="/ppt/slides/slide7.xml" Id="Re3c031cf3f3042af" /><Relationship Type="http://schemas.openxmlformats.org/officeDocument/2006/relationships/slide" Target="/ppt/slides/slide8.xml" Id="Rd243ea1e049f4f6c" /><Relationship Type="http://schemas.openxmlformats.org/officeDocument/2006/relationships/slide" Target="/ppt/slides/slide9.xml" Id="R833b23d0b3684473" /><Relationship Type="http://schemas.openxmlformats.org/officeDocument/2006/relationships/slide" Target="/ppt/slides/slide10.xml" Id="R795616c234c349e6" /><Relationship Type="http://schemas.openxmlformats.org/officeDocument/2006/relationships/slide" Target="/ppt/slides/slide11.xml" Id="R4925593375e34c73" /><Relationship Type="http://schemas.openxmlformats.org/officeDocument/2006/relationships/slide" Target="/ppt/slides/slide12.xml" Id="R44449212a64740c3" /><Relationship Type="http://schemas.openxmlformats.org/officeDocument/2006/relationships/slide" Target="/ppt/slides/slide13.xml" Id="R7ad1d59f13404de5" /><Relationship Type="http://schemas.openxmlformats.org/officeDocument/2006/relationships/slide" Target="/ppt/slides/slide14.xml" Id="Rcc25ca1e42104dc8" /><Relationship Type="http://schemas.openxmlformats.org/officeDocument/2006/relationships/slide" Target="/ppt/slides/slide15.xml" Id="R2f2f2e57bbb648a5" /><Relationship Type="http://schemas.openxmlformats.org/officeDocument/2006/relationships/slide" Target="/ppt/slides/slide16.xml" Id="R9276eeb9ad9940d5" /><Relationship Type="http://schemas.openxmlformats.org/officeDocument/2006/relationships/slide" Target="/ppt/slides/slide17.xml" Id="Ra089a604ab7b4fbf" /><Relationship Type="http://schemas.openxmlformats.org/officeDocument/2006/relationships/slide" Target="/ppt/slides/slide18.xml" Id="Rc54ea389faa7460a" /><Relationship Type="http://schemas.openxmlformats.org/officeDocument/2006/relationships/slide" Target="/ppt/slides/slide19.xml" Id="R7b264be6743d44be" /><Relationship Type="http://schemas.openxmlformats.org/officeDocument/2006/relationships/slide" Target="/ppt/slides/slide20.xml" Id="Re07ac7042d02421a" /><Relationship Type="http://schemas.openxmlformats.org/officeDocument/2006/relationships/slide" Target="/ppt/slides/slide21.xml" Id="R15386c6a9fd84a2f" /><Relationship Type="http://schemas.openxmlformats.org/officeDocument/2006/relationships/slide" Target="/ppt/slides/slide22.xml" Id="R564b9c5ac1b0439b" /><Relationship Type="http://schemas.openxmlformats.org/officeDocument/2006/relationships/slide" Target="/ppt/slides/slide23.xml" Id="Rc70b2154677e48ed" /><Relationship Type="http://schemas.openxmlformats.org/officeDocument/2006/relationships/slide" Target="/ppt/slides/slide24.xml" Id="R916239dc252343c4" /><Relationship Type="http://schemas.openxmlformats.org/officeDocument/2006/relationships/slide" Target="/ppt/slides/slide25.xml" Id="R6c2ca8d830684bf0" /><Relationship Type="http://schemas.openxmlformats.org/officeDocument/2006/relationships/slide" Target="/ppt/slides/slide26.xml" Id="R9b7fa18b2a9541ed" /><Relationship Type="http://schemas.openxmlformats.org/officeDocument/2006/relationships/slide" Target="/ppt/slides/slide27.xml" Id="Rac8ba89f74e54229" /><Relationship Type="http://schemas.openxmlformats.org/officeDocument/2006/relationships/slide" Target="/ppt/slides/slide28.xml" Id="Rd46edcd7a41d48ee" /><Relationship Type="http://schemas.openxmlformats.org/officeDocument/2006/relationships/slide" Target="/ppt/slides/slide29.xml" Id="Rf0ce33df64474992" /><Relationship Type="http://schemas.openxmlformats.org/officeDocument/2006/relationships/slide" Target="/ppt/slides/slide30.xml" Id="R5212f5cb68ec4246" /><Relationship Type="http://schemas.openxmlformats.org/officeDocument/2006/relationships/slide" Target="/ppt/slides/slide31.xml" Id="R5a238ceb400347ee" /><Relationship Type="http://schemas.openxmlformats.org/officeDocument/2006/relationships/slide" Target="/ppt/slides/slide32.xml" Id="Rcd40e29689d34266" /><Relationship Type="http://schemas.openxmlformats.org/officeDocument/2006/relationships/slide" Target="/ppt/slides/slide33.xml" Id="Rac1f27fac1594756" /><Relationship Type="http://schemas.openxmlformats.org/officeDocument/2006/relationships/slide" Target="/ppt/slides/slide34.xml" Id="R6f8ae13651d64ff2" /><Relationship Type="http://schemas.openxmlformats.org/officeDocument/2006/relationships/slide" Target="/ppt/slides/slide35.xml" Id="Raf2af705028c465f" /><Relationship Type="http://schemas.openxmlformats.org/officeDocument/2006/relationships/slide" Target="/ppt/slides/slide36.xml" Id="R8a63f13780d54d22" /><Relationship Type="http://schemas.openxmlformats.org/officeDocument/2006/relationships/slide" Target="/ppt/slides/slide37.xml" Id="R042959e4979a4cab" /><Relationship Type="http://schemas.openxmlformats.org/officeDocument/2006/relationships/slide" Target="/ppt/slides/slide38.xml" Id="Red7a5f02e7de4a39" /><Relationship Type="http://schemas.openxmlformats.org/officeDocument/2006/relationships/slide" Target="/ppt/slides/slide39.xml" Id="R6a72d50889994c86" /><Relationship Type="http://schemas.openxmlformats.org/officeDocument/2006/relationships/slide" Target="/ppt/slides/slide40.xml" Id="R99922c6f249141fc" /><Relationship Type="http://schemas.openxmlformats.org/officeDocument/2006/relationships/slide" Target="/ppt/slides/slide41.xml" Id="R9dda4c192a444909" /><Relationship Type="http://schemas.openxmlformats.org/officeDocument/2006/relationships/slide" Target="/ppt/slides/slide42.xml" Id="R3f64541bf0bf4577" /><Relationship Type="http://schemas.openxmlformats.org/officeDocument/2006/relationships/slide" Target="/ppt/slides/slide43.xml" Id="Rab32296399674afd" /><Relationship Type="http://schemas.openxmlformats.org/officeDocument/2006/relationships/slide" Target="/ppt/slides/slide44.xml" Id="R0e94ec5a84e145c7" /><Relationship Type="http://schemas.openxmlformats.org/officeDocument/2006/relationships/slide" Target="/ppt/slides/slide45.xml" Id="Rc23f18d89b554850" /><Relationship Type="http://schemas.openxmlformats.org/officeDocument/2006/relationships/slide" Target="/ppt/slides/slide46.xml" Id="Red533f23b6cb4609" /><Relationship Type="http://schemas.openxmlformats.org/officeDocument/2006/relationships/slide" Target="/ppt/slides/slide47.xml" Id="Rc94ea90a4c8441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8b7f0db7648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16d2ae52145b7" /><Relationship Type="http://schemas.openxmlformats.org/officeDocument/2006/relationships/notesMaster" Target="/ppt/notesMasters/notesMaster1.xml" Id="Ra59aa505a370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07653b5d04acf" /><Relationship Type="http://schemas.openxmlformats.org/officeDocument/2006/relationships/notesMaster" Target="/ppt/notesMasters/notesMaster1.xml" Id="Rad60f636122547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4fecfb70f44b1" /><Relationship Type="http://schemas.openxmlformats.org/officeDocument/2006/relationships/notesMaster" Target="/ppt/notesMasters/notesMaster1.xml" Id="R25d5c6c63f5644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be4607e1d43f5" /><Relationship Type="http://schemas.openxmlformats.org/officeDocument/2006/relationships/notesMaster" Target="/ppt/notesMasters/notesMaster1.xml" Id="R14c67edd2cd44c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744dbf98aa4751" /><Relationship Type="http://schemas.openxmlformats.org/officeDocument/2006/relationships/notesMaster" Target="/ppt/notesMasters/notesMaster1.xml" Id="R090cacbf8ed645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f97e0e6454893" /><Relationship Type="http://schemas.openxmlformats.org/officeDocument/2006/relationships/notesMaster" Target="/ppt/notesMasters/notesMaster1.xml" Id="R351cc46b4b9e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ed3fc311714b9f" /><Relationship Type="http://schemas.openxmlformats.org/officeDocument/2006/relationships/notesMaster" Target="/ppt/notesMasters/notesMaster1.xml" Id="R72ddd9511bc941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ed2e30d5ac4298" /><Relationship Type="http://schemas.openxmlformats.org/officeDocument/2006/relationships/notesMaster" Target="/ppt/notesMasters/notesMaster1.xml" Id="R7323ae31644746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ffda08665e4fca" /><Relationship Type="http://schemas.openxmlformats.org/officeDocument/2006/relationships/notesMaster" Target="/ppt/notesMasters/notesMaster1.xml" Id="Rdbd6e5cf959946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510cd810af499d" /><Relationship Type="http://schemas.openxmlformats.org/officeDocument/2006/relationships/notesMaster" Target="/ppt/notesMasters/notesMaster1.xml" Id="R57cd52b56f9b40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6da2e92c2d4212" /><Relationship Type="http://schemas.openxmlformats.org/officeDocument/2006/relationships/notesMaster" Target="/ppt/notesMasters/notesMaster1.xml" Id="R5539894132a34f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4167f58ff84c71" /><Relationship Type="http://schemas.openxmlformats.org/officeDocument/2006/relationships/notesMaster" Target="/ppt/notesMasters/notesMaster1.xml" Id="Rf3a3d2514f504e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9148ceafca4ea8" /><Relationship Type="http://schemas.openxmlformats.org/officeDocument/2006/relationships/notesMaster" Target="/ppt/notesMasters/notesMaster1.xml" Id="Rb571934a49d341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d7ad6a0bcf4048" /><Relationship Type="http://schemas.openxmlformats.org/officeDocument/2006/relationships/notesMaster" Target="/ppt/notesMasters/notesMaster1.xml" Id="R2bc66dd5f7744c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beedadbcab4cfa" /><Relationship Type="http://schemas.openxmlformats.org/officeDocument/2006/relationships/notesMaster" Target="/ppt/notesMasters/notesMaster1.xml" Id="R706f6292016141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a99c4c26744e37" /><Relationship Type="http://schemas.openxmlformats.org/officeDocument/2006/relationships/notesMaster" Target="/ppt/notesMasters/notesMaster1.xml" Id="R64ee3728442e42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17e5796b1c4fff" /><Relationship Type="http://schemas.openxmlformats.org/officeDocument/2006/relationships/notesMaster" Target="/ppt/notesMasters/notesMaster1.xml" Id="Ra1c9d7b13be544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c2cd02789143e2" /><Relationship Type="http://schemas.openxmlformats.org/officeDocument/2006/relationships/notesMaster" Target="/ppt/notesMasters/notesMaster1.xml" Id="Rb6919cac8de943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e92306f93543c0" /><Relationship Type="http://schemas.openxmlformats.org/officeDocument/2006/relationships/notesMaster" Target="/ppt/notesMasters/notesMaster1.xml" Id="R5527c9dbf94043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00a004d94a4171" /><Relationship Type="http://schemas.openxmlformats.org/officeDocument/2006/relationships/notesMaster" Target="/ppt/notesMasters/notesMaster1.xml" Id="R82701c1d1a2445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275707052a43e0" /><Relationship Type="http://schemas.openxmlformats.org/officeDocument/2006/relationships/notesMaster" Target="/ppt/notesMasters/notesMaster1.xml" Id="R7f0b9eac42824d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9a1b994cb44e2a" /><Relationship Type="http://schemas.openxmlformats.org/officeDocument/2006/relationships/notesMaster" Target="/ppt/notesMasters/notesMaster1.xml" Id="Raab44ce5558d48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efcae623b3448f" /><Relationship Type="http://schemas.openxmlformats.org/officeDocument/2006/relationships/notesMaster" Target="/ppt/notesMasters/notesMaster1.xml" Id="R19d08781a08646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2b3c1a13fe4224" /><Relationship Type="http://schemas.openxmlformats.org/officeDocument/2006/relationships/notesMaster" Target="/ppt/notesMasters/notesMaster1.xml" Id="Re3cb07011b1943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5290e280d64af8" /><Relationship Type="http://schemas.openxmlformats.org/officeDocument/2006/relationships/notesMaster" Target="/ppt/notesMasters/notesMaster1.xml" Id="R506a4c406c5a484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218a074d5d4602" /><Relationship Type="http://schemas.openxmlformats.org/officeDocument/2006/relationships/notesMaster" Target="/ppt/notesMasters/notesMaster1.xml" Id="R713ed60933324f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4451ab1c864c4c" /><Relationship Type="http://schemas.openxmlformats.org/officeDocument/2006/relationships/notesMaster" Target="/ppt/notesMasters/notesMaster1.xml" Id="R47d33ff0df2743f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f15a0c6fa24878" /><Relationship Type="http://schemas.openxmlformats.org/officeDocument/2006/relationships/notesMaster" Target="/ppt/notesMasters/notesMaster1.xml" Id="R29a5148b858148e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496f85f73ce4d46" /><Relationship Type="http://schemas.openxmlformats.org/officeDocument/2006/relationships/notesMaster" Target="/ppt/notesMasters/notesMaster1.xml" Id="R25b5fceab8aa47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0717ccb9ab4ee6" /><Relationship Type="http://schemas.openxmlformats.org/officeDocument/2006/relationships/notesMaster" Target="/ppt/notesMasters/notesMaster1.xml" Id="R327808827ab04d9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5cdfe2313b4d19" /><Relationship Type="http://schemas.openxmlformats.org/officeDocument/2006/relationships/notesMaster" Target="/ppt/notesMasters/notesMaster1.xml" Id="Re75bae57ea284a4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60299fd6fa342eb" /><Relationship Type="http://schemas.openxmlformats.org/officeDocument/2006/relationships/notesMaster" Target="/ppt/notesMasters/notesMaster1.xml" Id="R99e4db6ff5d34e9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7588c477084317" /><Relationship Type="http://schemas.openxmlformats.org/officeDocument/2006/relationships/notesMaster" Target="/ppt/notesMasters/notesMaster1.xml" Id="R8be17a8e0b5b44f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9b485d7aaf4e6a" /><Relationship Type="http://schemas.openxmlformats.org/officeDocument/2006/relationships/notesMaster" Target="/ppt/notesMasters/notesMaster1.xml" Id="R13e62d8ee9af45d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68a8078a6d4b53" /><Relationship Type="http://schemas.openxmlformats.org/officeDocument/2006/relationships/notesMaster" Target="/ppt/notesMasters/notesMaster1.xml" Id="R26c89f6058d247c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f35495d41754f84" /><Relationship Type="http://schemas.openxmlformats.org/officeDocument/2006/relationships/notesMaster" Target="/ppt/notesMasters/notesMaster1.xml" Id="Rc2007dc882ef48e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0c35f0edec34980" /><Relationship Type="http://schemas.openxmlformats.org/officeDocument/2006/relationships/notesMaster" Target="/ppt/notesMasters/notesMaster1.xml" Id="R59ad4b775e6e478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a5820012d24e05" /><Relationship Type="http://schemas.openxmlformats.org/officeDocument/2006/relationships/notesMaster" Target="/ppt/notesMasters/notesMaster1.xml" Id="R529d4a3f6db9420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1e267a28a084422" /><Relationship Type="http://schemas.openxmlformats.org/officeDocument/2006/relationships/notesMaster" Target="/ppt/notesMasters/notesMaster1.xml" Id="Rf7b0c08e079e454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96b4c764b96417b" /><Relationship Type="http://schemas.openxmlformats.org/officeDocument/2006/relationships/notesMaster" Target="/ppt/notesMasters/notesMaster1.xml" Id="Rada843e56e7a43d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d441ea5a53644c3" /><Relationship Type="http://schemas.openxmlformats.org/officeDocument/2006/relationships/notesMaster" Target="/ppt/notesMasters/notesMaster1.xml" Id="R71a3bf4833da46f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71caf28fb434e4d" /><Relationship Type="http://schemas.openxmlformats.org/officeDocument/2006/relationships/notesMaster" Target="/ppt/notesMasters/notesMaster1.xml" Id="Rfcf0e40f2bcc495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54ead0d924458b" /><Relationship Type="http://schemas.openxmlformats.org/officeDocument/2006/relationships/notesMaster" Target="/ppt/notesMasters/notesMaster1.xml" Id="R39c321db1b9147d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00a495c37242cd" /><Relationship Type="http://schemas.openxmlformats.org/officeDocument/2006/relationships/notesMaster" Target="/ppt/notesMasters/notesMaster1.xml" Id="R5a0cbaf3d7024d4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cafe541b74d4125" /><Relationship Type="http://schemas.openxmlformats.org/officeDocument/2006/relationships/notesMaster" Target="/ppt/notesMasters/notesMaster1.xml" Id="R869372ffb4e946b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6ab3b2448f84979" /><Relationship Type="http://schemas.openxmlformats.org/officeDocument/2006/relationships/notesMaster" Target="/ppt/notesMasters/notesMaster1.xml" Id="R30a4b6c93933438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e16964b659c46f4" /><Relationship Type="http://schemas.openxmlformats.org/officeDocument/2006/relationships/notesMaster" Target="/ppt/notesMasters/notesMaster1.xml" Id="Rbafa4ca53768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 C++ 面向对象与资源管理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2.1 类、对象与封装</a:t>
            </a:r>
          </a:p>
          <a:p xmlns:a="http://schemas.openxmlformats.org/drawingml/2006/main">
            <a:r>
              <a:t>第一课的结构体把字段组织在一起。本课进一步把操作也放进类型，让每个对象维护自己的状态和使用规则。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2.1 类与对象</a:t>
            </a:r>
          </a:p>
          <a:p xmlns:a="http://schemas.openxmlformats.org/drawingml/2006/main">
            <a:r>
              <a:t>同类型的普通实例分别保存数据</a:t>
            </a:r>
          </a:p>
          <a:p xmlns:a="http://schemas.openxmlformats.org/drawingml/2006/main">
            <a:r>
              <a:t>相关练习题号：O01、O02、O03、O04、O05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2.1 成员函数作用于当前对象</a:t>
            </a:r>
          </a:p>
          <a:p xmlns:a="http://schemas.openxmlformats.org/drawingml/2006/main">
            <a:r>
              <a:t>点号指定接收操作的对象</a:t>
            </a:r>
          </a:p>
          <a:p xmlns:a="http://schemas.openxmlformats.org/drawingml/2006/main">
            <a:r>
              <a:t>调用成员函数可以访问该对象的成员</a:t>
            </a:r>
          </a:p>
          <a:p xmlns:a="http://schemas.openxmlformats.org/drawingml/2006/main">
            <a:r>
              <a:t>另一个实例保留自己的状态</a:t>
            </a:r>
          </a:p>
          <a:p xmlns:a="http://schemas.openxmlformats.org/drawingml/2006/main">
            <a:r>
              <a:t>相关练习题号：O01、O02、O03、O04、O05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2.1 公开接口与私有数据</a:t>
            </a:r>
          </a:p>
          <a:p xmlns:a="http://schemas.openxmlformats.org/drawingml/2006/main">
            <a:r>
              <a:t>相关练习题号：O01、O02、O03、O04、O05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2.1 状态修改的约定</a:t>
            </a:r>
          </a:p>
          <a:p xmlns:a="http://schemas.openxmlformats.org/drawingml/2006/main">
            <a:r>
              <a:t>先检查操作前提</a:t>
            </a:r>
          </a:p>
          <a:p xmlns:a="http://schemas.openxmlformats.org/drawingml/2006/main">
            <a:r>
              <a:t>按接口规定接受、限幅或拒绝</a:t>
            </a:r>
          </a:p>
          <a:p xmlns:a="http://schemas.openxmlformats.org/drawingml/2006/main">
            <a:r>
              <a:t>失败时保持承诺的状态</a:t>
            </a:r>
          </a:p>
          <a:p xmlns:a="http://schemas.openxmlformats.org/drawingml/2006/main">
            <a:r>
              <a:t>返回结果帮助调用方决定下一步</a:t>
            </a:r>
          </a:p>
          <a:p xmlns:a="http://schemas.openxmlformats.org/drawingml/2006/main">
            <a:r>
              <a:t>相关练习题号：O01、O02、O03、O04、O05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2.1 struct 与 class</a:t>
            </a:r>
          </a:p>
          <a:p xmlns:a="http://schemas.openxmlformats.org/drawingml/2006/main">
            <a:r>
              <a:t>两者都能定义数据和成员函数</a:t>
            </a:r>
          </a:p>
          <a:p xmlns:a="http://schemas.openxmlformats.org/drawingml/2006/main">
            <a:r>
              <a:t>struct 的默认成员访问为 public</a:t>
            </a:r>
          </a:p>
          <a:p xmlns:a="http://schemas.openxmlformats.org/drawingml/2006/main">
            <a:r>
              <a:t>class 的默认成员访问为 private</a:t>
            </a:r>
          </a:p>
          <a:p xmlns:a="http://schemas.openxmlformats.org/drawingml/2006/main">
            <a:r>
              <a:t>访问关键字决定实际接口边界</a:t>
            </a:r>
          </a:p>
          <a:p xmlns:a="http://schemas.openxmlformats.org/drawingml/2006/main">
            <a:r>
              <a:t>相关练习题号：O01、O02、O03、O04、O05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2.2 构造与成员初始化</a:t>
            </a:r>
          </a:p>
          <a:p xmlns:a="http://schemas.openxmlformats.org/drawingml/2006/main">
            <a:r>
              <a:t>一个对象刚出现时，就应该有明确而合法的状态。构造函数负责把这种保证建立起来。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2.2 对象的创建过程</a:t>
            </a:r>
          </a:p>
          <a:p xmlns:a="http://schemas.openxmlformats.org/drawingml/2006/main">
            <a:r>
              <a:t>相关练习题号：O06、O07、O08、O09、O10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2.2 初始化与赋值</a:t>
            </a:r>
          </a:p>
          <a:p xmlns:a="http://schemas.openxmlformats.org/drawingml/2006/main">
            <a:r>
              <a:t>初始化发生在对象或成员创建时</a:t>
            </a:r>
          </a:p>
          <a:p xmlns:a="http://schemas.openxmlformats.org/drawingml/2006/main">
            <a:r>
              <a:t>赋值修改已经存在的对象</a:t>
            </a:r>
          </a:p>
          <a:p xmlns:a="http://schemas.openxmlformats.org/drawingml/2006/main">
            <a:r>
              <a:t>const 成员必须在初始化阶段给值</a:t>
            </a:r>
          </a:p>
          <a:p xmlns:a="http://schemas.openxmlformats.org/drawingml/2006/main">
            <a:r>
              <a:t>成员实际顺序来自类中的声明顺序</a:t>
            </a:r>
          </a:p>
          <a:p xmlns:a="http://schemas.openxmlformats.org/drawingml/2006/main">
            <a:r>
              <a:t>相关练习题号：O06、O07、O08、O09、O10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2.2 成员初始化列表</a:t>
            </a:r>
          </a:p>
          <a:p xmlns:a="http://schemas.openxmlformats.org/drawingml/2006/main">
            <a:r>
              <a:t>冒号后的内容安排成员初始化</a:t>
            </a:r>
          </a:p>
          <a:p xmlns:a="http://schemas.openxmlformats.org/drawingml/2006/main">
            <a:r>
              <a:t>函数体执行时成员已经创建</a:t>
            </a:r>
          </a:p>
          <a:p xmlns:a="http://schemas.openxmlformats.org/drawingml/2006/main">
            <a:r>
              <a:t>相关练习题号：O06、O07、O08、O09、O10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2.2 默认、委托与显式构造</a:t>
            </a:r>
          </a:p>
          <a:p xmlns:a="http://schemas.openxmlformats.org/drawingml/2006/main">
            <a:r>
              <a:t>默认创建需要可用的默认构造函数</a:t>
            </a:r>
          </a:p>
          <a:p xmlns:a="http://schemas.openxmlformats.org/drawingml/2006/main">
            <a:r>
              <a:t>委托构造复用同类的构造过程</a:t>
            </a:r>
          </a:p>
          <a:p xmlns:a="http://schemas.openxmlformats.org/drawingml/2006/main">
            <a:r>
              <a:t>explicit 让类型转换意图更明确</a:t>
            </a:r>
          </a:p>
          <a:p xmlns:a="http://schemas.openxmlformats.org/drawingml/2006/main">
            <a:r>
              <a:t>成员没有默认构造时要传入所需参数</a:t>
            </a:r>
          </a:p>
          <a:p xmlns:a="http://schemas.openxmlformats.org/drawingml/2006/main">
            <a:r>
              <a:t>相关练习题号：O06、O07、O08、O09、O10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2.3 对象的读取、修改与传递</a:t>
            </a:r>
          </a:p>
          <a:p xmlns:a="http://schemas.openxmlformats.org/drawingml/2006/main">
            <a:r>
              <a:t>第一课已经区分副本、引用和指针。把这些机制放到类的接口里，就能看懂 const 方法、this、链式调用和对象容器。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2.3 const 对象与 const 方法</a:t>
            </a:r>
          </a:p>
          <a:p xmlns:a="http://schemas.openxmlformats.org/drawingml/2006/main">
            <a:r>
              <a:t>读取接口可以声明为 const</a:t>
            </a:r>
          </a:p>
          <a:p xmlns:a="http://schemas.openxmlformats.org/drawingml/2006/main">
            <a:r>
              <a:t>const 对象只能直接调用适用的 const 接口</a:t>
            </a:r>
          </a:p>
          <a:p xmlns:a="http://schemas.openxmlformats.org/drawingml/2006/main">
            <a:r>
              <a:t>方法末尾 const 约束对当前对象的访问</a:t>
            </a:r>
          </a:p>
          <a:p xmlns:a="http://schemas.openxmlformats.org/drawingml/2006/main">
            <a:r>
              <a:t>相关练习题号：O11、O12、O13、O14、O15、O16、O17、O19、O40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2.3 this 与当前对象</a:t>
            </a:r>
          </a:p>
          <a:p xmlns:a="http://schemas.openxmlformats.org/drawingml/2006/main">
            <a:r>
              <a:t>this 指向接收当前调用的对象</a:t>
            </a:r>
          </a:p>
          <a:p xmlns:a="http://schemas.openxmlformats.org/drawingml/2006/main">
            <a:r>
              <a:t>-&gt; 通过指针访问成员</a:t>
            </a:r>
          </a:p>
          <a:p xmlns:a="http://schemas.openxmlformats.org/drawingml/2006/main">
            <a:r>
              <a:t>*this 表达当前对象本身</a:t>
            </a:r>
          </a:p>
          <a:p xmlns:a="http://schemas.openxmlformats.org/drawingml/2006/main">
            <a:r>
              <a:t>相关练习题号：O11、O12、O13、O14、O15、O16、O17、O19、O40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2.3 对象接口的返回方式</a:t>
            </a:r>
          </a:p>
          <a:p xmlns:a="http://schemas.openxmlformats.org/drawingml/2006/main">
            <a:r>
              <a:t>引用的有效期由原对象及其状态决定</a:t>
            </a:r>
          </a:p>
          <a:p xmlns:a="http://schemas.openxmlformats.org/drawingml/2006/main">
            <a:r>
              <a:t>相关练习题号：O11、O12、O13、O14、O15、O16、O17、O19、O40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2.3 复制、引用与静态方法</a:t>
            </a:r>
          </a:p>
          <a:p xmlns:a="http://schemas.openxmlformats.org/drawingml/2006/main">
            <a:r>
              <a:t>对象复制按成员各自的复制规则进行</a:t>
            </a:r>
          </a:p>
          <a:p xmlns:a="http://schemas.openxmlformats.org/drawingml/2006/main">
            <a:r>
              <a:t>按值参数使用副本，引用参数借用对象</a:t>
            </a:r>
          </a:p>
          <a:p xmlns:a="http://schemas.openxmlformats.org/drawingml/2006/main">
            <a:r>
              <a:t>静态成员函数没有当前实例</a:t>
            </a:r>
          </a:p>
          <a:p xmlns:a="http://schemas.openxmlformats.org/drawingml/2006/main">
            <a:r>
              <a:t>指针成员复制地址，vector 成员复制容器值</a:t>
            </a:r>
          </a:p>
          <a:p xmlns:a="http://schemas.openxmlformats.org/drawingml/2006/main">
            <a:r>
              <a:t>相关练习题号：O11、O12、O13、O14、O15、O16、O17、O19、O40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2.3 对象集合与类外定义</a:t>
            </a:r>
          </a:p>
          <a:p xmlns:a="http://schemas.openxmlformats.org/drawingml/2006/main">
            <a:r>
              <a:t>容器保存具体对象</a:t>
            </a:r>
          </a:p>
          <a:p xmlns:a="http://schemas.openxmlformats.org/drawingml/2006/main">
            <a:r>
              <a:t>作用域限定符把定义关联回所属类型</a:t>
            </a:r>
          </a:p>
          <a:p xmlns:a="http://schemas.openxmlformats.org/drawingml/2006/main">
            <a:r>
              <a:t>相关练习题号：O11、O12、O13、O14、O15、O16、O17、O19、O40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2.4 对象组合与协作</a:t>
            </a:r>
          </a:p>
          <a:p xmlns:a="http://schemas.openxmlformats.org/drawingml/2006/main">
            <a:r>
              <a:t>许多功能可以通过多个小对象协作完成。组合把部件作为成员，让外层对象组织步骤而不是包办所有细节。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2.4 对象组合</a:t>
            </a:r>
          </a:p>
          <a:p xmlns:a="http://schemas.openxmlformats.org/drawingml/2006/main">
            <a:r>
              <a:t>拥有部件的关系用成员对象表达</a:t>
            </a:r>
          </a:p>
          <a:p xmlns:a="http://schemas.openxmlformats.org/drawingml/2006/main">
            <a:r>
              <a:t>相关练习题号：O21、O22、O23、O24、O25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2.4 对象间的调用顺序</a:t>
            </a:r>
          </a:p>
          <a:p xmlns:a="http://schemas.openxmlformats.org/drawingml/2006/main">
            <a:r>
              <a:t>外层对象检查动作前提</a:t>
            </a:r>
          </a:p>
          <a:p xmlns:a="http://schemas.openxmlformats.org/drawingml/2006/main">
            <a:r>
              <a:t>成员对象执行自己的操作</a:t>
            </a:r>
          </a:p>
          <a:p xmlns:a="http://schemas.openxmlformats.org/drawingml/2006/main">
            <a:r>
              <a:t>返回结果决定是否继续</a:t>
            </a:r>
          </a:p>
          <a:p xmlns:a="http://schemas.openxmlformats.org/drawingml/2006/main">
            <a:r>
              <a:t>失败时保持约定的整体状态</a:t>
            </a:r>
          </a:p>
          <a:p xmlns:a="http://schemas.openxmlformats.org/drawingml/2006/main">
            <a:r>
              <a:t>相关练习题号：O21、O22、O23、O24、O25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2.4 配置副本与状态快照</a:t>
            </a:r>
          </a:p>
          <a:p xmlns:a="http://schemas.openxmlformats.org/drawingml/2006/main">
            <a:r>
              <a:t>两者都延续按值复制的语义</a:t>
            </a:r>
          </a:p>
          <a:p xmlns:a="http://schemas.openxmlformats.org/drawingml/2006/main">
            <a:r>
              <a:t>相关练习题号：O21、O22、O23、O24、O25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2.4 接口统一维护规则</a:t>
            </a:r>
          </a:p>
          <a:p xmlns:a="http://schemas.openxmlformats.org/drawingml/2006/main">
            <a:r>
              <a:t>限制和过滤集中在类型内部</a:t>
            </a:r>
          </a:p>
          <a:p xmlns:a="http://schemas.openxmlformats.org/drawingml/2006/main">
            <a:r>
              <a:t>每个成员保留明确责任</a:t>
            </a:r>
          </a:p>
          <a:p xmlns:a="http://schemas.openxmlformats.org/drawingml/2006/main">
            <a:r>
              <a:t>组合对象协调顺序</a:t>
            </a:r>
          </a:p>
          <a:p xmlns:a="http://schemas.openxmlformats.org/drawingml/2006/main">
            <a:r>
              <a:t>读取接口说明返回副本还是引用</a:t>
            </a:r>
          </a:p>
          <a:p xmlns:a="http://schemas.openxmlformats.org/drawingml/2006/main">
            <a:r>
              <a:t>相关练习题号：O21、O22、O23、O24、O25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2.5 生命周期、复制与资源管理</a:t>
            </a:r>
          </a:p>
          <a:p xmlns:a="http://schemas.openxmlformats.org/drawingml/2006/main">
            <a:r>
              <a:t>对象何时构造、何时结束，会决定它管理的数据或资源何时可用。析构把结束时需要的工作放进类型本身。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2.5 局部对象的生命周期</a:t>
            </a:r>
          </a:p>
          <a:p xmlns:a="http://schemas.openxmlformats.org/drawingml/2006/main">
            <a:r>
              <a:t>结束作用域会触发相应局部对象的析构</a:t>
            </a:r>
          </a:p>
          <a:p xmlns:a="http://schemas.openxmlformats.org/drawingml/2006/main">
            <a:r>
              <a:t>相关练习题号：O18、O20、O37、O39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2.5 复制构造与赋值</a:t>
            </a:r>
          </a:p>
          <a:p xmlns:a="http://schemas.openxmlformats.org/drawingml/2006/main">
            <a:r>
              <a:t>活对象数要在真正创建和销毁时更新</a:t>
            </a:r>
          </a:p>
          <a:p xmlns:a="http://schemas.openxmlformats.org/drawingml/2006/main">
            <a:r>
              <a:t>相关练习题号：O18、O20、O37、O39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2.5 RAII 的资源责任</a:t>
            </a:r>
          </a:p>
          <a:p xmlns:a="http://schemas.openxmlformats.org/drawingml/2006/main">
            <a:r>
              <a:t>资源获取与释放成对出现</a:t>
            </a:r>
          </a:p>
          <a:p xmlns:a="http://schemas.openxmlformats.org/drawingml/2006/main">
            <a:r>
              <a:t>对象承担管理责任</a:t>
            </a:r>
          </a:p>
          <a:p xmlns:a="http://schemas.openxmlformats.org/drawingml/2006/main">
            <a:r>
              <a:t>对象结束时完成清理</a:t>
            </a:r>
          </a:p>
          <a:p xmlns:a="http://schemas.openxmlformats.org/drawingml/2006/main">
            <a:r>
              <a:t>标准库成员已经管理自己的存储</a:t>
            </a:r>
          </a:p>
          <a:p xmlns:a="http://schemas.openxmlformats.org/drawingml/2006/main">
            <a:r>
              <a:t>相关练习题号：O18、O20、O37、O39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2.5 默认行为与禁止复制</a:t>
            </a:r>
          </a:p>
          <a:p xmlns:a="http://schemas.openxmlformats.org/drawingml/2006/main">
            <a:r>
              <a:t>默认行为适合正确组合的成员</a:t>
            </a:r>
          </a:p>
          <a:p xmlns:a="http://schemas.openxmlformats.org/drawingml/2006/main">
            <a:r>
              <a:t>独占责任可以通过类型禁止复制</a:t>
            </a:r>
          </a:p>
          <a:p xmlns:a="http://schemas.openxmlformats.org/drawingml/2006/main">
            <a:r>
              <a:t>禁止复制不自动等同于允许移动</a:t>
            </a:r>
          </a:p>
          <a:p xmlns:a="http://schemas.openxmlformats.org/drawingml/2006/main">
            <a:r>
              <a:t>相关练习题号：O18、O20、O37、O39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2.6 继承与基类部分</a:t>
            </a:r>
          </a:p>
          <a:p xmlns:a="http://schemas.openxmlformats.org/drawingml/2006/main">
            <a:r>
              <a:t>组合已经说明“拥有一个部件”。继承用来描述一种更具体的类型与其基类之间的关系。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2.6 组合与继承的关系</a:t>
            </a:r>
          </a:p>
          <a:p xmlns:a="http://schemas.openxmlformats.org/drawingml/2006/main">
            <a:r>
              <a:t>先根据类型关系选择结构</a:t>
            </a:r>
          </a:p>
          <a:p xmlns:a="http://schemas.openxmlformats.org/drawingml/2006/main">
            <a:r>
              <a:t>相关练习题号：O26、O27、O28、O29、O30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2.6 基类构造</a:t>
            </a:r>
          </a:p>
          <a:p xmlns:a="http://schemas.openxmlformats.org/drawingml/2006/main">
            <a:r>
              <a:t>基类部分先完成构造</a:t>
            </a:r>
          </a:p>
          <a:p xmlns:a="http://schemas.openxmlformats.org/drawingml/2006/main">
            <a:r>
              <a:t>再构造成员</a:t>
            </a:r>
          </a:p>
          <a:p xmlns:a="http://schemas.openxmlformats.org/drawingml/2006/main">
            <a:r>
              <a:t>最后执行派生构造函数体</a:t>
            </a:r>
          </a:p>
          <a:p xmlns:a="http://schemas.openxmlformats.org/drawingml/2006/main">
            <a:r>
              <a:t>相关练习题号：O26、O27、O28、O29、O30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2.6 构造与析构顺序</a:t>
            </a:r>
          </a:p>
          <a:p xmlns:a="http://schemas.openxmlformats.org/drawingml/2006/main">
            <a:r>
              <a:t>相关练习题号：O26、O27、O28、O29、O30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2.6 继承中的访问边界</a:t>
            </a:r>
          </a:p>
          <a:p xmlns:a="http://schemas.openxmlformats.org/drawingml/2006/main">
            <a:r>
              <a:t>public 提供对外接口</a:t>
            </a:r>
          </a:p>
          <a:p xmlns:a="http://schemas.openxmlformats.org/drawingml/2006/main">
            <a:r>
              <a:t>protected 支持派生实现中的受控访问</a:t>
            </a:r>
          </a:p>
          <a:p xmlns:a="http://schemas.openxmlformats.org/drawingml/2006/main">
            <a:r>
              <a:t>private 保留基类内部边界</a:t>
            </a:r>
          </a:p>
          <a:p xmlns:a="http://schemas.openxmlformats.org/drawingml/2006/main">
            <a:r>
              <a:t>继承不会开放基类的私有数据</a:t>
            </a:r>
          </a:p>
          <a:p xmlns:a="http://schemas.openxmlformats.org/drawingml/2006/main">
            <a:r>
              <a:t>相关练习题号：O26、O27、O28、O29、O30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2.6 非虚同名函数</a:t>
            </a:r>
          </a:p>
          <a:p xmlns:a="http://schemas.openxmlformats.org/drawingml/2006/main">
            <a:r>
              <a:t>派生同名声明会影响名字查找</a:t>
            </a:r>
          </a:p>
          <a:p xmlns:a="http://schemas.openxmlformats.org/drawingml/2006/main">
            <a:r>
              <a:t>限定名可以明确选择基类实现</a:t>
            </a:r>
          </a:p>
          <a:p xmlns:a="http://schemas.openxmlformats.org/drawingml/2006/main">
            <a:r>
              <a:t>通过基类调用非虚函数由静态接口决定</a:t>
            </a:r>
          </a:p>
          <a:p xmlns:a="http://schemas.openxmlformats.org/drawingml/2006/main">
            <a:r>
              <a:t>动态派发需要 virtual 机制</a:t>
            </a:r>
          </a:p>
          <a:p xmlns:a="http://schemas.openxmlformats.org/drawingml/2006/main">
            <a:r>
              <a:t>相关练习题号：O26、O27、O28、O29、O30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2.7 虚函数、多态与对象切片</a:t>
            </a:r>
          </a:p>
          <a:p xmlns:a="http://schemas.openxmlformats.org/drawingml/2006/main">
            <a:r>
              <a:t>调用方有时只关心统一接口，实际行为则由具体对象决定。虚函数让这件事成为 C++ 类型接口的明确组成部分。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2.7 虚函数的动态派发</a:t>
            </a:r>
          </a:p>
          <a:p xmlns:a="http://schemas.openxmlformats.org/drawingml/2006/main">
            <a:r>
              <a:t>相关练习题号：O31、O32、O33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2.7 纯虚接口</a:t>
            </a:r>
          </a:p>
          <a:p xmlns:a="http://schemas.openxmlformats.org/drawingml/2006/main">
            <a:r>
              <a:t>抽象类约定统一操作</a:t>
            </a:r>
          </a:p>
          <a:p xmlns:a="http://schemas.openxmlformats.org/drawingml/2006/main">
            <a:r>
              <a:t>具体派生类提供实现</a:t>
            </a:r>
          </a:p>
          <a:p xmlns:a="http://schemas.openxmlformats.org/drawingml/2006/main">
            <a:r>
              <a:t>调用方可以依赖基类接口</a:t>
            </a:r>
          </a:p>
          <a:p xmlns:a="http://schemas.openxmlformats.org/drawingml/2006/main">
            <a:r>
              <a:t>相关练习题号：O31、O32、O33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2.7 值复制与对象切片</a:t>
            </a:r>
          </a:p>
          <a:p xmlns:a="http://schemas.openxmlformats.org/drawingml/2006/main">
            <a:r>
              <a:t>动态派发取决于实际保留下来的对象</a:t>
            </a:r>
          </a:p>
          <a:p xmlns:a="http://schemas.openxmlformats.org/drawingml/2006/main">
            <a:r>
              <a:t>相关练习题号：O31、O32、O33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2.7 多态访问的前提</a:t>
            </a:r>
          </a:p>
          <a:p xmlns:a="http://schemas.openxmlformats.org/drawingml/2006/main">
            <a:r>
              <a:t>接口函数采用虚调用机制</a:t>
            </a:r>
          </a:p>
          <a:p xmlns:a="http://schemas.openxmlformats.org/drawingml/2006/main">
            <a:r>
              <a:t>引用或指针关联正确对象</a:t>
            </a:r>
          </a:p>
          <a:p xmlns:a="http://schemas.openxmlformats.org/drawingml/2006/main">
            <a:r>
              <a:t>对象在调用期间仍然存活</a:t>
            </a:r>
          </a:p>
          <a:p xmlns:a="http://schemas.openxmlformats.org/drawingml/2006/main">
            <a:r>
              <a:t>拥有关系和借用关系需要明确</a:t>
            </a:r>
          </a:p>
          <a:p xmlns:a="http://schemas.openxmlformats.org/drawingml/2006/main">
            <a:r>
              <a:t>相关练习题号：O31、O32、O33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动态对象、所有权与异常清理</a:t>
            </a:r>
          </a:p>
          <a:p xmlns:a="http://schemas.openxmlformats.org/drawingml/2006/main">
            <a:r>
              <a:t>普通指针能提供访问入口，析构能完成对象清理。本节把两者连接起来，明确动态对象由谁负责结束生命。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自动对象与动态对象</a:t>
            </a:r>
          </a:p>
          <a:p xmlns:a="http://schemas.openxmlformats.org/drawingml/2006/main">
            <a:r>
              <a:t>普通指针离开作用域不会自动删除目标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拥有与借用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独占所有权转移</a:t>
            </a:r>
          </a:p>
          <a:p xmlns:a="http://schemas.openxmlformats.org/drawingml/2006/main">
            <a:r>
              <a:t>std::move 允许选择移动操作</a:t>
            </a:r>
          </a:p>
          <a:p xmlns:a="http://schemas.openxmlformats.org/drawingml/2006/main">
            <a:r>
              <a:t>unique_ptr 的移动操作转移管理责任</a:t>
            </a:r>
          </a:p>
          <a:p xmlns:a="http://schemas.openxmlformats.org/drawingml/2006/main">
            <a:r>
              <a:t>转移后的源 unique_ptr 为空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多态对象的销毁</a:t>
            </a:r>
          </a:p>
          <a:p xmlns:a="http://schemas.openxmlformats.org/drawingml/2006/main">
            <a:r>
              <a:t>通过基类管理派生对象</a:t>
            </a:r>
          </a:p>
          <a:p xmlns:a="http://schemas.openxmlformats.org/drawingml/2006/main">
            <a:r>
              <a:t>虚析构使相应派生清理参与执行</a:t>
            </a:r>
          </a:p>
          <a:p xmlns:a="http://schemas.openxmlformats.org/drawingml/2006/main">
            <a:r>
              <a:t>清理沿派生、成员和基类层次完成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多态容器</a:t>
            </a:r>
          </a:p>
          <a:p xmlns:a="http://schemas.openxmlformats.org/drawingml/2006/main">
            <a:r>
              <a:t>每项管理一个具体对象</a:t>
            </a:r>
          </a:p>
          <a:p xmlns:a="http://schemas.openxmlformats.org/drawingml/2006/main">
            <a:r>
              <a:t>通过基类接口调用虚函数</a:t>
            </a:r>
          </a:p>
          <a:p xmlns:a="http://schemas.openxmlformats.org/drawingml/2006/main">
            <a:r>
              <a:t>保存所有者避免按值切片</a:t>
            </a:r>
          </a:p>
          <a:p xmlns:a="http://schemas.openxmlformats.org/drawingml/2006/main">
            <a:r>
              <a:t>容器结束时由元素完成资源清理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异常路径与 RAII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 2.8 阅读 C++ 的对象问题</a:t>
            </a:r>
          </a:p>
          <a:p xmlns:a="http://schemas.openxmlformats.org/drawingml/2006/main">
            <a:r>
              <a:t>值属于什么类型，是否发生复制</a:t>
            </a:r>
          </a:p>
          <a:p xmlns:a="http://schemas.openxmlformats.org/drawingml/2006/main">
            <a:r>
              <a:t>引用或指针正在访问哪个对象</a:t>
            </a:r>
          </a:p>
          <a:p xmlns:a="http://schemas.openxmlformats.org/drawingml/2006/main">
            <a:r>
              <a:t>目标在当前使用期间是否存活</a:t>
            </a:r>
          </a:p>
          <a:p xmlns:a="http://schemas.openxmlformats.org/drawingml/2006/main">
            <a:r>
              <a:t>谁拥有资源，何时完成清理</a:t>
            </a:r>
          </a:p>
          <a:p xmlns:a="http://schemas.openxmlformats.org/drawingml/2006/main">
            <a:r>
              <a:t>相关练习题号：O36、O34、O35、O38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0a20bd1fb41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ad418f5b04d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b13222df64b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9fd70132c4d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7360d998340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458dbce1747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F255F0-511B-48FD-B5A0-148CC27AE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F0FC94-B1FC-4740-A220-757995F4C4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03FF46-F664-4805-8AC4-438818FD70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F90DAE-7AAA-40DD-9289-F5D4AE8C0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79EF18-9A13-477F-8B33-49A03BAA80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D48EDD-183B-4BFA-8D0F-93005D23EA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7DA754-472D-4AF4-890D-650B2943E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1E7863-4F7C-419D-85FE-A27F6DE8BC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12D479-7E3C-4D73-974F-4A7FF75BB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F97E5B-A7F9-40E1-BA08-313B33652D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65bcda0f34c1f" /><Relationship Type="http://schemas.openxmlformats.org/officeDocument/2006/relationships/slideLayout" Target="/ppt/slideLayouts/slideLayout1.xml" Id="Ra6c12592ba7043c1" /><Relationship Type="http://schemas.openxmlformats.org/officeDocument/2006/relationships/slideLayout" Target="/ppt/slideLayouts/slideLayout2.xml" Id="R7867101418e24793" /><Relationship Type="http://schemas.openxmlformats.org/officeDocument/2006/relationships/slideLayout" Target="/ppt/slideLayouts/slideLayout3.xml" Id="R74d6fa786a9a4991" /><Relationship Type="http://schemas.openxmlformats.org/officeDocument/2006/relationships/slideLayout" Target="/ppt/slideLayouts/slideLayout4.xml" Id="Rc05e1bcfa2dd4f26" /><Relationship Type="http://schemas.openxmlformats.org/officeDocument/2006/relationships/slideLayout" Target="/ppt/slideLayouts/slideLayout5.xml" Id="R13dcce78b7994a28" /><Relationship Type="http://schemas.openxmlformats.org/officeDocument/2006/relationships/slideLayout" Target="/ppt/slideLayouts/slideLayout6.xml" Id="Re89e49f21932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c12592ba7043c1"/>
    <p:sldLayoutId xmlns:r="http://schemas.openxmlformats.org/officeDocument/2006/relationships" id="2147483650" r:id="R7867101418e24793"/>
    <p:sldLayoutId xmlns:r="http://schemas.openxmlformats.org/officeDocument/2006/relationships" id="2147483651" r:id="R74d6fa786a9a4991"/>
    <p:sldLayoutId xmlns:r="http://schemas.openxmlformats.org/officeDocument/2006/relationships" id="2147483652" r:id="Rc05e1bcfa2dd4f26"/>
    <p:sldLayoutId xmlns:r="http://schemas.openxmlformats.org/officeDocument/2006/relationships" id="2147483653" r:id="R13dcce78b7994a28"/>
    <p:sldLayoutId xmlns:r="http://schemas.openxmlformats.org/officeDocument/2006/relationships" id="2147483654" r:id="Re89e49f21932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98c5df9704846" /><Relationship Type="http://schemas.openxmlformats.org/officeDocument/2006/relationships/notesSlide" Target="/ppt/notesSlides/notesSlide1.xml" Id="R308d7d918a77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c889355d341a9" /><Relationship Type="http://schemas.openxmlformats.org/officeDocument/2006/relationships/notesSlide" Target="/ppt/notesSlides/notesSlide2.xml" Id="Rb34794c9850d4a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b52053f33457d" /><Relationship Type="http://schemas.openxmlformats.org/officeDocument/2006/relationships/notesSlide" Target="/ppt/notesSlides/notesSlide3.xml" Id="R737bd15b9d8544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a184a44ce47db" /><Relationship Type="http://schemas.openxmlformats.org/officeDocument/2006/relationships/notesSlide" Target="/ppt/notesSlides/notesSlide4.xml" Id="R1956e4831998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c354f15b6420e" /><Relationship Type="http://schemas.openxmlformats.org/officeDocument/2006/relationships/notesSlide" Target="/ppt/notesSlides/notesSlide5.xml" Id="R15fa0f17139b4b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d40abdddf424d" /><Relationship Type="http://schemas.openxmlformats.org/officeDocument/2006/relationships/notesSlide" Target="/ppt/notesSlides/notesSlide6.xml" Id="R7c4decbc10a74f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1e253bc02435d" /><Relationship Type="http://schemas.openxmlformats.org/officeDocument/2006/relationships/notesSlide" Target="/ppt/notesSlides/notesSlide7.xml" Id="Rd04901c6535d4d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009a8902e4856" /><Relationship Type="http://schemas.openxmlformats.org/officeDocument/2006/relationships/notesSlide" Target="/ppt/notesSlides/notesSlide8.xml" Id="R48b551a0d79c40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08c0b4f184ff3" /><Relationship Type="http://schemas.openxmlformats.org/officeDocument/2006/relationships/notesSlide" Target="/ppt/notesSlides/notesSlide9.xml" Id="R017f968263e646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86e926e124cb2" /><Relationship Type="http://schemas.openxmlformats.org/officeDocument/2006/relationships/notesSlide" Target="/ppt/notesSlides/notesSlide10.xml" Id="R5d9ca91ce8dd4c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49cc5a567412f" /><Relationship Type="http://schemas.openxmlformats.org/officeDocument/2006/relationships/notesSlide" Target="/ppt/notesSlides/notesSlide11.xml" Id="R78b6633c48c0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479724ca348de" /><Relationship Type="http://schemas.openxmlformats.org/officeDocument/2006/relationships/notesSlide" Target="/ppt/notesSlides/notesSlide12.xml" Id="R3e918561e53145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f4431edd445c2" /><Relationship Type="http://schemas.openxmlformats.org/officeDocument/2006/relationships/notesSlide" Target="/ppt/notesSlides/notesSlide13.xml" Id="Rb8b6b17df3a94d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259f1edb34162" /><Relationship Type="http://schemas.openxmlformats.org/officeDocument/2006/relationships/notesSlide" Target="/ppt/notesSlides/notesSlide14.xml" Id="Rb161d7c778a146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7d38b2ead4889" /><Relationship Type="http://schemas.openxmlformats.org/officeDocument/2006/relationships/notesSlide" Target="/ppt/notesSlides/notesSlide15.xml" Id="R7fbb544f2c3a4c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283d243e34c85" /><Relationship Type="http://schemas.openxmlformats.org/officeDocument/2006/relationships/notesSlide" Target="/ppt/notesSlides/notesSlide16.xml" Id="R2345f583bdf646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0ccab548242a0" /><Relationship Type="http://schemas.openxmlformats.org/officeDocument/2006/relationships/notesSlide" Target="/ppt/notesSlides/notesSlide17.xml" Id="R137ce58e5c054b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4b96402a1473a" /><Relationship Type="http://schemas.openxmlformats.org/officeDocument/2006/relationships/notesSlide" Target="/ppt/notesSlides/notesSlide18.xml" Id="R3dc468d183624e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403f3727bf4339" /><Relationship Type="http://schemas.openxmlformats.org/officeDocument/2006/relationships/notesSlide" Target="/ppt/notesSlides/notesSlide19.xml" Id="R5b7e2c9f4e0443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5c324560d4989" /><Relationship Type="http://schemas.openxmlformats.org/officeDocument/2006/relationships/notesSlide" Target="/ppt/notesSlides/notesSlide20.xml" Id="Rfabf5d7cbb7f40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0228b15ce482c" /><Relationship Type="http://schemas.openxmlformats.org/officeDocument/2006/relationships/notesSlide" Target="/ppt/notesSlides/notesSlide21.xml" Id="R8fc8e8d2d14742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3711093d54088" /><Relationship Type="http://schemas.openxmlformats.org/officeDocument/2006/relationships/notesSlide" Target="/ppt/notesSlides/notesSlide22.xml" Id="R2bbe61ae354c440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153519b024a91" /><Relationship Type="http://schemas.openxmlformats.org/officeDocument/2006/relationships/notesSlide" Target="/ppt/notesSlides/notesSlide23.xml" Id="R671fd24f964141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4e8c5c6b94ead" /><Relationship Type="http://schemas.openxmlformats.org/officeDocument/2006/relationships/notesSlide" Target="/ppt/notesSlides/notesSlide24.xml" Id="R728f418aef8f40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c4103be434a62" /><Relationship Type="http://schemas.openxmlformats.org/officeDocument/2006/relationships/notesSlide" Target="/ppt/notesSlides/notesSlide25.xml" Id="R49755d61d4f240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0ed27f6ba478d" /><Relationship Type="http://schemas.openxmlformats.org/officeDocument/2006/relationships/notesSlide" Target="/ppt/notesSlides/notesSlide26.xml" Id="R6066474df0e242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7dfaa07b04622" /><Relationship Type="http://schemas.openxmlformats.org/officeDocument/2006/relationships/notesSlide" Target="/ppt/notesSlides/notesSlide27.xml" Id="R9556bbbb937d4d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e0ab44d45460a" /><Relationship Type="http://schemas.openxmlformats.org/officeDocument/2006/relationships/notesSlide" Target="/ppt/notesSlides/notesSlide28.xml" Id="Re6f816e4e34a4b1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19754d8104571" /><Relationship Type="http://schemas.openxmlformats.org/officeDocument/2006/relationships/notesSlide" Target="/ppt/notesSlides/notesSlide29.xml" Id="Raaa345fccfa04d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265ccb71d40ef" /><Relationship Type="http://schemas.openxmlformats.org/officeDocument/2006/relationships/notesSlide" Target="/ppt/notesSlides/notesSlide30.xml" Id="R01424c6ea9d14b9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0b2f0358b47a6" /><Relationship Type="http://schemas.openxmlformats.org/officeDocument/2006/relationships/notesSlide" Target="/ppt/notesSlides/notesSlide31.xml" Id="R4d7a269aeb8047b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85349d0d748ff" /><Relationship Type="http://schemas.openxmlformats.org/officeDocument/2006/relationships/notesSlide" Target="/ppt/notesSlides/notesSlide32.xml" Id="Rae2ea049e0c743f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f5deac0314d2c" /><Relationship Type="http://schemas.openxmlformats.org/officeDocument/2006/relationships/notesSlide" Target="/ppt/notesSlides/notesSlide33.xml" Id="Rab3ec14a28bb47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ee192d85743c6" /><Relationship Type="http://schemas.openxmlformats.org/officeDocument/2006/relationships/notesSlide" Target="/ppt/notesSlides/notesSlide34.xml" Id="Rb819e9edbe6c4b0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d3efadffd4b56" /><Relationship Type="http://schemas.openxmlformats.org/officeDocument/2006/relationships/notesSlide" Target="/ppt/notesSlides/notesSlide35.xml" Id="Ra5365572935b4d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050bd282c4d49" /><Relationship Type="http://schemas.openxmlformats.org/officeDocument/2006/relationships/notesSlide" Target="/ppt/notesSlides/notesSlide36.xml" Id="Rd103a5204f5f46a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f73aee8384200" /><Relationship Type="http://schemas.openxmlformats.org/officeDocument/2006/relationships/notesSlide" Target="/ppt/notesSlides/notesSlide37.xml" Id="Ra0d803e1d428494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f0722445b4414" /><Relationship Type="http://schemas.openxmlformats.org/officeDocument/2006/relationships/notesSlide" Target="/ppt/notesSlides/notesSlide38.xml" Id="Ra12f3ec08e3b4d9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e5f16b7334e41" /><Relationship Type="http://schemas.openxmlformats.org/officeDocument/2006/relationships/notesSlide" Target="/ppt/notesSlides/notesSlide39.xml" Id="R31ffb3702e3742a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4ef7eba9b41bc" /><Relationship Type="http://schemas.openxmlformats.org/officeDocument/2006/relationships/notesSlide" Target="/ppt/notesSlides/notesSlide40.xml" Id="R1f3d8e331f6543b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15f8c8c3c466c" /><Relationship Type="http://schemas.openxmlformats.org/officeDocument/2006/relationships/notesSlide" Target="/ppt/notesSlides/notesSlide41.xml" Id="R8cd1752eb39c4a8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d75fb73c94723" /><Relationship Type="http://schemas.openxmlformats.org/officeDocument/2006/relationships/notesSlide" Target="/ppt/notesSlides/notesSlide42.xml" Id="R62039758ff2d47b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f0a52bfa64947" /><Relationship Type="http://schemas.openxmlformats.org/officeDocument/2006/relationships/notesSlide" Target="/ppt/notesSlides/notesSlide43.xml" Id="Rdb34fe7df695409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505676f774b3d" /><Relationship Type="http://schemas.openxmlformats.org/officeDocument/2006/relationships/notesSlide" Target="/ppt/notesSlides/notesSlide44.xml" Id="R069eb09217ca4f1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cea53c1174d57" /><Relationship Type="http://schemas.openxmlformats.org/officeDocument/2006/relationships/notesSlide" Target="/ppt/notesSlides/notesSlide45.xml" Id="R827727bcca5d4f6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145e954534edf" /><Relationship Type="http://schemas.openxmlformats.org/officeDocument/2006/relationships/notesSlide" Target="/ppt/notesSlides/notesSlide46.xml" Id="R48a3ee49c9d746b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130aec07547d5" /><Relationship Type="http://schemas.openxmlformats.org/officeDocument/2006/relationships/notesSlide" Target="/ppt/notesSlides/notesSlide47.xml" Id="R2cf270af90a147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AAA83189-FDD7-4704-ADBB-F50F663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AIM ROBOTICS</a:t>
            </a:r>
          </a:p>
        </p:txBody>
      </p:sp>
      <p:sp>
        <p:nvSpPr>
          <p:cNvPr id="2" name="lesson">
            <a:extLst xmlns:a="http://schemas.openxmlformats.org/drawingml/2006/main">
              <a:ext uri="{FF2B5EF4-FFF2-40B4-BE49-F238E27FC236}">
                <a16:creationId xmlns:a16="http://schemas.microsoft.com/office/drawing/2014/main" id="{D7AFDC71-9E0F-4056-8F21-F25415BF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727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第2课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FFFCC80-0A08-4AE5-9782-073F7F7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59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C++ 面向对象与资源管理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7B4A433-0033-49BB-A952-1C575D1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727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第二课 · O01–O40</a:t>
            </a:r>
          </a:p>
        </p:txBody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A2367228-A95E-4B32-B3AC-C9454DDB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0572750" cy="341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2026–2027 新人培训 · C++17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887A288C-E883-44AC-9231-01F3AE4B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 / 47</a:t>
            </a:r>
          </a:p>
        </p:txBody>
      </p:sp>
    </p:spTree>
    <p:extLst>
      <p:ext uri="{BB962C8B-B14F-4D97-AF65-F5344CB8AC3E}">
        <p14:creationId xmlns:p14="http://schemas.microsoft.com/office/powerpoint/2010/main" val="1854598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0E999DD-6F83-4056-99D9-580EBC7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2.1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ECAEC77-2AC6-43B5-9EF2-783CEE75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类、对象与封装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05D61FA-6029-4CE3-A501-CC392D8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第一课的结构体把字段组织在一起。本课进一步把操作也放进类型，让每个对象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维护自己的状态和使用规则。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8854E056-76C0-4B4E-9EA4-EB26E2DA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配套练习：O01、O02、O03、O04、O05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DA4DB074-0ECD-4C9A-A021-9D43230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2 / 47</a:t>
            </a:r>
          </a:p>
        </p:txBody>
      </p:sp>
    </p:spTree>
    <p:extLst>
      <p:ext uri="{BB962C8B-B14F-4D97-AF65-F5344CB8AC3E}">
        <p14:creationId xmlns:p14="http://schemas.microsoft.com/office/powerpoint/2010/main" val="201885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E364EFA9-113C-4DCE-B471-DC572D2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类与对象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43E5B-851A-4F8C-8B8E-9E449EBDF925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类型定义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声明成员与操作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保存一份具体状态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说明能做什么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对自身接受操作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B78C752E-8258-4535-A32B-A2619FA7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同类型的普通实例分别保存数据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045CF48-A66C-4242-BB48-E1174C1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548D6EC-5E15-4A46-85F4-26689290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2.1 类、对象与封装</a:t>
            </a:r>
          </a:p>
        </p:txBody>
      </p:sp>
    </p:spTree>
    <p:extLst>
      <p:ext uri="{BB962C8B-B14F-4D97-AF65-F5344CB8AC3E}">
        <p14:creationId xmlns:p14="http://schemas.microsoft.com/office/powerpoint/2010/main" val="353248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B2935CDA-7F5A-4A80-8B27-94DE8180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成员函数作用于当前对象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01FD766D-B1C1-431D-8CCA-23CABE4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counter.tick();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value = counter.value();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ABDF477-B7ED-437E-81F6-BB57C8E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点号指定接收操作的对象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2427FB6-7352-4B9B-BDC6-511A4E4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调用成员函数可以访问该对象的成员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BB0DE8D-BEF7-4A99-974D-4A02C4A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另一个实例保留自己的状态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E0D4C66A-55E6-4BAE-904D-1689017E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4EB8FAF-BA89-44CD-8A1F-5A5AC2B5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2.1 类、对象与封装</a:t>
            </a:r>
          </a:p>
        </p:txBody>
      </p:sp>
    </p:spTree>
    <p:extLst>
      <p:ext uri="{BB962C8B-B14F-4D97-AF65-F5344CB8AC3E}">
        <p14:creationId xmlns:p14="http://schemas.microsoft.com/office/powerpoint/2010/main" val="1675628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D6C0F061-CA32-46C4-802B-87A4D5C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公开接口与私有数据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514C9-5146-40A1-A80F-45417A4043C8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public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private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调用方可使用的接口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类型内部维护的状态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表达操作和读取方式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集中保护使用规则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C5FB62B2-0BF7-4B7A-8A97-9A60B42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 / 47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E8AAB32-7BA6-4BE6-AE98-8DF29794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2.1 类、对象与封装</a:t>
            </a:r>
          </a:p>
        </p:txBody>
      </p:sp>
    </p:spTree>
    <p:extLst>
      <p:ext uri="{BB962C8B-B14F-4D97-AF65-F5344CB8AC3E}">
        <p14:creationId xmlns:p14="http://schemas.microsoft.com/office/powerpoint/2010/main" val="392287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7E549F93-7A63-4FA3-8494-2913F141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状态修改的约定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9B0FCA9E-E5F1-4CBF-99D1-905C9A5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先检查操作前提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88CA3530-15DF-47EB-BDDD-CED6D2A6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按接口规定接受、限幅或拒绝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70BE7BE1-C210-46B5-9C6C-A7BB933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失败时保持承诺的状态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C18886FF-6350-4522-B04D-C84CEB3A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返回结果帮助调用方决定下一步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9E66FA05-91B8-4DC7-8D81-6113DE4A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7CB9BFC-3220-48F6-8CB8-0DD4EC29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2.1 类、对象与封装</a:t>
            </a:r>
          </a:p>
        </p:txBody>
      </p:sp>
    </p:spTree>
    <p:extLst>
      <p:ext uri="{BB962C8B-B14F-4D97-AF65-F5344CB8AC3E}">
        <p14:creationId xmlns:p14="http://schemas.microsoft.com/office/powerpoint/2010/main" val="549985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D5AE05C9-68D8-42AB-8381-014A019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struct 与 class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484DED66-7FE5-4172-82D5-FC1936F8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两者都能定义数据和成员函数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DD7656FC-421B-4EF2-8B82-D30D5AE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struct 的默认成员访问为 public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D73CABE1-8451-4ED7-8398-B79276BE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class 的默认成员访问为 private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B0EC329E-8333-474E-A636-4439321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访问关键字决定实际接口边界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072D6CC8-300B-48CE-8A04-34968E4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配套练习：O01、O02、O03、O04、O05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6A34C454-34F0-4AA8-B762-F3348597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20A3584-0F56-4F7A-9866-42B990D5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2.1 类、对象与封装</a:t>
            </a:r>
          </a:p>
        </p:txBody>
      </p:sp>
    </p:spTree>
    <p:extLst>
      <p:ext uri="{BB962C8B-B14F-4D97-AF65-F5344CB8AC3E}">
        <p14:creationId xmlns:p14="http://schemas.microsoft.com/office/powerpoint/2010/main" val="2063008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446C597-B296-43A8-863E-1D4034A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2.2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857E766-D31F-4AC7-8430-0B5F9A59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构造与成员初始化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CB29173-1B9F-4964-BF87-F59CAD02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一个对象刚出现时，就应该有明确而合法的状态。构造函数负责把这种保证建立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起来。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729898AD-C666-408D-937B-906D3969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配套练习：O06、O07、O08、O09、O10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94F99CD0-ED85-4546-8B2E-04295174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8 / 47</a:t>
            </a:r>
          </a:p>
        </p:txBody>
      </p:sp>
    </p:spTree>
    <p:extLst>
      <p:ext uri="{BB962C8B-B14F-4D97-AF65-F5344CB8AC3E}">
        <p14:creationId xmlns:p14="http://schemas.microsoft.com/office/powerpoint/2010/main" val="1075842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5AD67F9B-61E3-4BE0-800F-03AA8107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对象的创建过程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351A9-57EB-4F24-A135-AC25BA75F6B3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发生的工作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成员初始化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根据声明和初始化列表创建成员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构造函数体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执行额外验证与初始化逻辑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构造完成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调用方使用合法对象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0649595-B99C-4E86-A2D7-EAAFA65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9 / 47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0EA7A60-9C07-4904-8A82-44653B48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2.2 构造与成员初始化</a:t>
            </a:r>
          </a:p>
        </p:txBody>
      </p:sp>
    </p:spTree>
    <p:extLst>
      <p:ext uri="{BB962C8B-B14F-4D97-AF65-F5344CB8AC3E}">
        <p14:creationId xmlns:p14="http://schemas.microsoft.com/office/powerpoint/2010/main" val="638347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0D6A7668-4B36-4330-B5DC-4BE73233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初始化与赋值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4E5482F5-64B8-4B83-96AF-AB28BEE0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初始化发生在对象或成员创建时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A814F8FB-9D2A-4287-9704-F91F9B7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赋值修改已经存在的对象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8E7CDEC8-1C44-49A4-81F9-C507F7A8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const 成员必须在初始化阶段给值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98C4357D-1B8B-4B35-87E6-41FB7CDB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成员实际顺序来自类中的声明顺序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7F5E77E4-ADFE-4EBA-987E-2F23E40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10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E89B870-3E98-4E8B-95A2-1BA1DBB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2.2 构造与成员初始化</a:t>
            </a:r>
          </a:p>
        </p:txBody>
      </p:sp>
    </p:spTree>
    <p:extLst>
      <p:ext uri="{BB962C8B-B14F-4D97-AF65-F5344CB8AC3E}">
        <p14:creationId xmlns:p14="http://schemas.microsoft.com/office/powerpoint/2010/main" val="1566849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1577740-EB52-4704-A63D-D2BA3DEB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成员初始化列表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7FBADF8-103B-496F-820D-EF533B3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Sensor::Sensor(int id)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: id_(id)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8008065-83C9-421A-B8BD-28865316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冒号后的内容安排成员初始化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B18D46F-F001-4886-88CB-70CBB15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函数体执行时成员已经创建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459D53B0-A2D2-4EE3-8B43-DFC2241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11 / 47</a:t>
            </a:r>
          </a:p>
        </p:txBody>
      </p:sp>
      <p:sp>
        <p:nvSpPr>
          <p:cNvPr id="6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3E9AD57-2FBF-40AA-9553-390C1B6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2.2 构造与成员初始化</a:t>
            </a:r>
          </a:p>
        </p:txBody>
      </p:sp>
    </p:spTree>
    <p:extLst>
      <p:ext uri="{BB962C8B-B14F-4D97-AF65-F5344CB8AC3E}">
        <p14:creationId xmlns:p14="http://schemas.microsoft.com/office/powerpoint/2010/main" val="17320934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DD597A2D-F34F-4343-9FD7-75A93851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默认、委托与显式构造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40CF17FE-9A08-4090-830D-A7680EFC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默认创建需要可用的默认构造函数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072F3D4E-EC04-4265-9C82-0B0E16A2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委托构造复用同类的构造过程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CA24A4AF-7216-4FDF-B6E0-2798170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explicit 让类型转换意图更明确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E2732F44-EDF6-4C7B-9528-6B11E2E7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成员没有默认构造时要传入所需参数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617738DC-7828-4349-B698-38634DD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配套练习：O06、O07、O08、O09、O10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9376AB16-1EE6-4D68-B508-A19376CD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12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0195B08-10C0-468C-B99E-252DA24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2.2 构造与成员初始化</a:t>
            </a:r>
          </a:p>
        </p:txBody>
      </p:sp>
    </p:spTree>
    <p:extLst>
      <p:ext uri="{BB962C8B-B14F-4D97-AF65-F5344CB8AC3E}">
        <p14:creationId xmlns:p14="http://schemas.microsoft.com/office/powerpoint/2010/main" val="1525878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46779C2-9CBE-4CA0-94E1-E11B4A5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2.3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2F044F0-43DC-4179-BB23-A49746C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对象的读取、修改与传递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02710EE-584B-4A7D-9E19-F04035A8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第一课已经区分副本、引用和指针。把这些机制放到类的接口里，就能看懂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const 方法、this、链式调用和对象容器。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7B6284A3-C929-4974-A3E1-3AB747C2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配套练习：O11、O12、O13、O14、O15、O16、O17、O19、O40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E3020FC5-6877-4269-AFF4-E190ABC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13 / 47</a:t>
            </a:r>
          </a:p>
        </p:txBody>
      </p:sp>
    </p:spTree>
    <p:extLst>
      <p:ext uri="{BB962C8B-B14F-4D97-AF65-F5344CB8AC3E}">
        <p14:creationId xmlns:p14="http://schemas.microsoft.com/office/powerpoint/2010/main" val="19073156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98F874FF-8321-4B1E-9A40-2BB8EB6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const 对象与 const 方法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BD8AC2E0-0E73-4D5C-928E-3AACC6D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value() const;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void tick();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CFD8292-F387-45DC-BB01-4A2BFE92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读取接口可以声明为 const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1200DD4-A0D3-4D3A-968A-D5507CC6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const 对象只能直接调用适用的 const 接口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91E751A-F27B-4E85-87A3-597D9A81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方法末尾 const 约束对当前对象的访问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18639B11-5A11-433C-AE46-987F144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14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A8785BB-1B93-4189-8662-7B26BEB9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2.3 对象的读取、修改与传递</a:t>
            </a:r>
          </a:p>
        </p:txBody>
      </p:sp>
    </p:spTree>
    <p:extLst>
      <p:ext uri="{BB962C8B-B14F-4D97-AF65-F5344CB8AC3E}">
        <p14:creationId xmlns:p14="http://schemas.microsoft.com/office/powerpoint/2010/main" val="157283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3136A60E-0239-4F0D-8762-73B4DC6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this 与当前对象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147AC02-C1DC-4A68-B446-61AAF8A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this-&gt;x = x;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return *this;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1B6F147-8BC2-455C-A044-BB0E005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this 指向接收当前调用的对象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0F5B1E7-84CD-48F5-95F7-4FA567C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-&gt; 通过指针访问成员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256B43F-C727-4CA6-A5A6-9A5E519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*this 表达当前对象本身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8A22BC53-8ACA-48B5-ADA1-5E323A59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15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15EF789-1D5E-4543-A6AA-86039DD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2.3 对象的读取、修改与传递</a:t>
            </a:r>
          </a:p>
        </p:txBody>
      </p:sp>
    </p:spTree>
    <p:extLst>
      <p:ext uri="{BB962C8B-B14F-4D97-AF65-F5344CB8AC3E}">
        <p14:creationId xmlns:p14="http://schemas.microsoft.com/office/powerpoint/2010/main" val="15433946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319F22BB-4F0B-4302-8724-6BC760B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对象接口的返回方式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3C78C-9A35-48F5-A87D-510BEC2BF3B6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返回方式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调用方得到什么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独立的值结果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T&amp;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可修改的借用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const T&amp;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只读借用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CA613032-CDF8-4627-AE7B-204D83D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引用的有效期由原对象及其状态决定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E480488-2A91-428F-B940-CAEC55BC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16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83A2DE6-5F31-47A6-98A1-C0BDF95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2.3 对象的读取、修改与传递</a:t>
            </a:r>
          </a:p>
        </p:txBody>
      </p:sp>
    </p:spTree>
    <p:extLst>
      <p:ext uri="{BB962C8B-B14F-4D97-AF65-F5344CB8AC3E}">
        <p14:creationId xmlns:p14="http://schemas.microsoft.com/office/powerpoint/2010/main" val="1177046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2EA2B62C-6E07-468B-AEC1-4671EE8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复制、引用与静态方法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9C0702B5-A94D-4243-894D-A24FEA50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对象复制按成员各自的复制规则进行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87A2A2F0-B7EC-4253-878B-50586262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按值参数使用副本，引用参数借用对象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DA602B0C-A508-4424-B910-B624EC4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静态成员函数没有当前实例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C5C44911-8BD2-4153-B8D7-DB2B565E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指针成员复制地址，vector 成员复制容器值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9AC25E90-1897-48B2-ACAD-E33B3247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17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5DB3437-5438-4957-9179-9718AA0D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2.3 对象的读取、修改与传递</a:t>
            </a:r>
          </a:p>
        </p:txBody>
      </p:sp>
    </p:spTree>
    <p:extLst>
      <p:ext uri="{BB962C8B-B14F-4D97-AF65-F5344CB8AC3E}">
        <p14:creationId xmlns:p14="http://schemas.microsoft.com/office/powerpoint/2010/main" val="15513664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30EE55C3-9987-4524-9191-73091536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对象集合与类外定义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BCA6206D-BA85-4B78-B01B-021E1AD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2341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std::vector&lt;Unit&gt; units;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units.emplace_back(id);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void Motor::set(int value)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implementation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0552E50-0D55-47C9-9E77-C1A35D6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4917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容器保存具体对象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63577D6-3311-4CD0-AC24-D4745F83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65942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作用域限定符把定义关联回所属类型</a:t>
            </a:r>
          </a:p>
        </p:txBody>
      </p:sp>
      <p:sp>
        <p:nvSpPr>
          <p:cNvPr id="5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D0B4B42C-D474-4FBE-8BC6-0D2C07A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配套练习：O11、O12、O13、O14、O15、O16、O17、O19、O40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5A80B364-1EDE-489E-81B7-D5007D61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18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537566E-27AD-4AEC-A9A2-8C3DE209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2.3 对象的读取、修改与传递</a:t>
            </a:r>
          </a:p>
        </p:txBody>
      </p:sp>
    </p:spTree>
    <p:extLst>
      <p:ext uri="{BB962C8B-B14F-4D97-AF65-F5344CB8AC3E}">
        <p14:creationId xmlns:p14="http://schemas.microsoft.com/office/powerpoint/2010/main" val="16494756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6006481-9A10-42A3-A3BD-F5AE4C7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2.4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9B3B05B-1711-4BA7-A746-9E7D13F2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对象组合与协作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AC63602-384F-4BA3-B447-C46BE6D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许多功能可以通过多个小对象协作完成。组合把部件作为成员，让外层对象组织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步骤而不是包办所有细节。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5B11CF81-ED29-4016-B03D-63843A8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配套练习：O21、O22、O23、O24、O25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6FC82D65-0F40-4332-BB1D-D7FD8D85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19 / 47</a:t>
            </a:r>
          </a:p>
        </p:txBody>
      </p:sp>
    </p:spTree>
    <p:extLst>
      <p:ext uri="{BB962C8B-B14F-4D97-AF65-F5344CB8AC3E}">
        <p14:creationId xmlns:p14="http://schemas.microsoft.com/office/powerpoint/2010/main" val="16324973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DF46234B-71E8-4330-AF01-42572FBB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对象组合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C60B9-895F-4606-BA77-0DBA4D7EF2B8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外层对象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成员对象的责任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底盘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协调左右电机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机器人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组织电量和动作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诊断模块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管理消息集合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73FC5076-1E00-4E01-9A9B-7A7FBE7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拥有部件的关系用成员对象表达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1BF6BAD8-3A6A-44BA-ABBA-C337AED0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20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72334B7-B412-4526-AEE7-3EB7A5A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2.4 对象组合与协作</a:t>
            </a:r>
          </a:p>
        </p:txBody>
      </p:sp>
    </p:spTree>
    <p:extLst>
      <p:ext uri="{BB962C8B-B14F-4D97-AF65-F5344CB8AC3E}">
        <p14:creationId xmlns:p14="http://schemas.microsoft.com/office/powerpoint/2010/main" val="12583648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7B85D8C2-B82A-40F2-8CA1-BF3DB13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对象间的调用顺序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2E163B46-C42E-495F-97BF-E286F720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外层对象检查动作前提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A304528D-198C-485C-BEDF-27D3D85A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成员对象执行自己的操作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A98DE7F8-3DE8-4D98-9872-6D8A9CE3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返回结果决定是否继续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2E87A7E4-96F0-450B-B232-48F653C4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失败时保持约定的整体状态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C7BB1987-D6B4-4152-A63C-6910BDDF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21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C7DD390-EB2E-45AE-9DCD-F2CBA3E2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2.4 对象组合与协作</a:t>
            </a:r>
          </a:p>
        </p:txBody>
      </p:sp>
    </p:spTree>
    <p:extLst>
      <p:ext uri="{BB962C8B-B14F-4D97-AF65-F5344CB8AC3E}">
        <p14:creationId xmlns:p14="http://schemas.microsoft.com/office/powerpoint/2010/main" val="3338714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4BAE5D04-F3E0-4049-B6F4-96373522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配置副本与状态快照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41AE4-0F1B-4E25-8429-75A581AA60A2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构造时的配置副本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读取时的状态快照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为对象保存行为参数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记录一个时刻的状态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与调用方配置独立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与内部状态独立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BFB6543-1E1B-41F7-A9F7-E0EA6AB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两者都延续按值复制的语义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F802B3B3-564A-44BB-BAFC-40C0C02C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22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18035A1-B98B-4C6C-B882-24EAC6B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2.4 对象组合与协作</a:t>
            </a:r>
          </a:p>
        </p:txBody>
      </p:sp>
    </p:spTree>
    <p:extLst>
      <p:ext uri="{BB962C8B-B14F-4D97-AF65-F5344CB8AC3E}">
        <p14:creationId xmlns:p14="http://schemas.microsoft.com/office/powerpoint/2010/main" val="1380576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266DAB46-7D9C-46A4-A142-97849DB4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接口统一维护规则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A8511A10-C545-417A-B747-EB7B5387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限制和过滤集中在类型内部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9E1A097F-E7D6-424B-B6AF-0E98EA7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每个成员保留明确责任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687B878D-96E7-4ABA-A00E-5A64BC7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组合对象协调顺序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CBFA113F-5531-4B2E-B857-FEA1A2D7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读取接口说明返回副本还是引用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EFE89843-5963-4F0A-983D-8353CF10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配套练习：O21、O22、O23、O24、O25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E758162E-92BB-4D0D-9589-89FE801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23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A037DCF-2E53-47D2-A79C-8E8B205E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2.4 对象组合与协作</a:t>
            </a:r>
          </a:p>
        </p:txBody>
      </p:sp>
    </p:spTree>
    <p:extLst>
      <p:ext uri="{BB962C8B-B14F-4D97-AF65-F5344CB8AC3E}">
        <p14:creationId xmlns:p14="http://schemas.microsoft.com/office/powerpoint/2010/main" val="5098195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10B9093-3A08-4311-8059-876D261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2.5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7847FC7-70B7-4C68-AAFC-66E8CC23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生命周期、复制与资源管理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9314585-2C93-4B4A-835A-F64D4F36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对象何时构造、何时结束，会决定它管理的数据或资源何时可用。析构把结束时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需要的工作放进类型本身。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8A9AC4AD-E21F-4E45-AF86-C0B6C3AF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配套练习：O18、O20、O37、O39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ADA66102-AC8F-415F-AE01-02902E04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24 / 47</a:t>
            </a:r>
          </a:p>
        </p:txBody>
      </p:sp>
    </p:spTree>
    <p:extLst>
      <p:ext uri="{BB962C8B-B14F-4D97-AF65-F5344CB8AC3E}">
        <p14:creationId xmlns:p14="http://schemas.microsoft.com/office/powerpoint/2010/main" val="19221999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F9EBC271-39B0-4CD6-84C8-63EEB16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局部对象的生命周期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F3FDA-0A86-437D-AC3A-1D1CFD20B340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324088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执行过程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存活对象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创建外层对象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创建内层对象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a、b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离开内层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离开外层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没有这些局部对象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27A7FF84-BB1F-4F9C-9AAD-A92522A7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3506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结束作用域会触发相应局部对象的析构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D7AAAC5-9B0C-456B-9144-C2ACAAF4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25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BCA0F3E-D45D-48E6-A468-0CAFED13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2.5 生命周期、复制与资源管理</a:t>
            </a:r>
          </a:p>
        </p:txBody>
      </p:sp>
    </p:spTree>
    <p:extLst>
      <p:ext uri="{BB962C8B-B14F-4D97-AF65-F5344CB8AC3E}">
        <p14:creationId xmlns:p14="http://schemas.microsoft.com/office/powerpoint/2010/main" val="4332638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2ABFD1B9-4FB1-4946-AA5E-72DEE18E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复制构造与赋值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15B25-F6A0-440A-B0F2-DCABFFC644A8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创建副本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给现有对象赋值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产生一个新对象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对象已经存在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涉及复制构造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涉及复制赋值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855D7BBC-FD2E-4633-852C-A2D03CC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活对象数要在真正创建和销毁时更新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BBBB1583-4F09-4897-9FCD-0A7A1440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26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217A120-2A53-4DF9-BAC3-B5E6989C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2.5 生命周期、复制与资源管理</a:t>
            </a:r>
          </a:p>
        </p:txBody>
      </p:sp>
    </p:spTree>
    <p:extLst>
      <p:ext uri="{BB962C8B-B14F-4D97-AF65-F5344CB8AC3E}">
        <p14:creationId xmlns:p14="http://schemas.microsoft.com/office/powerpoint/2010/main" val="11535460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29E20BED-3969-4615-87D3-9A3DD0E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RAII 的资源责任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6F16D0CF-5961-4CC2-96BA-5DCFB7EC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资源获取与释放成对出现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CC11F51F-5971-466D-8AC1-D059AF0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对象承担管理责任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BCB5A287-E13B-492C-AF9B-33273CAD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对象结束时完成清理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DDCCE8AA-B221-4F11-87ED-86A11BE2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标准库成员已经管理自己的存储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1D8C58E4-EC06-45C5-9F2A-905539FA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27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A28F7E17-962A-4FB8-B472-D53127B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2.5 生命周期、复制与资源管理</a:t>
            </a:r>
          </a:p>
        </p:txBody>
      </p:sp>
    </p:spTree>
    <p:extLst>
      <p:ext uri="{BB962C8B-B14F-4D97-AF65-F5344CB8AC3E}">
        <p14:creationId xmlns:p14="http://schemas.microsoft.com/office/powerpoint/2010/main" val="1536651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E85D52D5-5A0F-4381-AF5A-A032DE1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默认行为与禁止复制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A9A32970-119A-4F6D-AEE3-D2AD3428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Device() = default;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Device(const Device&amp;) = delete;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Device&amp; operator=(const Device&amp;) = delete;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6E059E5-185A-45AC-89B3-0A7E1804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默认行为适合正确组合的成员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E70FE0F-1943-48D9-BF8F-7F9E652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独占责任可以通过类型禁止复制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BAE7EAE-0708-40AD-A32E-CDBCCF83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禁止复制不自动等同于允许移动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C0846C91-760B-421F-88F7-BFA1BB81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配套练习：O18、O20、O37、O39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13ED874B-F594-4B4A-99E7-DBBF2DA1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28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6DAF9DA-96A5-4C7A-A5D2-285426D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2.5 生命周期、复制与资源管理</a:t>
            </a:r>
          </a:p>
        </p:txBody>
      </p:sp>
    </p:spTree>
    <p:extLst>
      <p:ext uri="{BB962C8B-B14F-4D97-AF65-F5344CB8AC3E}">
        <p14:creationId xmlns:p14="http://schemas.microsoft.com/office/powerpoint/2010/main" val="17351998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93BE738-0601-4D5A-AF93-4E2A1CD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2.6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75BE162-EAFB-4284-AF3A-70B52715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继承与基类部分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5A248C0-2445-4BED-856D-A4F77B3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组合已经说明“拥有一个部件”。继承用来描述一种更具体的类型与其基类之间的关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系。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D9C6FA1F-F7ED-41A1-B98D-CB2F1A7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配套练习：O26、O27、O28、O29、O30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060C6DF9-D9F6-4997-A01A-E6F7B9E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29 / 47</a:t>
            </a:r>
          </a:p>
        </p:txBody>
      </p:sp>
    </p:spTree>
    <p:extLst>
      <p:ext uri="{BB962C8B-B14F-4D97-AF65-F5344CB8AC3E}">
        <p14:creationId xmlns:p14="http://schemas.microsoft.com/office/powerpoint/2010/main" val="18184942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1A36D0E9-6E96-458D-9873-9B4847E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组合与继承的关系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53F49-5614-46AD-806B-BC1030EFA65A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组合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公有继承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对象拥有成员部件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派生类型具有基类部分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外层对象协调成员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派生对象可使用基类接口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7CB41C40-C111-4F4F-9DA3-B174D0FC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先根据类型关系选择结构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3BEB8CC-BFDD-4002-A223-372339AD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30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4D362DB-518B-4684-B91E-9600B871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2.6 继承与基类部分</a:t>
            </a:r>
          </a:p>
        </p:txBody>
      </p:sp>
    </p:spTree>
    <p:extLst>
      <p:ext uri="{BB962C8B-B14F-4D97-AF65-F5344CB8AC3E}">
        <p14:creationId xmlns:p14="http://schemas.microsoft.com/office/powerpoint/2010/main" val="7696866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5E66656D-9FD3-4D83-8C98-7B929BA7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基类构造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C0242B47-F4AB-4126-9EF3-5F3D63D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Derived::Derived(int id)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: Base(id)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B29745E-6086-411C-85B7-2A339EA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基类部分先完成构造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607C4ED-8986-4B8B-A2CF-0E8164BB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再构造成员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A7DDCFFC-45F8-47D0-B39A-4A63B063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最后执行派生构造函数体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AC4F612D-2F5A-48A7-882B-7195FF56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31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F4CAD8D-44F0-47AE-9598-ED75717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2.6 继承与基类部分</a:t>
            </a:r>
          </a:p>
        </p:txBody>
      </p:sp>
    </p:spTree>
    <p:extLst>
      <p:ext uri="{BB962C8B-B14F-4D97-AF65-F5344CB8AC3E}">
        <p14:creationId xmlns:p14="http://schemas.microsoft.com/office/powerpoint/2010/main" val="20979482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23F71DBD-C95E-41F3-AD2D-3B69FD7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构造与析构顺序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BFE2E-BB29-44D2-B155-EF9C594F0C97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析构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基类部分先开始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派生析构函数体先执行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成员按声明顺序创建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成员按相反顺序销毁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派生构造函数体最后执行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基类部分最后销毁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32C2579-7AB5-4DA6-BB6F-F959BC61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32 / 47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688A2C4-5158-4CE1-9746-E448A02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2.6 继承与基类部分</a:t>
            </a:r>
          </a:p>
        </p:txBody>
      </p:sp>
    </p:spTree>
    <p:extLst>
      <p:ext uri="{BB962C8B-B14F-4D97-AF65-F5344CB8AC3E}">
        <p14:creationId xmlns:p14="http://schemas.microsoft.com/office/powerpoint/2010/main" val="3323859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56987EF3-3D80-42F1-A4EE-62E052B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继承中的访问边界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4E23618F-F70B-454A-89A5-EE69C75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public 提供对外接口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4EC27CD5-A6BD-400F-AA4D-A2E7F2E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protected 支持派生实现中的受控访问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3ABB7DB3-22FC-4709-9646-D3EAF1D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private 保留基类内部边界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6FFAFF52-AF35-4526-BAF5-E2DEE1D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继承不会开放基类的私有数据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35EC6DAE-9372-450B-B1EE-285F15A3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33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2451460-A6DF-41D6-A31D-5A567CEF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2.6 继承与基类部分</a:t>
            </a:r>
          </a:p>
        </p:txBody>
      </p:sp>
    </p:spTree>
    <p:extLst>
      <p:ext uri="{BB962C8B-B14F-4D97-AF65-F5344CB8AC3E}">
        <p14:creationId xmlns:p14="http://schemas.microsoft.com/office/powerpoint/2010/main" val="3334563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1B2D9D4B-0E4F-465E-9247-6FE78F48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非虚同名函数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806F755A-671D-4DD3-8C78-3F8E1FB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派生同名声明会影响名字查找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F3DB9FE1-065D-46FE-8E66-8AD88F3F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限定名可以明确选择基类实现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18CDFF4D-CCCC-4DC5-AC52-DE096890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通过基类调用非虚函数由静态接口决定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B19D2262-2BBF-43A7-8D31-FFA0D32D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动态派发需要 virtual 机制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FEF27466-2370-464C-922A-EFFCC40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配套练习：O26、O27、O28、O29、O30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5549DDFC-5690-48DB-AFCE-FC2250A3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34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7D27C45-E9DD-4A40-BB74-A6CF3F7A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2.6 继承与基类部分</a:t>
            </a:r>
          </a:p>
        </p:txBody>
      </p:sp>
    </p:spTree>
    <p:extLst>
      <p:ext uri="{BB962C8B-B14F-4D97-AF65-F5344CB8AC3E}">
        <p14:creationId xmlns:p14="http://schemas.microsoft.com/office/powerpoint/2010/main" val="8757458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F27AEA1-0086-40E6-80EA-04D145D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2.7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7813F6E-6465-4766-B4E2-15F2963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虚函数、多态与对象切片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E9B48AC-7026-4E4D-BB03-1257989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调用方有时只关心统一接口，实际行为则由具体对象决定。虚函数让这件事成为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C++ 类型接口的明确组成部分。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F662CD23-8910-4CCC-918C-D6EC28B5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配套练习：O31、O32、O33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E5D16431-A46F-4FE3-B950-CCDA1B7F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35 / 47</a:t>
            </a:r>
          </a:p>
        </p:txBody>
      </p:sp>
    </p:spTree>
    <p:extLst>
      <p:ext uri="{BB962C8B-B14F-4D97-AF65-F5344CB8AC3E}">
        <p14:creationId xmlns:p14="http://schemas.microsoft.com/office/powerpoint/2010/main" val="12381324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52052A4B-4118-4A3D-A9D9-B8FBB79E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虚函数的动态派发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E5DDA-8AF5-494A-8ACF-B91DE0C4E08A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调用入口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实际选择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基类引用或指针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访问其关联的实际对象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virtual 成员函数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选择最终覆盖实现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override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检查覆盖关系是否成立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60A46F01-959C-4AA2-8B4B-788BD4C6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36 / 47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ED5DD6C-ACB3-4374-8019-E35E0961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2.7 虚函数、多态与对象切片</a:t>
            </a:r>
          </a:p>
        </p:txBody>
      </p:sp>
    </p:spTree>
    <p:extLst>
      <p:ext uri="{BB962C8B-B14F-4D97-AF65-F5344CB8AC3E}">
        <p14:creationId xmlns:p14="http://schemas.microsoft.com/office/powerpoint/2010/main" val="12756611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B8F9ABEE-0DEB-451F-8505-743B8AD3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纯虚接口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DFE9D475-A8FD-4D8F-BB20-0E7FFA8B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422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virtual int read() const = 0;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6FAECD6-0170-4A1E-8E70-9163FAA7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515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抽象类约定统一操作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575EF87-5639-483C-B357-6B005FF6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617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具体派生类提供实现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7960F014-EDC7-42E2-9D91-1D92D494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720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调用方可以依赖基类接口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9E024DFC-E673-4590-8B75-16D0D50D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37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3CE5ABF-2BFF-45FE-92E8-117CDE9D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2.7 虚函数、多态与对象切片</a:t>
            </a:r>
          </a:p>
        </p:txBody>
      </p:sp>
    </p:spTree>
    <p:extLst>
      <p:ext uri="{BB962C8B-B14F-4D97-AF65-F5344CB8AC3E}">
        <p14:creationId xmlns:p14="http://schemas.microsoft.com/office/powerpoint/2010/main" val="2728980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008E343-A486-4ECE-A2F7-4EC6172D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值复制与对象切片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72B14-B014-40AF-87C0-4EFBF40E0C58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保存基类值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保存基类引用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创建独立 Base 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借用完整派生对象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派生部分没有保留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派生对象仍然存在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Base 实际类型派发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可派发到派生实现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9BF2C1B4-9779-41FA-9645-BC2E893B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动态派发取决于实际保留下来的对象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1E327FE2-F4AC-48DE-B0C8-23DD8A60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38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384CE3F-6674-4656-A9F5-10E720A6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2.7 虚函数、多态与对象切片</a:t>
            </a:r>
          </a:p>
        </p:txBody>
      </p:sp>
    </p:spTree>
    <p:extLst>
      <p:ext uri="{BB962C8B-B14F-4D97-AF65-F5344CB8AC3E}">
        <p14:creationId xmlns:p14="http://schemas.microsoft.com/office/powerpoint/2010/main" val="1401453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0E1C5A3E-F685-402A-9D29-B7CA9F4B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多态访问的前提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F93F80CF-19DA-44D2-A32D-E59B798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接口函数采用虚调用机制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B45CD2BF-9186-47E4-A93F-B89C853D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引用或指针关联正确对象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78F0474C-3515-4B65-B195-73160F65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对象在调用期间仍然存活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AA9ACF79-CD53-45F7-8092-58ED6B05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拥有关系和借用关系需要明确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D71CC744-5FE6-4D94-B745-3621313F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配套练习：O31、O32、O33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5CA9CA43-63B5-4247-8E74-417E191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39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66A88BA-A471-4200-8A43-4BF3342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2.7 虚函数、多态与对象切片</a:t>
            </a:r>
          </a:p>
        </p:txBody>
      </p:sp>
    </p:spTree>
    <p:extLst>
      <p:ext uri="{BB962C8B-B14F-4D97-AF65-F5344CB8AC3E}">
        <p14:creationId xmlns:p14="http://schemas.microsoft.com/office/powerpoint/2010/main" val="173185126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F2EBE4E-DAC1-496F-AD08-B0A5DBB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2.8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83BFC78-2A22-4A34-82EB-37E71BA0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动态对象、所有权与异常清理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EBB9D17-3FF2-4663-AFB3-EAAC9FF7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普通指针能提供访问入口，析构能完成对象清理。本节把两者连接起来，明确动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态对象由谁负责结束生命。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35764A29-777B-42B3-9FCC-8C723CE8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配套练习：O36、O34、O35、O38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18857E16-9130-48D0-8451-57AEB839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40 / 47</a:t>
            </a:r>
          </a:p>
        </p:txBody>
      </p:sp>
    </p:spTree>
    <p:extLst>
      <p:ext uri="{BB962C8B-B14F-4D97-AF65-F5344CB8AC3E}">
        <p14:creationId xmlns:p14="http://schemas.microsoft.com/office/powerpoint/2010/main" val="94259959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CE1DF8B5-35C2-43D6-88D1-867B03E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自动对象与动态对象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997BC-195F-4C3B-BF3B-CD00DC8C575C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自动局部对象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动态创建的对象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离开作用域时结束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由拥有者决定结束时机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生命周期由作用域约束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需要明确的清理责任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F2A95AC6-96A6-4406-BDF4-C73ED5F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普通指针离开作用域不会自动删除目标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4F1D376-CD76-4AA2-8F52-6F13E230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41 / 47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1D8886F-817A-4411-A987-54142F67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147325518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E7E8E3F6-7408-482A-AFAB-0867002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拥有与借用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644EB-6929-4599-952E-5EC8974F7A74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unique_ptr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普通指针或引用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承担独占管理责任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提供对现有对象的访问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析构时删除所拥有目标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本身不表达自动删除责任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所有权可以移动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借用必须保持目标有效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996F4123-7AFB-446C-BFDB-28420ED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42 / 47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09196CA-77E4-48E9-BBD5-400ED2A8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132518892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E22EED8E-24D8-4A8F-8F29-16F4781F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独占所有权转移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750426BA-C379-4965-8C87-E637A0E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422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std::unique_ptr&lt;T&gt; next = std::move(owner);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7680011-CE7F-485E-884B-EB86ED62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515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std::move 允许选择移动操作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F819311-BA6A-4C87-89E3-2A0D86DD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617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unique_ptr 的移动操作转移管理责任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A87A7051-0747-45DB-9075-2F56156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720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转移后的源 unique_ptr 为空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1B6C5950-8E2A-4555-A4B6-2F18C813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43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7F57F53-638B-4FBF-B902-E0EEC3DA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61892953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ED4D7D78-E004-4C72-A2DD-072464C5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多态对象的销毁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4BE06003-3FE1-4EA4-B501-48BE1BC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422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virtual ~Base() = default;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30A22F2-984E-4377-B33D-2D8275C4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515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通过基类管理派生对象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43123F0-B75D-4713-BE33-B21B44C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617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虚析构使相应派生清理参与执行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9E063EB-9076-4A52-975B-91522D7D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720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清理沿派生、成员和基类层次完成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3005A977-7276-4AE3-9E6E-E74F7C3A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44 / 47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4939FE0-2D15-49DF-AE34-F707B2B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170352847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BAF1093A-7853-4C4A-A5BD-60E6991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多态容器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320ACFD3-292F-4759-AE54-F95ED2F5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422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std::vector&lt;std::unique_ptr&lt;Base&gt;&gt; objects;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BB1CD8F-207A-44ED-A549-A4CD8AE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515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每项管理一个具体对象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E97A078-BD96-48B7-9186-2227CBEE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617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通过基类接口调用虚函数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9CB1C56-9C04-4A03-98FD-8D6B74F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720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保存所有者避免按值切片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60D362FA-9EF9-4589-B536-87F5CAD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822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容器结束时由元素完成资源清理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CECD323E-EDF7-4D71-AAE7-BAF1644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45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0337787-46A3-46F8-8595-51B239A4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1253602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0FCF4538-4F28-4DA5-8C4A-5529B349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异常路径与 RAII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22263-F945-45CF-BAB1-8B39AAF61E1A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控制流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自动对象的责任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正常离开作用域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执行析构清理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异常传播离开作用域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对已经构造的对象执行析构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 catch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处理异常并继续相应路径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8866CDC0-5C4D-4B08-AD9C-185FA49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46 / 47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4131FB6-4F53-45FC-80E8-008F54FC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170643713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5601EB16-1B0D-4772-9AE2-AFE208C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阅读 C++ 的对象问题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50B506DF-B153-477E-9CF4-F6F4011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值属于什么类型，是否发生复制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3CE83C5D-47FC-4FA9-A1DA-1649BE38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引用或指针正在访问哪个对象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5718314E-9F0F-4B06-959B-1A6AE76F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目标在当前使用期间是否存活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37C17E2F-9829-4621-B372-4C2D133C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谁拥有资源，何时完成清理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21068CA1-B6B3-4994-B911-7FB1F33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配套练习：O36、O34、O35、O38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B31C2965-EA69-4D37-9EBD-1F101BE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47 / 47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3CD18AF-45C7-480B-AEDD-BDEC739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2.8 动态对象、所有权与异常清理</a:t>
            </a:r>
          </a:p>
        </p:txBody>
      </p:sp>
    </p:spTree>
    <p:extLst>
      <p:ext uri="{BB962C8B-B14F-4D97-AF65-F5344CB8AC3E}">
        <p14:creationId xmlns:p14="http://schemas.microsoft.com/office/powerpoint/2010/main" val="2022833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2026-10-31T08:15:46.4730000Z</dcterms:created>
  <dcterms:modified xsi:type="dcterms:W3CDTF">2026-10-31T08:15:46.4730000Z</dcterms:modified>
</coreProperties>
</file>