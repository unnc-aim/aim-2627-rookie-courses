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ee2beabdad4696" /><Relationship Type="http://schemas.openxmlformats.org/officeDocument/2006/relationships/extended-properties" Target="/docProps/app.xml" Id="Rb8c6bab923e44f7a" /><Relationship Type="http://schemas.openxmlformats.org/officeDocument/2006/relationships/officeDocument" Target="/ppt/presentation.xml" Id="R78ecb216056643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5f0ae28f624dfe"/>
  </p:sldMasterIdLst>
  <p:notesMasterIdLst>
    <p:notesMasterId xmlns:r="http://schemas.openxmlformats.org/officeDocument/2006/relationships" r:id="R4ff493566d504396"/>
  </p:notesMasterIdLst>
  <p:sldIdLst>
    <p:sldId xmlns:r="http://schemas.openxmlformats.org/officeDocument/2006/relationships" id="256" r:id="R234e8fe6709547b5"/>
    <p:sldId xmlns:r="http://schemas.openxmlformats.org/officeDocument/2006/relationships" id="257" r:id="R2542d732e44e4a36"/>
    <p:sldId xmlns:r="http://schemas.openxmlformats.org/officeDocument/2006/relationships" id="258" r:id="R4fc6b15aa0f2493e"/>
    <p:sldId xmlns:r="http://schemas.openxmlformats.org/officeDocument/2006/relationships" id="259" r:id="R8ac129b782cd4598"/>
    <p:sldId xmlns:r="http://schemas.openxmlformats.org/officeDocument/2006/relationships" id="260" r:id="Rdec49be4da4449f3"/>
    <p:sldId xmlns:r="http://schemas.openxmlformats.org/officeDocument/2006/relationships" id="261" r:id="R54ce1026e70c4aa0"/>
    <p:sldId xmlns:r="http://schemas.openxmlformats.org/officeDocument/2006/relationships" id="262" r:id="Rddde89850f0f4b89"/>
    <p:sldId xmlns:r="http://schemas.openxmlformats.org/officeDocument/2006/relationships" id="263" r:id="R1c385790751a4206"/>
    <p:sldId xmlns:r="http://schemas.openxmlformats.org/officeDocument/2006/relationships" id="264" r:id="R8b45d7cb30a5436f"/>
    <p:sldId xmlns:r="http://schemas.openxmlformats.org/officeDocument/2006/relationships" id="265" r:id="R7a9ead7b64624ea5"/>
    <p:sldId xmlns:r="http://schemas.openxmlformats.org/officeDocument/2006/relationships" id="266" r:id="Rf6c09b7352834206"/>
    <p:sldId xmlns:r="http://schemas.openxmlformats.org/officeDocument/2006/relationships" id="267" r:id="Re03d43dd63074304"/>
    <p:sldId xmlns:r="http://schemas.openxmlformats.org/officeDocument/2006/relationships" id="268" r:id="R2bfb0ee92d0b40c8"/>
    <p:sldId xmlns:r="http://schemas.openxmlformats.org/officeDocument/2006/relationships" id="269" r:id="Rad4f4a35b6c44477"/>
    <p:sldId xmlns:r="http://schemas.openxmlformats.org/officeDocument/2006/relationships" id="270" r:id="Rcbe23306e7774563"/>
    <p:sldId xmlns:r="http://schemas.openxmlformats.org/officeDocument/2006/relationships" id="271" r:id="Rdb594c50d5924954"/>
    <p:sldId xmlns:r="http://schemas.openxmlformats.org/officeDocument/2006/relationships" id="272" r:id="Rcfb57dd3c2ef40f0"/>
    <p:sldId xmlns:r="http://schemas.openxmlformats.org/officeDocument/2006/relationships" id="273" r:id="R93deb4394f1e4a0f"/>
    <p:sldId xmlns:r="http://schemas.openxmlformats.org/officeDocument/2006/relationships" id="274" r:id="R003ed07aa67a4cb0"/>
    <p:sldId xmlns:r="http://schemas.openxmlformats.org/officeDocument/2006/relationships" id="275" r:id="Rb43c9e944de841c6"/>
    <p:sldId xmlns:r="http://schemas.openxmlformats.org/officeDocument/2006/relationships" id="276" r:id="Rc89dc84a81174db2"/>
    <p:sldId xmlns:r="http://schemas.openxmlformats.org/officeDocument/2006/relationships" id="277" r:id="R2d4df553ef8c4ce6"/>
    <p:sldId xmlns:r="http://schemas.openxmlformats.org/officeDocument/2006/relationships" id="278" r:id="R25eb8a89cbe5408a"/>
    <p:sldId xmlns:r="http://schemas.openxmlformats.org/officeDocument/2006/relationships" id="279" r:id="R865899b6c5ff4a3f"/>
    <p:sldId xmlns:r="http://schemas.openxmlformats.org/officeDocument/2006/relationships" id="280" r:id="R2ab2da585d0142e0"/>
    <p:sldId xmlns:r="http://schemas.openxmlformats.org/officeDocument/2006/relationships" id="281" r:id="R1f4a5483abe24d63"/>
    <p:sldId xmlns:r="http://schemas.openxmlformats.org/officeDocument/2006/relationships" id="282" r:id="R2bb395fb6c824b2a"/>
    <p:sldId xmlns:r="http://schemas.openxmlformats.org/officeDocument/2006/relationships" id="283" r:id="R883c745e00c54bc2"/>
    <p:sldId xmlns:r="http://schemas.openxmlformats.org/officeDocument/2006/relationships" id="284" r:id="R35144c45c0304201"/>
    <p:sldId xmlns:r="http://schemas.openxmlformats.org/officeDocument/2006/relationships" id="285" r:id="R7f59aaa14b9b49ea"/>
    <p:sldId xmlns:r="http://schemas.openxmlformats.org/officeDocument/2006/relationships" id="286" r:id="R1d559b0fcef84c7e"/>
    <p:sldId xmlns:r="http://schemas.openxmlformats.org/officeDocument/2006/relationships" id="287" r:id="R03b9b7d7bf574cd0"/>
    <p:sldId xmlns:r="http://schemas.openxmlformats.org/officeDocument/2006/relationships" id="288" r:id="Rdb1f721597ae44d6"/>
    <p:sldId xmlns:r="http://schemas.openxmlformats.org/officeDocument/2006/relationships" id="289" r:id="Ra25f9bf8618e4213"/>
    <p:sldId xmlns:r="http://schemas.openxmlformats.org/officeDocument/2006/relationships" id="290" r:id="R29290149771248e8"/>
    <p:sldId xmlns:r="http://schemas.openxmlformats.org/officeDocument/2006/relationships" id="291" r:id="R9b9e968a5646445a"/>
    <p:sldId xmlns:r="http://schemas.openxmlformats.org/officeDocument/2006/relationships" id="292" r:id="R003a2c0072d547ce"/>
    <p:sldId xmlns:r="http://schemas.openxmlformats.org/officeDocument/2006/relationships" id="293" r:id="Rd4e955bc97c44dd8"/>
    <p:sldId xmlns:r="http://schemas.openxmlformats.org/officeDocument/2006/relationships" id="294" r:id="Ra1b121b55e3446ae"/>
    <p:sldId xmlns:r="http://schemas.openxmlformats.org/officeDocument/2006/relationships" id="295" r:id="R4d0f7aebbb5d4f32"/>
    <p:sldId xmlns:r="http://schemas.openxmlformats.org/officeDocument/2006/relationships" id="296" r:id="Rea56b890efb445bc"/>
    <p:sldId xmlns:r="http://schemas.openxmlformats.org/officeDocument/2006/relationships" id="297" r:id="R7db43c566ae54c8c"/>
    <p:sldId xmlns:r="http://schemas.openxmlformats.org/officeDocument/2006/relationships" id="298" r:id="R958812c9e6e24b94"/>
    <p:sldId xmlns:r="http://schemas.openxmlformats.org/officeDocument/2006/relationships" id="299" r:id="R12907f90556542ae"/>
    <p:sldId xmlns:r="http://schemas.openxmlformats.org/officeDocument/2006/relationships" id="300" r:id="R847dc54a6e0442fc"/>
    <p:sldId xmlns:r="http://schemas.openxmlformats.org/officeDocument/2006/relationships" id="301" r:id="R95bba76c07f34078"/>
    <p:sldId xmlns:r="http://schemas.openxmlformats.org/officeDocument/2006/relationships" id="302" r:id="Rb391db9d7a744a91"/>
    <p:sldId xmlns:r="http://schemas.openxmlformats.org/officeDocument/2006/relationships" id="303" r:id="Rd1d0be736e9949bc"/>
    <p:sldId xmlns:r="http://schemas.openxmlformats.org/officeDocument/2006/relationships" id="304" r:id="R912387a8e24a480f"/>
    <p:sldId xmlns:r="http://schemas.openxmlformats.org/officeDocument/2006/relationships" id="305" r:id="R8371916fbe984bb8"/>
    <p:sldId xmlns:r="http://schemas.openxmlformats.org/officeDocument/2006/relationships" id="306" r:id="R1a8556a4ee5241bf"/>
    <p:sldId xmlns:r="http://schemas.openxmlformats.org/officeDocument/2006/relationships" id="307" r:id="Re8ffe34815db4742"/>
    <p:sldId xmlns:r="http://schemas.openxmlformats.org/officeDocument/2006/relationships" id="308" r:id="Rdcaee21df70849dc"/>
    <p:sldId xmlns:r="http://schemas.openxmlformats.org/officeDocument/2006/relationships" id="309" r:id="R1cdc51745c034be3"/>
    <p:sldId xmlns:r="http://schemas.openxmlformats.org/officeDocument/2006/relationships" id="310" r:id="R4672c09e1575428a"/>
    <p:sldId xmlns:r="http://schemas.openxmlformats.org/officeDocument/2006/relationships" id="311" r:id="R9e4859c7f41144a8"/>
    <p:sldId xmlns:r="http://schemas.openxmlformats.org/officeDocument/2006/relationships" id="312" r:id="R446889b87ee34726"/>
    <p:sldId xmlns:r="http://schemas.openxmlformats.org/officeDocument/2006/relationships" id="313" r:id="Rcfc220a203ec4da4"/>
    <p:sldId xmlns:r="http://schemas.openxmlformats.org/officeDocument/2006/relationships" id="314" r:id="R0b95c05974414e21"/>
    <p:sldId xmlns:r="http://schemas.openxmlformats.org/officeDocument/2006/relationships" id="315" r:id="R0ac088ad6b8d4bb3"/>
    <p:sldId xmlns:r="http://schemas.openxmlformats.org/officeDocument/2006/relationships" id="316" r:id="R5e4306eec0ff4c6b"/>
    <p:sldId xmlns:r="http://schemas.openxmlformats.org/officeDocument/2006/relationships" id="317" r:id="R929a176f0d17460c"/>
    <p:sldId xmlns:r="http://schemas.openxmlformats.org/officeDocument/2006/relationships" id="318" r:id="R49951d9edae040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0a95e997a146b6" /><Relationship Type="http://schemas.openxmlformats.org/officeDocument/2006/relationships/slideMaster" Target="/ppt/slideMasters/slideMaster1.xml" Id="Rc85f0ae28f624dfe" /><Relationship Type="http://schemas.openxmlformats.org/officeDocument/2006/relationships/notesMaster" Target="/ppt/notesMasters/notesMaster1.xml" Id="R4ff493566d504396" /><Relationship Type="http://schemas.openxmlformats.org/officeDocument/2006/relationships/presProps" Target="/ppt/presProps.xml" Id="R939791c5aa234083" /><Relationship Type="http://schemas.openxmlformats.org/officeDocument/2006/relationships/tableStyles" Target="/ppt/tableStyles.xml" Id="R41fadb9c5bb0408a" /><Relationship Type="http://schemas.openxmlformats.org/officeDocument/2006/relationships/slide" Target="/ppt/slides/slide1.xml" Id="R234e8fe6709547b5" /><Relationship Type="http://schemas.openxmlformats.org/officeDocument/2006/relationships/slide" Target="/ppt/slides/slide2.xml" Id="R2542d732e44e4a36" /><Relationship Type="http://schemas.openxmlformats.org/officeDocument/2006/relationships/slide" Target="/ppt/slides/slide3.xml" Id="R4fc6b15aa0f2493e" /><Relationship Type="http://schemas.openxmlformats.org/officeDocument/2006/relationships/slide" Target="/ppt/slides/slide4.xml" Id="R8ac129b782cd4598" /><Relationship Type="http://schemas.openxmlformats.org/officeDocument/2006/relationships/slide" Target="/ppt/slides/slide5.xml" Id="Rdec49be4da4449f3" /><Relationship Type="http://schemas.openxmlformats.org/officeDocument/2006/relationships/slide" Target="/ppt/slides/slide6.xml" Id="R54ce1026e70c4aa0" /><Relationship Type="http://schemas.openxmlformats.org/officeDocument/2006/relationships/slide" Target="/ppt/slides/slide7.xml" Id="Rddde89850f0f4b89" /><Relationship Type="http://schemas.openxmlformats.org/officeDocument/2006/relationships/slide" Target="/ppt/slides/slide8.xml" Id="R1c385790751a4206" /><Relationship Type="http://schemas.openxmlformats.org/officeDocument/2006/relationships/slide" Target="/ppt/slides/slide9.xml" Id="R8b45d7cb30a5436f" /><Relationship Type="http://schemas.openxmlformats.org/officeDocument/2006/relationships/slide" Target="/ppt/slides/slide10.xml" Id="R7a9ead7b64624ea5" /><Relationship Type="http://schemas.openxmlformats.org/officeDocument/2006/relationships/slide" Target="/ppt/slides/slide11.xml" Id="Rf6c09b7352834206" /><Relationship Type="http://schemas.openxmlformats.org/officeDocument/2006/relationships/slide" Target="/ppt/slides/slide12.xml" Id="Re03d43dd63074304" /><Relationship Type="http://schemas.openxmlformats.org/officeDocument/2006/relationships/slide" Target="/ppt/slides/slide13.xml" Id="R2bfb0ee92d0b40c8" /><Relationship Type="http://schemas.openxmlformats.org/officeDocument/2006/relationships/slide" Target="/ppt/slides/slide14.xml" Id="Rad4f4a35b6c44477" /><Relationship Type="http://schemas.openxmlformats.org/officeDocument/2006/relationships/slide" Target="/ppt/slides/slide15.xml" Id="Rcbe23306e7774563" /><Relationship Type="http://schemas.openxmlformats.org/officeDocument/2006/relationships/slide" Target="/ppt/slides/slide16.xml" Id="Rdb594c50d5924954" /><Relationship Type="http://schemas.openxmlformats.org/officeDocument/2006/relationships/slide" Target="/ppt/slides/slide17.xml" Id="Rcfb57dd3c2ef40f0" /><Relationship Type="http://schemas.openxmlformats.org/officeDocument/2006/relationships/slide" Target="/ppt/slides/slide18.xml" Id="R93deb4394f1e4a0f" /><Relationship Type="http://schemas.openxmlformats.org/officeDocument/2006/relationships/slide" Target="/ppt/slides/slide19.xml" Id="R003ed07aa67a4cb0" /><Relationship Type="http://schemas.openxmlformats.org/officeDocument/2006/relationships/slide" Target="/ppt/slides/slide20.xml" Id="Rb43c9e944de841c6" /><Relationship Type="http://schemas.openxmlformats.org/officeDocument/2006/relationships/slide" Target="/ppt/slides/slide21.xml" Id="Rc89dc84a81174db2" /><Relationship Type="http://schemas.openxmlformats.org/officeDocument/2006/relationships/slide" Target="/ppt/slides/slide22.xml" Id="R2d4df553ef8c4ce6" /><Relationship Type="http://schemas.openxmlformats.org/officeDocument/2006/relationships/slide" Target="/ppt/slides/slide23.xml" Id="R25eb8a89cbe5408a" /><Relationship Type="http://schemas.openxmlformats.org/officeDocument/2006/relationships/slide" Target="/ppt/slides/slide24.xml" Id="R865899b6c5ff4a3f" /><Relationship Type="http://schemas.openxmlformats.org/officeDocument/2006/relationships/slide" Target="/ppt/slides/slide25.xml" Id="R2ab2da585d0142e0" /><Relationship Type="http://schemas.openxmlformats.org/officeDocument/2006/relationships/slide" Target="/ppt/slides/slide26.xml" Id="R1f4a5483abe24d63" /><Relationship Type="http://schemas.openxmlformats.org/officeDocument/2006/relationships/slide" Target="/ppt/slides/slide27.xml" Id="R2bb395fb6c824b2a" /><Relationship Type="http://schemas.openxmlformats.org/officeDocument/2006/relationships/slide" Target="/ppt/slides/slide28.xml" Id="R883c745e00c54bc2" /><Relationship Type="http://schemas.openxmlformats.org/officeDocument/2006/relationships/slide" Target="/ppt/slides/slide29.xml" Id="R35144c45c0304201" /><Relationship Type="http://schemas.openxmlformats.org/officeDocument/2006/relationships/slide" Target="/ppt/slides/slide30.xml" Id="R7f59aaa14b9b49ea" /><Relationship Type="http://schemas.openxmlformats.org/officeDocument/2006/relationships/slide" Target="/ppt/slides/slide31.xml" Id="R1d559b0fcef84c7e" /><Relationship Type="http://schemas.openxmlformats.org/officeDocument/2006/relationships/slide" Target="/ppt/slides/slide32.xml" Id="R03b9b7d7bf574cd0" /><Relationship Type="http://schemas.openxmlformats.org/officeDocument/2006/relationships/slide" Target="/ppt/slides/slide33.xml" Id="Rdb1f721597ae44d6" /><Relationship Type="http://schemas.openxmlformats.org/officeDocument/2006/relationships/slide" Target="/ppt/slides/slide34.xml" Id="Ra25f9bf8618e4213" /><Relationship Type="http://schemas.openxmlformats.org/officeDocument/2006/relationships/slide" Target="/ppt/slides/slide35.xml" Id="R29290149771248e8" /><Relationship Type="http://schemas.openxmlformats.org/officeDocument/2006/relationships/slide" Target="/ppt/slides/slide36.xml" Id="R9b9e968a5646445a" /><Relationship Type="http://schemas.openxmlformats.org/officeDocument/2006/relationships/slide" Target="/ppt/slides/slide37.xml" Id="R003a2c0072d547ce" /><Relationship Type="http://schemas.openxmlformats.org/officeDocument/2006/relationships/slide" Target="/ppt/slides/slide38.xml" Id="Rd4e955bc97c44dd8" /><Relationship Type="http://schemas.openxmlformats.org/officeDocument/2006/relationships/slide" Target="/ppt/slides/slide39.xml" Id="Ra1b121b55e3446ae" /><Relationship Type="http://schemas.openxmlformats.org/officeDocument/2006/relationships/slide" Target="/ppt/slides/slide40.xml" Id="R4d0f7aebbb5d4f32" /><Relationship Type="http://schemas.openxmlformats.org/officeDocument/2006/relationships/slide" Target="/ppt/slides/slide41.xml" Id="Rea56b890efb445bc" /><Relationship Type="http://schemas.openxmlformats.org/officeDocument/2006/relationships/slide" Target="/ppt/slides/slide42.xml" Id="R7db43c566ae54c8c" /><Relationship Type="http://schemas.openxmlformats.org/officeDocument/2006/relationships/slide" Target="/ppt/slides/slide43.xml" Id="R958812c9e6e24b94" /><Relationship Type="http://schemas.openxmlformats.org/officeDocument/2006/relationships/slide" Target="/ppt/slides/slide44.xml" Id="R12907f90556542ae" /><Relationship Type="http://schemas.openxmlformats.org/officeDocument/2006/relationships/slide" Target="/ppt/slides/slide45.xml" Id="R847dc54a6e0442fc" /><Relationship Type="http://schemas.openxmlformats.org/officeDocument/2006/relationships/slide" Target="/ppt/slides/slide46.xml" Id="R95bba76c07f34078" /><Relationship Type="http://schemas.openxmlformats.org/officeDocument/2006/relationships/slide" Target="/ppt/slides/slide47.xml" Id="Rb391db9d7a744a91" /><Relationship Type="http://schemas.openxmlformats.org/officeDocument/2006/relationships/slide" Target="/ppt/slides/slide48.xml" Id="Rd1d0be736e9949bc" /><Relationship Type="http://schemas.openxmlformats.org/officeDocument/2006/relationships/slide" Target="/ppt/slides/slide49.xml" Id="R912387a8e24a480f" /><Relationship Type="http://schemas.openxmlformats.org/officeDocument/2006/relationships/slide" Target="/ppt/slides/slide50.xml" Id="R8371916fbe984bb8" /><Relationship Type="http://schemas.openxmlformats.org/officeDocument/2006/relationships/slide" Target="/ppt/slides/slide51.xml" Id="R1a8556a4ee5241bf" /><Relationship Type="http://schemas.openxmlformats.org/officeDocument/2006/relationships/slide" Target="/ppt/slides/slide52.xml" Id="Re8ffe34815db4742" /><Relationship Type="http://schemas.openxmlformats.org/officeDocument/2006/relationships/slide" Target="/ppt/slides/slide53.xml" Id="Rdcaee21df70849dc" /><Relationship Type="http://schemas.openxmlformats.org/officeDocument/2006/relationships/slide" Target="/ppt/slides/slide54.xml" Id="R1cdc51745c034be3" /><Relationship Type="http://schemas.openxmlformats.org/officeDocument/2006/relationships/slide" Target="/ppt/slides/slide55.xml" Id="R4672c09e1575428a" /><Relationship Type="http://schemas.openxmlformats.org/officeDocument/2006/relationships/slide" Target="/ppt/slides/slide56.xml" Id="R9e4859c7f41144a8" /><Relationship Type="http://schemas.openxmlformats.org/officeDocument/2006/relationships/slide" Target="/ppt/slides/slide57.xml" Id="R446889b87ee34726" /><Relationship Type="http://schemas.openxmlformats.org/officeDocument/2006/relationships/slide" Target="/ppt/slides/slide58.xml" Id="Rcfc220a203ec4da4" /><Relationship Type="http://schemas.openxmlformats.org/officeDocument/2006/relationships/slide" Target="/ppt/slides/slide59.xml" Id="R0b95c05974414e21" /><Relationship Type="http://schemas.openxmlformats.org/officeDocument/2006/relationships/slide" Target="/ppt/slides/slide60.xml" Id="R0ac088ad6b8d4bb3" /><Relationship Type="http://schemas.openxmlformats.org/officeDocument/2006/relationships/slide" Target="/ppt/slides/slide61.xml" Id="R5e4306eec0ff4c6b" /><Relationship Type="http://schemas.openxmlformats.org/officeDocument/2006/relationships/slide" Target="/ppt/slides/slide62.xml" Id="R929a176f0d17460c" /><Relationship Type="http://schemas.openxmlformats.org/officeDocument/2006/relationships/slide" Target="/ppt/slides/slide63.xml" Id="R49951d9edae040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6eedabf4384c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976ff28fcf470a" /><Relationship Type="http://schemas.openxmlformats.org/officeDocument/2006/relationships/notesMaster" Target="/ppt/notesMasters/notesMaster1.xml" Id="R27b66c0a80f248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283713cc904343" /><Relationship Type="http://schemas.openxmlformats.org/officeDocument/2006/relationships/notesMaster" Target="/ppt/notesMasters/notesMaster1.xml" Id="R926772433f6941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fe5779466c4730" /><Relationship Type="http://schemas.openxmlformats.org/officeDocument/2006/relationships/notesMaster" Target="/ppt/notesMasters/notesMaster1.xml" Id="R4714834e330c4e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6db63042364717" /><Relationship Type="http://schemas.openxmlformats.org/officeDocument/2006/relationships/notesMaster" Target="/ppt/notesMasters/notesMaster1.xml" Id="R5e312d4e5e5f43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42c8662df949ae" /><Relationship Type="http://schemas.openxmlformats.org/officeDocument/2006/relationships/notesMaster" Target="/ppt/notesMasters/notesMaster1.xml" Id="R013dbc684d3344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ad47f8099946fd" /><Relationship Type="http://schemas.openxmlformats.org/officeDocument/2006/relationships/notesMaster" Target="/ppt/notesMasters/notesMaster1.xml" Id="Rc9a64f36c5694a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31657bbe76400e" /><Relationship Type="http://schemas.openxmlformats.org/officeDocument/2006/relationships/notesMaster" Target="/ppt/notesMasters/notesMaster1.xml" Id="Rc548dd95b21f4e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ace811e6ab4baf" /><Relationship Type="http://schemas.openxmlformats.org/officeDocument/2006/relationships/notesMaster" Target="/ppt/notesMasters/notesMaster1.xml" Id="Rfe54090f66de4f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d7dc358d1d4c65" /><Relationship Type="http://schemas.openxmlformats.org/officeDocument/2006/relationships/notesMaster" Target="/ppt/notesMasters/notesMaster1.xml" Id="R10646bf6b60a4d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54f9bf0fcd44dd" /><Relationship Type="http://schemas.openxmlformats.org/officeDocument/2006/relationships/notesMaster" Target="/ppt/notesMasters/notesMaster1.xml" Id="R44e8d23eb27c4e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a72187b95e40f7" /><Relationship Type="http://schemas.openxmlformats.org/officeDocument/2006/relationships/notesMaster" Target="/ppt/notesMasters/notesMaster1.xml" Id="Rddc4653a1e2b4c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a8a926b5654478" /><Relationship Type="http://schemas.openxmlformats.org/officeDocument/2006/relationships/notesMaster" Target="/ppt/notesMasters/notesMaster1.xml" Id="R643235b968d642c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8d36c15d5b402e" /><Relationship Type="http://schemas.openxmlformats.org/officeDocument/2006/relationships/notesMaster" Target="/ppt/notesMasters/notesMaster1.xml" Id="R64fa9dc3f9cf41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0292a2ecab42de" /><Relationship Type="http://schemas.openxmlformats.org/officeDocument/2006/relationships/notesMaster" Target="/ppt/notesMasters/notesMaster1.xml" Id="R0ab6c22627c7453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ff5761b4cf40a2" /><Relationship Type="http://schemas.openxmlformats.org/officeDocument/2006/relationships/notesMaster" Target="/ppt/notesMasters/notesMaster1.xml" Id="R03d2ef11ac204ba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b2933078ba4ab1" /><Relationship Type="http://schemas.openxmlformats.org/officeDocument/2006/relationships/notesMaster" Target="/ppt/notesMasters/notesMaster1.xml" Id="Raebc432fdc61488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60b27c6e39e4427" /><Relationship Type="http://schemas.openxmlformats.org/officeDocument/2006/relationships/notesMaster" Target="/ppt/notesMasters/notesMaster1.xml" Id="Rd126cb99e8d4429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74185d31e343eb" /><Relationship Type="http://schemas.openxmlformats.org/officeDocument/2006/relationships/notesMaster" Target="/ppt/notesMasters/notesMaster1.xml" Id="R97fe46ef837c4d8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64f4048c0234c60" /><Relationship Type="http://schemas.openxmlformats.org/officeDocument/2006/relationships/notesMaster" Target="/ppt/notesMasters/notesMaster1.xml" Id="R2e22530619904bb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61a16ad6b474be2" /><Relationship Type="http://schemas.openxmlformats.org/officeDocument/2006/relationships/notesMaster" Target="/ppt/notesMasters/notesMaster1.xml" Id="Rcd5a599549d246c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8ef748dc31b4855" /><Relationship Type="http://schemas.openxmlformats.org/officeDocument/2006/relationships/notesMaster" Target="/ppt/notesMasters/notesMaster1.xml" Id="Raf826b324bee459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47037b97747460d" /><Relationship Type="http://schemas.openxmlformats.org/officeDocument/2006/relationships/notesMaster" Target="/ppt/notesMasters/notesMaster1.xml" Id="R75a8c1ebee2c403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e4661c26e924341" /><Relationship Type="http://schemas.openxmlformats.org/officeDocument/2006/relationships/notesMaster" Target="/ppt/notesMasters/notesMaster1.xml" Id="R6a34e9512ffb4c3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04a9651a1964e65" /><Relationship Type="http://schemas.openxmlformats.org/officeDocument/2006/relationships/notesMaster" Target="/ppt/notesMasters/notesMaster1.xml" Id="R633cf04b3014444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bf276de0b5e4b2c" /><Relationship Type="http://schemas.openxmlformats.org/officeDocument/2006/relationships/notesMaster" Target="/ppt/notesMasters/notesMaster1.xml" Id="R265755b4214549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9b48b9d7f60469e" /><Relationship Type="http://schemas.openxmlformats.org/officeDocument/2006/relationships/notesMaster" Target="/ppt/notesMasters/notesMaster1.xml" Id="R3c4893d5fe4d491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b01403c0cef4919" /><Relationship Type="http://schemas.openxmlformats.org/officeDocument/2006/relationships/notesMaster" Target="/ppt/notesMasters/notesMaster1.xml" Id="Rbe84caa0411f417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cec4a56d2084cac" /><Relationship Type="http://schemas.openxmlformats.org/officeDocument/2006/relationships/notesMaster" Target="/ppt/notesMasters/notesMaster1.xml" Id="R5da3f911d2a04ed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f78c79d087141e2" /><Relationship Type="http://schemas.openxmlformats.org/officeDocument/2006/relationships/notesMaster" Target="/ppt/notesMasters/notesMaster1.xml" Id="R4d02526a6380464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48d1f7e6dca4b22" /><Relationship Type="http://schemas.openxmlformats.org/officeDocument/2006/relationships/notesMaster" Target="/ppt/notesMasters/notesMaster1.xml" Id="Rcca4406ba57c4e2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51a3ed701124bc9" /><Relationship Type="http://schemas.openxmlformats.org/officeDocument/2006/relationships/notesMaster" Target="/ppt/notesMasters/notesMaster1.xml" Id="R1afc372ef4f44cd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58f979bfe874af3" /><Relationship Type="http://schemas.openxmlformats.org/officeDocument/2006/relationships/notesMaster" Target="/ppt/notesMasters/notesMaster1.xml" Id="R2de14a2d8d3f4e0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6034b9f049c414f" /><Relationship Type="http://schemas.openxmlformats.org/officeDocument/2006/relationships/notesMaster" Target="/ppt/notesMasters/notesMaster1.xml" Id="Ra5673216c610494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56e3935c92a4a12" /><Relationship Type="http://schemas.openxmlformats.org/officeDocument/2006/relationships/notesMaster" Target="/ppt/notesMasters/notesMaster1.xml" Id="R50b0cb9599d0460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d6a81af07214ea4" /><Relationship Type="http://schemas.openxmlformats.org/officeDocument/2006/relationships/notesMaster" Target="/ppt/notesMasters/notesMaster1.xml" Id="Rc8dc6f74cf0c415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15526ad34ff481c" /><Relationship Type="http://schemas.openxmlformats.org/officeDocument/2006/relationships/notesMaster" Target="/ppt/notesMasters/notesMaster1.xml" Id="R06e0a8ade3c1484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9c2ea390c6e4d9b" /><Relationship Type="http://schemas.openxmlformats.org/officeDocument/2006/relationships/notesMaster" Target="/ppt/notesMasters/notesMaster1.xml" Id="R0e03d3cb6228463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30f64be6c504949" /><Relationship Type="http://schemas.openxmlformats.org/officeDocument/2006/relationships/notesMaster" Target="/ppt/notesMasters/notesMaster1.xml" Id="R2da8804909cd40c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6f314a43b884ffb" /><Relationship Type="http://schemas.openxmlformats.org/officeDocument/2006/relationships/notesMaster" Target="/ppt/notesMasters/notesMaster1.xml" Id="R2d9e070e2fbc464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75e26f19b0840d9" /><Relationship Type="http://schemas.openxmlformats.org/officeDocument/2006/relationships/notesMaster" Target="/ppt/notesMasters/notesMaster1.xml" Id="R81dd2a56bccd44c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ddb770752f64aec" /><Relationship Type="http://schemas.openxmlformats.org/officeDocument/2006/relationships/notesMaster" Target="/ppt/notesMasters/notesMaster1.xml" Id="R7854fd5d89ce45d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83d1172a2954781" /><Relationship Type="http://schemas.openxmlformats.org/officeDocument/2006/relationships/notesMaster" Target="/ppt/notesMasters/notesMaster1.xml" Id="R7b75e96d6f0b46d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283ce3953274a90" /><Relationship Type="http://schemas.openxmlformats.org/officeDocument/2006/relationships/notesMaster" Target="/ppt/notesMasters/notesMaster1.xml" Id="R10bd2c890ae14b5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4d0d7c7896b408b" /><Relationship Type="http://schemas.openxmlformats.org/officeDocument/2006/relationships/notesMaster" Target="/ppt/notesMasters/notesMaster1.xml" Id="R8d22b6659d2548f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e5b6ed4c364429e" /><Relationship Type="http://schemas.openxmlformats.org/officeDocument/2006/relationships/notesMaster" Target="/ppt/notesMasters/notesMaster1.xml" Id="R0939d90d8c0447f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4f850fd4113470c" /><Relationship Type="http://schemas.openxmlformats.org/officeDocument/2006/relationships/notesMaster" Target="/ppt/notesMasters/notesMaster1.xml" Id="R66915a9d9e214cc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b9b138748824860" /><Relationship Type="http://schemas.openxmlformats.org/officeDocument/2006/relationships/notesMaster" Target="/ppt/notesMasters/notesMaster1.xml" Id="R565083e32902460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a64908dbafb4d28" /><Relationship Type="http://schemas.openxmlformats.org/officeDocument/2006/relationships/notesMaster" Target="/ppt/notesMasters/notesMaster1.xml" Id="Rd2f252137d3e466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9a3567f70b04cf3" /><Relationship Type="http://schemas.openxmlformats.org/officeDocument/2006/relationships/notesMaster" Target="/ppt/notesMasters/notesMaster1.xml" Id="R82f700c2eb6945f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ed3fe1db9434f83" /><Relationship Type="http://schemas.openxmlformats.org/officeDocument/2006/relationships/notesMaster" Target="/ppt/notesMasters/notesMaster1.xml" Id="Rb284ae88efda4db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a17f95c802b34d86" /><Relationship Type="http://schemas.openxmlformats.org/officeDocument/2006/relationships/notesMaster" Target="/ppt/notesMasters/notesMaster1.xml" Id="R61001168669c421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29e154ce0364b74" /><Relationship Type="http://schemas.openxmlformats.org/officeDocument/2006/relationships/notesMaster" Target="/ppt/notesMasters/notesMaster1.xml" Id="R2071f328cb364388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b8aba072adb4b87" /><Relationship Type="http://schemas.openxmlformats.org/officeDocument/2006/relationships/notesMaster" Target="/ppt/notesMasters/notesMaster1.xml" Id="R7c6bcd86c9a64cf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254a3cfddfd4b6f" /><Relationship Type="http://schemas.openxmlformats.org/officeDocument/2006/relationships/notesMaster" Target="/ppt/notesMasters/notesMaster1.xml" Id="R02f541c5333d43e1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bcfed0d1c054592" /><Relationship Type="http://schemas.openxmlformats.org/officeDocument/2006/relationships/notesMaster" Target="/ppt/notesMasters/notesMaster1.xml" Id="Rfa5aa9be61514429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9d54640ad5ad4248" /><Relationship Type="http://schemas.openxmlformats.org/officeDocument/2006/relationships/notesMaster" Target="/ppt/notesMasters/notesMaster1.xml" Id="Ra9014e539e484286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fcb1ffc909834ab3" /><Relationship Type="http://schemas.openxmlformats.org/officeDocument/2006/relationships/notesMaster" Target="/ppt/notesMasters/notesMaster1.xml" Id="R62749edacd7548fa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315881c48d94924" /><Relationship Type="http://schemas.openxmlformats.org/officeDocument/2006/relationships/notesMaster" Target="/ppt/notesMasters/notesMaster1.xml" Id="Rbc9c8f10bdf44591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6e3a8e7b5194965" /><Relationship Type="http://schemas.openxmlformats.org/officeDocument/2006/relationships/notesMaster" Target="/ppt/notesMasters/notesMaster1.xml" Id="Rd702eb51077940e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1a7d21188ca4b8e" /><Relationship Type="http://schemas.openxmlformats.org/officeDocument/2006/relationships/notesMaster" Target="/ppt/notesMasters/notesMaster1.xml" Id="R904e2b862f314467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1657e1fac71644b9" /><Relationship Type="http://schemas.openxmlformats.org/officeDocument/2006/relationships/notesMaster" Target="/ppt/notesMasters/notesMaster1.xml" Id="Rbba09a39cfe446c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d2e6c07c969d4e07" /><Relationship Type="http://schemas.openxmlformats.org/officeDocument/2006/relationships/notesMaster" Target="/ppt/notesMasters/notesMaster1.xml" Id="Racee03c4463d474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9a40f18ade9540b0" /><Relationship Type="http://schemas.openxmlformats.org/officeDocument/2006/relationships/notesMaster" Target="/ppt/notesMasters/notesMaster1.xml" Id="Rb9156a8c85ad4b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用两分钟回顾引用遍历修改数组。本课始终追问：这行代码改的是哪一份数据？后半沿用乐队模型。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先不展示 swap1 定义，不要求猜实现细节。收集“函数名不够判断是否改变调用者”的观点，随后通过参数类型解决。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依次指出返回类型、函数名、形参、实参、返回值。sum 是局部对象，离开函数后结束生命周期，但整数值已交给调用点。</a:t>
            </a:r>
          </a:p>
          <a:p xmlns:a="http://schemas.openxmlformats.org/drawingml/2006/main">
            <a:r>
              <a:t>完整演示：CPP-Classroom/示例/L2_C01_D01.cpp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让学生追踪第二次调用test_add(4,5)。两次调用有各自的局部状态，不沿用上一次sum。这里仅讨论简单值返回。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问不写 cout&lt;&lt;result 时屏幕有没有 5，答案没有。再让学生解释只有 cout 没有 return 为什么不能替代非 void 函数的返回。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使用不带提示输出的test_add版本。让学生改成嵌套test_add(test_add(1,2),3)，解释内层结果成为外层实参。对有副作用参数不展开求值顺序推论。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展示完整文件的调用位置，说明先声明再调用也可以。void 函数不能用来初始化 int。单文件平台仍只保留一个 main。</a:t>
            </a:r>
          </a:p>
          <a:p xmlns:a="http://schemas.openxmlformats.org/drawingml/2006/main">
            <a:r>
              <a:t>完整演示：CPP-Classroom/示例/L2_C01_D02.cpp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调用者变量位于main内，本页省略外壳。输出调用者value仍是10。要求学生指出形参由实参初始化，而不是绑定别名。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得到 afterglow。band1 与 live1 是同一个对象的两个名字。比较 &amp;band1==&amp;live1，可输出 true。引用初始化后不能重新绑定。</a:t>
            </a:r>
          </a:p>
          <a:p xmlns:a="http://schemas.openxmlformats.org/drawingml/2006/main">
            <a:r>
              <a:t>完整演示：CPP-Classroom/示例/L2_C02_D01.cpp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r=b把b的值赋给a，不是让r改为引用b。对照下一节指针p=&amp;b可以改变所存地址。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区分声明中的 * 与表达式中的 *。anime1 自身也是一个对象，里面存地址。最后 band1 与 live1 都看到 roselia。</a:t>
            </a:r>
          </a:p>
          <a:p xmlns:a="http://schemas.openxmlformats.org/drawingml/2006/main">
            <a:r>
              <a:t>完整演示：CPP-Classroom/示例/L2_C02_D02.cpp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让学生口述p和*p的类型、值与关系。不要将编译器打印的具体地址作为固定结果。画在白板上即可。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让学生逐行说 p 指向谁。白板上用名字和地址关系辅助，不背“指针就是变量”口号。强调 p=&amp;b 不会把 b 复制到 a。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不会输出。空检查只是必要条件之一，悬空指针即使非空也不可用。不要返回局部变量地址。const string* 可只读访问目标，但这里不展开所有 const 组合。</a:t>
            </a:r>
          </a:p>
          <a:p xmlns:a="http://schemas.openxmlformats.org/drawingml/2006/main">
            <a:r>
              <a:t>完整演示：CPP-Classroom/示例/L2_C02_D03.cpp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原对象band1若不是const，仍可通过其他合法路径修改，view会看到变化。const借用不是快照，也不自动延长任意被借用对象的生命周期。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全部为 11。要求逐行推导而非只报答案。再问 p=&amp;a 时 b 有没有变，答案没有。</a:t>
            </a:r>
          </a:p>
          <a:p xmlns:a="http://schemas.openxmlformats.org/drawingml/2006/main">
            <a:r>
              <a:t>建议用时：5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先请学生说明为何最后一行数值相同但关系变化。再问随后*p=99影响谁，答案a与r可见，b仍11。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回到开场预测。板书两行存储：调用者 x/y 和函数 a/b。逐行更新，返回后 a/b 生命周期结束，x/y 仍为 10/20。</a:t>
            </a:r>
          </a:p>
          <a:p xmlns:a="http://schemas.openxmlformats.org/drawingml/2006/main">
            <a:r>
              <a:t>完整演示：CPP-Classroom/示例/L2_C03_D01.cpp</a:t>
            </a:r>
          </a:p>
          <a:p xmlns:a="http://schemas.openxmlformats.org/drawingml/2006/main">
            <a:r>
              <a:t>建议用时：4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把每次赋值的左侧圈出来。没有x、y，所以调用者没有变化。参数销毁时不会自动把局部值复制回去。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调用从 x=10,y=20 重新开始。输出变 20/10。指针参数仍是值传递，复制的是地址。此接口要求两个指针均有效，不能随意传 nullptr。</a:t>
            </a:r>
          </a:p>
          <a:p xmlns:a="http://schemas.openxmlformats.org/drawingml/2006/main">
            <a:r>
              <a:t>完整演示：CPP-Classroom/示例/L2_C03_D02.cpp</a:t>
            </a:r>
          </a:p>
          <a:p xmlns:a="http://schemas.openxmlformats.org/drawingml/2006/main">
            <a:r>
              <a:t>建议用时：4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同时在白板保留a=&amp;x、b=&amp;y，强调修改指针参数本身和解引用赋值不同。用调试器或临时输出验证每一步。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与 swap1 只差两个 &amp;。此处是对照写法，原课主线仍是 swap1/swap2。解释三种接口的调用表达式区别。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指针可以表达可选目标但是否允许nullptr由接口约定，不能看到指针就假定可空。简单int只读通常直接值传递就足够，const&amp;常用于较大对象。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答案为 int&amp; score。让学生从 60 验证到 65，再解释为何原版没有改动。可另写返回新值版本，讨论两种接口都合理但调用方式不同。</a:t>
            </a:r>
          </a:p>
          <a:p xmlns:a="http://schemas.openxmlformats.org/drawingml/2006/main">
            <a:r>
              <a:t>建议用时：5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让学生写出两个调用，并解释若只写with_bonus(score)为什么原值不变。讨论调用者能否从接口读出意图。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提醒保存完成的最小Band练习。回来时先回顾构造和访问权限，再进入继承。</a:t>
            </a:r>
          </a:p>
          <a:p xmlns:a="http://schemas.openxmlformats.org/drawingml/2006/main">
            <a:r>
              <a:t>建议用时：10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先回顾第一课 record 可公开改字段。Band 将操作放在类型里。为聚焦只显示 keyboard，完整版本仍有 guitar/vocal/drum/bass。不要说这个 setter 已经实施业务校验。</a:t>
            </a:r>
          </a:p>
          <a:p xmlns:a="http://schemas.openxmlformats.org/drawingml/2006/main">
            <a:r>
              <a:t>完整演示：CPP-Classroom/示例/L2_C04_D02.cpp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把完整五成员模型放回上下文，说明上一页只展示keyboard只是聚焦。问使用五组平行变量时如何确保属于同一支乐队，从而引出封装的必要。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本页沿用上一页的最小类，有隐式默认构造，字符串默认为空。答案不会。说明随后添加有参构造后，此处的默认构造写法将不再适用。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沿用有隐式默认构造的最小Band。不要用带五参数构造的完整版去执行Band a;。解释对象名限定方法调用目标。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第一行是故意的编译错误，不与第二行一起作为成功示例运行。解释 private 限制类外直接访问，类的成员函数有访问权限。</a:t>
            </a:r>
          </a:p>
          <a:p xmlns:a="http://schemas.openxmlformats.org/drawingml/2006/main">
            <a:r>
              <a:t>完整演示：CPP-Classroom/示例/L2_C04_D02.cpp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这是为解释约束新增的方法，不声称原set_keyboard_anon已做校验。空名字在此被拒绝；让学生讨论静默拒绝是否足够，接口也可返回bool。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把构造函数放回 Band 的 public 区域。原课完整 Band 接收五个成员参数，本页缩小为一个。先展示函数体赋值，下一页再对比初始化列表。</a:t>
            </a:r>
          </a:p>
          <a:p xmlns:a="http://schemas.openxmlformats.org/drawingml/2006/main">
            <a:r>
              <a:t>完整演示：CPP-Classroom/示例/L2_C05_D01.cpp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明确这里是只接受一个key参数的最小Band。需要默认创建时应设计默认构造或默认实参，并确认默认状态合法。不要说构造函数都必须public，当前教学接口选择public。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对比上一页先默认构造再赋值。实际顺序不是冒号列表排列顺序。const 成员、引用成员需要在初始化阶段建立状态。std::move 原稿用法留讲义解释，不讲成“必然更快”。</a:t>
            </a:r>
          </a:p>
          <a:p xmlns:a="http://schemas.openxmlformats.org/drawingml/2006/main">
            <a:r>
              <a:t>完整演示：CPP-Classroom/示例/L2_C05_D02.cpp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该例每个值都是常量，不读取未初始化成员。把列表顺序改正并展示编译器reorder警告。不要用危险依赖例子让学生运行未定义行为。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针对本课无 mutable 成员的类解释。const Band 可调用 print_info，不能调用 setter。原稿 get_guitar 是打印，不误讲成返回字符串。</a:t>
            </a:r>
          </a:p>
          <a:p xmlns:a="http://schemas.openxmlformats.org/drawingml/2006/main">
            <a:r>
              <a:t>完整演示：CPP-Classroom/示例/L2_C06_D01.cpp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仍用单字段Band。取消注释第二次调用让学生读诊断。print_info末尾const修饰当前对象访问，和参数const是不同位置的约束。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建议初值 saki 与 eve。修改 a 后应为 anon/eve。必须完整类定义、分号、main、头文件。学生完成后再切回完整五成员 Band，明确最小示例只是聚焦。</a:t>
            </a:r>
          </a:p>
          <a:p xmlns:a="http://schemas.openxmlformats.org/drawingml/2006/main">
            <a:r>
              <a:t>建议用时：10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把有效程序与故意的编译失败用例分开运行。由学生解释每个用例检验了哪条规则。确认不是只会照抄类定义。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明确从此回到完整定义，运行示例文件。按原 class_band 顺序先创建 ave_mujica，再 print_info/live。两者分别输出成员表和 LIVE。</a:t>
            </a:r>
          </a:p>
          <a:p xmlns:a="http://schemas.openxmlformats.org/drawingml/2006/main">
            <a:r>
              <a:t>完整演示：CPP-Classroom/示例/L2_C09_D01.cpp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需要 vector 头文件。emplace_back 使用构造参数在末尾建立对象。不要把 vector 的内部重新分配细节加到主讲，提醒扩容可能使已有引用/指针失效。</a:t>
            </a:r>
          </a:p>
          <a:p xmlns:a="http://schemas.openxmlformats.org/drawingml/2006/main">
            <a:r>
              <a:t>完整演示：CPP-Classroom/示例/L2_C06_D02.cpp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[]不检查边界，at越界会抛异常。emplace_back不只是“给数组赋值”，它改变容器大小并构造新对象。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回收第一课数组遍历的同一规则。只读打印用 const Band&amp;。不要在两个循环之间不复位就误认为第一轮也修改了容器。</a:t>
            </a:r>
          </a:p>
          <a:p xmlns:a="http://schemas.openxmlformats.org/drawingml/2006/main">
            <a:r>
              <a:t>完整演示：CPP-Classroom/示例/L2_C06_D02.cpp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对比Band复制、Band&amp;修改、const Band&amp;读取三种选择。让学生指出为何print_info需要const，而setter在这里不能调用。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请学生举一个本课例子解释，不要求背定义。 用学生自己的代码解释，而不是只报结论。</a:t>
            </a:r>
          </a:p>
          <a:p xmlns:a="http://schemas.openxmlformats.org/drawingml/2006/main">
            <a:r>
              <a:t>建议用时：5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本页只展示继承与方法，构造函数下一页补上。基类 private 字段仍不能在派生类中直接访问，派生类调用公开方法。public 继承表达可作为一种 Band 使用的关系。</a:t>
            </a:r>
          </a:p>
          <a:p xmlns:a="http://schemas.openxmlformats.org/drawingml/2006/main">
            <a:r>
              <a:t>完整演示：CPP-Classroom/示例/L2_C07_D01.cpp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这是类内构造函数片段。打开完整示例对照五个乐队成员参数。把 Band(...) 写在函数体里会创建临时对象，不能补救缺失的基类初始化。</a:t>
            </a:r>
          </a:p>
          <a:p xmlns:a="http://schemas.openxmlformats.org/drawingml/2006/main">
            <a:r>
              <a:t>完整演示：CPP-Classroom/示例/L2_C07_D02.cpp</a:t>
            </a:r>
          </a:p>
          <a:p xmlns:a="http://schemas.openxmlformats.org/drawingml/2006/main">
            <a:r>
              <a:t>建议用时：4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纠正原稿“protected 只给子类”的错误，声明它的类本身也可访问。访问还受对象表达式及继承方式规则约束，本页只讨论既定 public 继承链。</a:t>
            </a:r>
          </a:p>
          <a:p xmlns:a="http://schemas.openxmlformats.org/drawingml/2006/main">
            <a:r>
              <a:t>完整演示：CPP-Classroom/示例/L2_C08_D01.cpp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 MofoBand_New 中演示。const&amp; 只读借用参数，赋给 vocal_actor 时仍发生字符串赋值。此处 this-&gt; 可省略，不说成成员访问都必须写 this。</a:t>
            </a:r>
          </a:p>
          <a:p xmlns:a="http://schemas.openxmlformats.org/drawingml/2006/main">
            <a:r>
              <a:t>完整演示：CPP-Classroom/示例/L2_C08_D02.cpp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让学生基于完整示例修改 main，避免在演示窗口重敲所有构造参数。验证输出只有目标对象演员字段发生改变。</a:t>
            </a:r>
          </a:p>
          <a:p xmlns:a="http://schemas.openxmlformats.org/drawingml/2006/main">
            <a:r>
              <a:t>完整演示：CPP-Classroom/示例/L2_C08_D02.cpp</a:t>
            </a:r>
          </a:p>
          <a:p xmlns:a="http://schemas.openxmlformats.org/drawingml/2006/main">
            <a:r>
              <a:t>建议用时：8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打开原课综合 Lesson02.cpp 的 class_band。跟随执行顺序逐段运行，追问每个方法作用于谁。原 ave_mujica 不在 live_bands 中，修改容器元素不等于修改它。</a:t>
            </a:r>
          </a:p>
          <a:p xmlns:a="http://schemas.openxmlformats.org/drawingml/2006/main">
            <a:r>
              <a:t>完整演示：CPP-Classroom/示例/L2_C09_D01.cpp</a:t>
            </a:r>
          </a:p>
          <a:p xmlns:a="http://schemas.openxmlformats.org/drawingml/2006/main">
            <a:r>
              <a:t>建议用时：5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swap、Band setter、vector 引用遍历各举一个例子。布置 Assessment-02 必做题。之后几页属于可选拓展，可在这里结束主课。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 Band 没有 virtual，不可声称它已经多态。此处新建最小类型解释动态分派，展示 Base&amp; b=d; b.live()。override 检查匹配，基类虚析构支持经基类指针删除。</a:t>
            </a:r>
          </a:p>
          <a:p xmlns:a="http://schemas.openxmlformats.org/drawingml/2006/main">
            <a:r>
              <a:t>完整演示：CPP-Classroom/示例/L2_C09_D02.cpp</a:t>
            </a:r>
          </a:p>
          <a:p xmlns:a="http://schemas.openxmlformats.org/drawingml/2006/main">
            <a:r>
              <a:t>建议用时：4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沿用上一页类型。分别调用 live，copied 为 Base 实现，borrowed 为 Derived 实现。连接容器元素类型的选择，但不把新设计替换掉既有 vector&lt;Band&gt;。</a:t>
            </a:r>
          </a:p>
          <a:p xmlns:a="http://schemas.openxmlformats.org/drawingml/2006/main">
            <a:r>
              <a:t>完整演示：CPP-Classroom/示例/L2_C09_D02.cpp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需要 memory 与 utility。这是可选工程拓展，原 Band 值语义不需要手写 new/delete。unique_ptr 不可复制。std::move 本身是转换，实际转移由 unique_ptr 移动构造完成；一般被移动对象不保证为空，本例 unique_ptr 保证。</a:t>
            </a:r>
          </a:p>
          <a:p xmlns:a="http://schemas.openxmlformats.org/drawingml/2006/main">
            <a:r>
              <a:t>完整演示：CPP-Classroom/示例/L2_C09_D03.cpp</a:t>
            </a:r>
          </a:p>
          <a:p xmlns:a="http://schemas.openxmlformats.org/drawingml/2006/main">
            <a:r>
              <a:t>建议用时：4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提醒公开自检不是正式总分，按老师要求主动提交。参考答案和完整推导在讲义与例题中。按班级情况决定拓展是当堂讲还是课后读。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eaa9c1ba946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9b9f40d3db4f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1dd1869f6545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bac283a53446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2804468bf4a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e6bdfe8c846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75826B-8D80-44BD-983D-78629FCC2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605B212-65DC-4B93-BB39-A52BD92BAE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3D172EC-74DC-40B5-A697-8EC8787FEA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60011C-60FC-4ED0-81C5-26A9AED59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AD7CF0-5A27-4EBA-B761-738F49A9E1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5E75728-A080-4A27-A067-0ADD20F3A2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426E0F-965A-4E23-9ABC-453FF3635B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5C392DF-C1D8-4FDB-A0C8-1F3C5C18585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70F104-F5EC-415F-8620-EA10520599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396E113-3EF1-4620-B6F1-5993DB2A0A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3b90bf6ef141e8" /><Relationship Type="http://schemas.openxmlformats.org/officeDocument/2006/relationships/slideLayout" Target="/ppt/slideLayouts/slideLayout1.xml" Id="R7532310b3cb841ce" /><Relationship Type="http://schemas.openxmlformats.org/officeDocument/2006/relationships/slideLayout" Target="/ppt/slideLayouts/slideLayout2.xml" Id="R7e693f55d0ea4e3a" /><Relationship Type="http://schemas.openxmlformats.org/officeDocument/2006/relationships/slideLayout" Target="/ppt/slideLayouts/slideLayout3.xml" Id="R745e0f7b8d194d8c" /><Relationship Type="http://schemas.openxmlformats.org/officeDocument/2006/relationships/slideLayout" Target="/ppt/slideLayouts/slideLayout4.xml" Id="R08fd8b3483344a5e" /><Relationship Type="http://schemas.openxmlformats.org/officeDocument/2006/relationships/slideLayout" Target="/ppt/slideLayouts/slideLayout5.xml" Id="Rbe45edcbe4134ce0" /><Relationship Type="http://schemas.openxmlformats.org/officeDocument/2006/relationships/slideLayout" Target="/ppt/slideLayouts/slideLayout6.xml" Id="Rf505752b35764f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32310b3cb841ce"/>
    <p:sldLayoutId xmlns:r="http://schemas.openxmlformats.org/officeDocument/2006/relationships" id="2147483650" r:id="R7e693f55d0ea4e3a"/>
    <p:sldLayoutId xmlns:r="http://schemas.openxmlformats.org/officeDocument/2006/relationships" id="2147483651" r:id="R745e0f7b8d194d8c"/>
    <p:sldLayoutId xmlns:r="http://schemas.openxmlformats.org/officeDocument/2006/relationships" id="2147483652" r:id="R08fd8b3483344a5e"/>
    <p:sldLayoutId xmlns:r="http://schemas.openxmlformats.org/officeDocument/2006/relationships" id="2147483653" r:id="Rbe45edcbe4134ce0"/>
    <p:sldLayoutId xmlns:r="http://schemas.openxmlformats.org/officeDocument/2006/relationships" id="2147483654" r:id="Rf505752b35764f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53d62054e24d36" /><Relationship Type="http://schemas.openxmlformats.org/officeDocument/2006/relationships/notesSlide" Target="/ppt/notesSlides/notesSlide1.xml" Id="R3a9a2d1413ef4f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387f619e8c4f40" /><Relationship Type="http://schemas.openxmlformats.org/officeDocument/2006/relationships/notesSlide" Target="/ppt/notesSlides/notesSlide2.xml" Id="Rf8f6f3f9075c4f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eb7d04190e458c" /><Relationship Type="http://schemas.openxmlformats.org/officeDocument/2006/relationships/notesSlide" Target="/ppt/notesSlides/notesSlide3.xml" Id="R7d98199049c045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74f0ac5b434e24" /><Relationship Type="http://schemas.openxmlformats.org/officeDocument/2006/relationships/notesSlide" Target="/ppt/notesSlides/notesSlide4.xml" Id="R6e55c5bc84884d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90871eb82545f8" /><Relationship Type="http://schemas.openxmlformats.org/officeDocument/2006/relationships/notesSlide" Target="/ppt/notesSlides/notesSlide5.xml" Id="R82b6ac82073941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a8da6348a94fe3" /><Relationship Type="http://schemas.openxmlformats.org/officeDocument/2006/relationships/notesSlide" Target="/ppt/notesSlides/notesSlide6.xml" Id="Ra6cc820b616041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0562f457da4394" /><Relationship Type="http://schemas.openxmlformats.org/officeDocument/2006/relationships/notesSlide" Target="/ppt/notesSlides/notesSlide7.xml" Id="R73ffb45ff2b140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da6a789e35446d" /><Relationship Type="http://schemas.openxmlformats.org/officeDocument/2006/relationships/notesSlide" Target="/ppt/notesSlides/notesSlide8.xml" Id="Ra1cc70f050ef41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9ad5212d664daa" /><Relationship Type="http://schemas.openxmlformats.org/officeDocument/2006/relationships/notesSlide" Target="/ppt/notesSlides/notesSlide9.xml" Id="R801f176dba9047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79c740143145d1" /><Relationship Type="http://schemas.openxmlformats.org/officeDocument/2006/relationships/notesSlide" Target="/ppt/notesSlides/notesSlide10.xml" Id="R73262accb3f847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b92d67282b4982" /><Relationship Type="http://schemas.openxmlformats.org/officeDocument/2006/relationships/notesSlide" Target="/ppt/notesSlides/notesSlide11.xml" Id="R98809259bf2541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096379b1c548bc" /><Relationship Type="http://schemas.openxmlformats.org/officeDocument/2006/relationships/notesSlide" Target="/ppt/notesSlides/notesSlide12.xml" Id="Red873300b4ee4a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4cd847c01e40d6" /><Relationship Type="http://schemas.openxmlformats.org/officeDocument/2006/relationships/notesSlide" Target="/ppt/notesSlides/notesSlide13.xml" Id="R12cd456b51494e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b746e70bfc4296" /><Relationship Type="http://schemas.openxmlformats.org/officeDocument/2006/relationships/notesSlide" Target="/ppt/notesSlides/notesSlide14.xml" Id="R84cc248edd5b4c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ab5f128d3347ff" /><Relationship Type="http://schemas.openxmlformats.org/officeDocument/2006/relationships/notesSlide" Target="/ppt/notesSlides/notesSlide15.xml" Id="R78a3e11fbdac46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6743309e4649cd" /><Relationship Type="http://schemas.openxmlformats.org/officeDocument/2006/relationships/notesSlide" Target="/ppt/notesSlides/notesSlide16.xml" Id="Rddf43845d4af4d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16d87831f34488" /><Relationship Type="http://schemas.openxmlformats.org/officeDocument/2006/relationships/notesSlide" Target="/ppt/notesSlides/notesSlide17.xml" Id="Rc609c3d9feb44f7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991edfb1aa41c4" /><Relationship Type="http://schemas.openxmlformats.org/officeDocument/2006/relationships/notesSlide" Target="/ppt/notesSlides/notesSlide18.xml" Id="R9e1da88304f4456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39980fd65d460a" /><Relationship Type="http://schemas.openxmlformats.org/officeDocument/2006/relationships/notesSlide" Target="/ppt/notesSlides/notesSlide19.xml" Id="R0cc0913e117146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788ff814d8404d" /><Relationship Type="http://schemas.openxmlformats.org/officeDocument/2006/relationships/notesSlide" Target="/ppt/notesSlides/notesSlide20.xml" Id="R1133a02a3426480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3e8b41be874338" /><Relationship Type="http://schemas.openxmlformats.org/officeDocument/2006/relationships/notesSlide" Target="/ppt/notesSlides/notesSlide21.xml" Id="Ra0c8752fdd3d4e0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6a7f6366874474" /><Relationship Type="http://schemas.openxmlformats.org/officeDocument/2006/relationships/notesSlide" Target="/ppt/notesSlides/notesSlide22.xml" Id="R06651bddf82d419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eea4cd4d424d91" /><Relationship Type="http://schemas.openxmlformats.org/officeDocument/2006/relationships/notesSlide" Target="/ppt/notesSlides/notesSlide23.xml" Id="Rb7967a7cb9dc4c4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b2f97e98c64c09" /><Relationship Type="http://schemas.openxmlformats.org/officeDocument/2006/relationships/notesSlide" Target="/ppt/notesSlides/notesSlide24.xml" Id="Rc8dd5a4797c9484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f6338726d84622" /><Relationship Type="http://schemas.openxmlformats.org/officeDocument/2006/relationships/notesSlide" Target="/ppt/notesSlides/notesSlide25.xml" Id="R563339651713452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4eab05e9c4f2b" /><Relationship Type="http://schemas.openxmlformats.org/officeDocument/2006/relationships/notesSlide" Target="/ppt/notesSlides/notesSlide26.xml" Id="Re55a23c176864b8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0dc70eddb44990" /><Relationship Type="http://schemas.openxmlformats.org/officeDocument/2006/relationships/notesSlide" Target="/ppt/notesSlides/notesSlide27.xml" Id="Rff9cd69c19454c0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1c016c68e74b20" /><Relationship Type="http://schemas.openxmlformats.org/officeDocument/2006/relationships/notesSlide" Target="/ppt/notesSlides/notesSlide28.xml" Id="R2ff4cc70cbf0448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098cfb8461452e" /><Relationship Type="http://schemas.openxmlformats.org/officeDocument/2006/relationships/notesSlide" Target="/ppt/notesSlides/notesSlide29.xml" Id="R42af7a00aebb456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e31d7030304a70" /><Relationship Type="http://schemas.openxmlformats.org/officeDocument/2006/relationships/notesSlide" Target="/ppt/notesSlides/notesSlide30.xml" Id="R0432d92c8430435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c3c91efd104973" /><Relationship Type="http://schemas.openxmlformats.org/officeDocument/2006/relationships/notesSlide" Target="/ppt/notesSlides/notesSlide31.xml" Id="Ree0878c7f5914a7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2829c77bef42f5" /><Relationship Type="http://schemas.openxmlformats.org/officeDocument/2006/relationships/notesSlide" Target="/ppt/notesSlides/notesSlide32.xml" Id="Rf1984a01162b4d1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6dd913dd2d4fdb" /><Relationship Type="http://schemas.openxmlformats.org/officeDocument/2006/relationships/notesSlide" Target="/ppt/notesSlides/notesSlide33.xml" Id="R7ea06ea6b0644c6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1bdb8290474edf" /><Relationship Type="http://schemas.openxmlformats.org/officeDocument/2006/relationships/notesSlide" Target="/ppt/notesSlides/notesSlide34.xml" Id="Rab37938cf9ec4f7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f01661a9dc4474" /><Relationship Type="http://schemas.openxmlformats.org/officeDocument/2006/relationships/notesSlide" Target="/ppt/notesSlides/notesSlide35.xml" Id="R943aff01006346b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13d4ba666f4026" /><Relationship Type="http://schemas.openxmlformats.org/officeDocument/2006/relationships/notesSlide" Target="/ppt/notesSlides/notesSlide36.xml" Id="R084b275b66614f7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b027ef726443c7" /><Relationship Type="http://schemas.openxmlformats.org/officeDocument/2006/relationships/notesSlide" Target="/ppt/notesSlides/notesSlide37.xml" Id="R596ac0aee2f7452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36cac61822473b" /><Relationship Type="http://schemas.openxmlformats.org/officeDocument/2006/relationships/notesSlide" Target="/ppt/notesSlides/notesSlide38.xml" Id="Rbc28e2f48f08436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d2034686114b7c" /><Relationship Type="http://schemas.openxmlformats.org/officeDocument/2006/relationships/notesSlide" Target="/ppt/notesSlides/notesSlide39.xml" Id="R8130f35658d540a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cf4caae0a94ea6" /><Relationship Type="http://schemas.openxmlformats.org/officeDocument/2006/relationships/notesSlide" Target="/ppt/notesSlides/notesSlide40.xml" Id="R6863bf28f87c4e9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1ec277d0834c7d" /><Relationship Type="http://schemas.openxmlformats.org/officeDocument/2006/relationships/notesSlide" Target="/ppt/notesSlides/notesSlide41.xml" Id="R153fc21812184b3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6e5cd93bba49df" /><Relationship Type="http://schemas.openxmlformats.org/officeDocument/2006/relationships/notesSlide" Target="/ppt/notesSlides/notesSlide42.xml" Id="Rf2c8524cc1a648a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6c5034d214c9a" /><Relationship Type="http://schemas.openxmlformats.org/officeDocument/2006/relationships/notesSlide" Target="/ppt/notesSlides/notesSlide43.xml" Id="R4c666b6c629943b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0491e34d7434c" /><Relationship Type="http://schemas.openxmlformats.org/officeDocument/2006/relationships/notesSlide" Target="/ppt/notesSlides/notesSlide44.xml" Id="Rac3c793bb9a5478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2d3a9f933649ff" /><Relationship Type="http://schemas.openxmlformats.org/officeDocument/2006/relationships/notesSlide" Target="/ppt/notesSlides/notesSlide45.xml" Id="R436b3ca2ea7b4cc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24e2c872fc459f" /><Relationship Type="http://schemas.openxmlformats.org/officeDocument/2006/relationships/notesSlide" Target="/ppt/notesSlides/notesSlide46.xml" Id="Rb2a82510994b4fc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f005c0b4d648b8" /><Relationship Type="http://schemas.openxmlformats.org/officeDocument/2006/relationships/notesSlide" Target="/ppt/notesSlides/notesSlide47.xml" Id="Rd39642e8b57c471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0c81b3e4da431b" /><Relationship Type="http://schemas.openxmlformats.org/officeDocument/2006/relationships/notesSlide" Target="/ppt/notesSlides/notesSlide48.xml" Id="R96b5214efd9047e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31e62a60d74d28" /><Relationship Type="http://schemas.openxmlformats.org/officeDocument/2006/relationships/notesSlide" Target="/ppt/notesSlides/notesSlide49.xml" Id="Rfe3c841033774d6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20faa45fe04231" /><Relationship Type="http://schemas.openxmlformats.org/officeDocument/2006/relationships/notesSlide" Target="/ppt/notesSlides/notesSlide50.xml" Id="Rec63d9ef6c4a4fa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817c96a9e74bfb" /><Relationship Type="http://schemas.openxmlformats.org/officeDocument/2006/relationships/notesSlide" Target="/ppt/notesSlides/notesSlide51.xml" Id="R5b27a10a08d04ee6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bf71fb175c45b7" /><Relationship Type="http://schemas.openxmlformats.org/officeDocument/2006/relationships/notesSlide" Target="/ppt/notesSlides/notesSlide52.xml" Id="R2787f88642344ae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8c72a6b0f54505" /><Relationship Type="http://schemas.openxmlformats.org/officeDocument/2006/relationships/notesSlide" Target="/ppt/notesSlides/notesSlide53.xml" Id="Rf516ff9da26f421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7d969306ec4f18" /><Relationship Type="http://schemas.openxmlformats.org/officeDocument/2006/relationships/notesSlide" Target="/ppt/notesSlides/notesSlide54.xml" Id="Rd9b982786a9549b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aa8e270a674064" /><Relationship Type="http://schemas.openxmlformats.org/officeDocument/2006/relationships/notesSlide" Target="/ppt/notesSlides/notesSlide55.xml" Id="R9fcc7dcd8bca493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8a61188fb14fe4" /><Relationship Type="http://schemas.openxmlformats.org/officeDocument/2006/relationships/notesSlide" Target="/ppt/notesSlides/notesSlide56.xml" Id="Rc790a922bcff413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9458f0494341b1" /><Relationship Type="http://schemas.openxmlformats.org/officeDocument/2006/relationships/notesSlide" Target="/ppt/notesSlides/notesSlide57.xml" Id="Ree8cdd32983c4e9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26b0aec541408d" /><Relationship Type="http://schemas.openxmlformats.org/officeDocument/2006/relationships/notesSlide" Target="/ppt/notesSlides/notesSlide58.xml" Id="R851bfe6a66ab48e3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cf879e85c47fe" /><Relationship Type="http://schemas.openxmlformats.org/officeDocument/2006/relationships/notesSlide" Target="/ppt/notesSlides/notesSlide59.xml" Id="Rd7c763d163d14ba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eb663733734a63" /><Relationship Type="http://schemas.openxmlformats.org/officeDocument/2006/relationships/notesSlide" Target="/ppt/notesSlides/notesSlide60.xml" Id="Rab90832a4c95478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9a1fd48ae54d7a" /><Relationship Type="http://schemas.openxmlformats.org/officeDocument/2006/relationships/notesSlide" Target="/ppt/notesSlides/notesSlide61.xml" Id="Rfcfea858e21748e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17a7ef1c8e403b" /><Relationship Type="http://schemas.openxmlformats.org/officeDocument/2006/relationships/notesSlide" Target="/ppt/notesSlides/notesSlide62.xml" Id="R86659104a4844bcd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4f5511c66940eb" /><Relationship Type="http://schemas.openxmlformats.org/officeDocument/2006/relationships/notesSlide" Target="/ppt/notesSlides/notesSlide63.xml" Id="Rb43ea31d2d8d4f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257709DC-AD4E-400C-A173-6E67C1BD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C187E26-37EF-4179-96D4-EE5A1730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14811FE-5A92-496C-9D33-3FC44324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C++ 函数与面向对象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16EEAE18-8EAC-4B2C-BA92-71A50A3B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第二课 / 参数怎样传递，对象怎样协作</a:t>
            </a:r>
          </a:p>
        </p:txBody>
      </p:sp>
    </p:spTree>
    <p:extLst>
      <p:ext uri="{BB962C8B-B14F-4D97-AF65-F5344CB8AC3E}">
        <p14:creationId xmlns:p14="http://schemas.microsoft.com/office/powerpoint/2010/main" val="7232919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BCA92EE1-F839-41BB-A69E-ABC7FEB7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252EA76-4EC0-4DF4-821F-A966412E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6209517-316D-4962-93EE-47C19588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交换之后会发生什么？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22A896F8-99B7-4BF1-88AE-B139156B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x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y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E978B0AC-1EB5-4763-8690-77999E33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swap1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(x, 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C40CB42-F9A8-4F93-9A41-ABA97D7E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x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 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y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57774A44-B106-4B82-90CB-4E1B54EC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先留下你的预测，稍后回来验证</a:t>
            </a:r>
          </a:p>
        </p:txBody>
      </p:sp>
    </p:spTree>
    <p:extLst>
      <p:ext uri="{BB962C8B-B14F-4D97-AF65-F5344CB8AC3E}">
        <p14:creationId xmlns:p14="http://schemas.microsoft.com/office/powerpoint/2010/main" val="2986390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6CC48690-6D30-482F-B8FE-8EA26352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1BAC0D0-4DB2-43E6-8548-426635F9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E5F1089-021B-4604-9D3F-2D63DE89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函数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95E3F307-7A1B-4385-81A1-778DA351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调用表达式怎样得到一个结果</a:t>
            </a:r>
          </a:p>
        </p:txBody>
      </p:sp>
    </p:spTree>
    <p:extLst>
      <p:ext uri="{BB962C8B-B14F-4D97-AF65-F5344CB8AC3E}">
        <p14:creationId xmlns:p14="http://schemas.microsoft.com/office/powerpoint/2010/main" val="120317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836F7426-0D42-4E79-B97C-0A7BBDFB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2104AC6B-12F0-4BF8-B4EC-A0D199C1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84834E6-8A19-4B2E-8E46-6F1664DD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test_add 的接口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9CB1C5D3-2BA9-4351-BAFB-20194BFA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test_add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a,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788DF69-8E92-4F72-AD09-8EA6C14A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sum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a + b;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DBEA422-F528-4A60-9E62-7F64D3C6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return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sum;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46F68FF0-CA02-4A36-9530-5BB1B3F4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5B1CA96C-7BA7-4879-87F7-131C0B51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7DAFC20A-2195-4C65-884F-633BA151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result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test_add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E1A6E063-896B-47C2-B2A6-9147EB7C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参数 a、b 得到 1、2，result 得到 3</a:t>
            </a:r>
          </a:p>
        </p:txBody>
      </p:sp>
    </p:spTree>
    <p:extLst>
      <p:ext uri="{BB962C8B-B14F-4D97-AF65-F5344CB8AC3E}">
        <p14:creationId xmlns:p14="http://schemas.microsoft.com/office/powerpoint/2010/main" val="18395458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6A5ABF5F-4348-4188-8871-D4E0423D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6AA4003-4B08-43BB-A145-A861B78E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ADE95E2-08E9-4AEC-9EC9-9FE29D56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一次调用的局部状态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6AD86EA-3537-4782-9EF4-3AD37321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call                a    b    sum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AA0ADA35-EE2B-413C-A082-C4B7F8F5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test_add(1, 2)      1    2      3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D95E700-F353-44AB-B087-508F3AC6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return 3           local objects end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FA852FDC-47F1-47D6-B18C-362232D1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caller             result = 3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6CBFA13D-81E2-4077-9A62-BB00457C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返回的是结果值，局部变量不会变成全局变量</a:t>
            </a:r>
          </a:p>
        </p:txBody>
      </p:sp>
    </p:spTree>
    <p:extLst>
      <p:ext uri="{BB962C8B-B14F-4D97-AF65-F5344CB8AC3E}">
        <p14:creationId xmlns:p14="http://schemas.microsoft.com/office/powerpoint/2010/main" val="3399418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E7D7010A-95E9-47E9-A97E-B1208C6A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FF684FC-2884-4FFD-8C9E-3B3ACB45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2D745BF4-A3DC-4B9B-A5C0-516ADAE2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输出与返回值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ADD7EDA0-CA87-47F7-9FE7-F72CDD0B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test_add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a,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2A282D93-D78A-4878-85EC-1BF37BD1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"adding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0C829679-0910-4203-9715-FE8467D3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return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 + 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1D42CAD6-690B-4CE9-B227-92E23538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5B4D54FD-7C81-4AE7-BDC1-5C43D75C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CEEA56BD-D15C-494C-B287-D4752949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result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test_add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EB67CF66-454F-4B8C-8713-2877CBFC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屏幕输出 adding，变量 result 得到 5</a:t>
            </a:r>
          </a:p>
        </p:txBody>
      </p:sp>
    </p:spTree>
    <p:extLst>
      <p:ext uri="{BB962C8B-B14F-4D97-AF65-F5344CB8AC3E}">
        <p14:creationId xmlns:p14="http://schemas.microsoft.com/office/powerpoint/2010/main" val="859872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B3B7FB3E-53B9-42AC-935A-4C9CA79C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8D1E265-FEA7-4964-9278-6FA2284E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7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1EDA4B44-7381-4E3F-BE3B-8E9F3E87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返回值可以继续参与表达式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1ABDCF3-221E-40BD-857D-2745FCFF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total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test_add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*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DBA287F6-7E9A-4CD6-96A1-2A855236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total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ue-1">
            <a:extLst xmlns:a="http://schemas.openxmlformats.org/drawingml/2006/main">
              <a:ext uri="{FF2B5EF4-FFF2-40B4-BE49-F238E27FC236}">
                <a16:creationId xmlns:a16="http://schemas.microsoft.com/office/drawing/2014/main" id="{638FB485-63CF-4651-AFF7-85B250B4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先得到 5，再乘 10，最后输出 50</a:t>
            </a:r>
          </a:p>
        </p:txBody>
      </p:sp>
    </p:spTree>
    <p:extLst>
      <p:ext uri="{BB962C8B-B14F-4D97-AF65-F5344CB8AC3E}">
        <p14:creationId xmlns:p14="http://schemas.microsoft.com/office/powerpoint/2010/main" val="3908278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D83F840B-721F-4A39-869E-4E1B5BF6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6B69BDE-B1F1-4C3C-9584-53757F31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8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26B6F79F-E5D9-450C-B8D6-6A6810A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声明、定义与 void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6E50AE7F-CA57-4F7E-93AC-1C1E49EC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test_add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a,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C12019EB-D2C1-4449-BDD5-1E00832A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27DEDC7D-9542-4C43-A6F0-1C2884D6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hello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987A1B87-609A-4498-B4EA-1DA75ECC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"Hello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12DFB3C8-A8C9-4C47-81DB-8578AF6F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2CA7F829-8136-47EB-860B-356FF80E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声明提供接口，定义提供函数体</a:t>
            </a:r>
          </a:p>
        </p:txBody>
      </p:sp>
      <p:sp>
        <p:nvSpPr>
          <p:cNvPr id="10" name="cue-2">
            <a:extLst xmlns:a="http://schemas.openxmlformats.org/drawingml/2006/main">
              <a:ext uri="{FF2B5EF4-FFF2-40B4-BE49-F238E27FC236}">
                <a16:creationId xmlns:a16="http://schemas.microsoft.com/office/drawing/2014/main" id="{4FD9CDE8-8707-46DC-B347-5FE245E7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void 表示没有返回值</a:t>
            </a:r>
          </a:p>
        </p:txBody>
      </p:sp>
    </p:spTree>
    <p:extLst>
      <p:ext uri="{BB962C8B-B14F-4D97-AF65-F5344CB8AC3E}">
        <p14:creationId xmlns:p14="http://schemas.microsoft.com/office/powerpoint/2010/main" val="18743422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ABD78EF7-83A8-45E4-85DA-F7F85D01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05C4BBB-0E80-4373-8328-A9CAD233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9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2A5CADB-B79E-4102-B99D-FC83197D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同名局部变量互不干扰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6FBDDE2-831A-4011-AC8B-7D86D6B6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change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value)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7A5908B-8B9D-408E-B229-9D6EB5E9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value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99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A97BA44-4A21-4CA7-8DBE-48798D4F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AF61F75D-4A56-4482-AE51-CABD57F8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82905E66-913F-4CE5-86DB-6466CD11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value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BFF14450-1A05-4961-8E39-5DB5CF51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change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(value)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75FE49E3-9DA5-4358-9BA2-8490705D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函数内外名字相同，也仍是不同对象</a:t>
            </a:r>
          </a:p>
        </p:txBody>
      </p:sp>
    </p:spTree>
    <p:extLst>
      <p:ext uri="{BB962C8B-B14F-4D97-AF65-F5344CB8AC3E}">
        <p14:creationId xmlns:p14="http://schemas.microsoft.com/office/powerpoint/2010/main" val="16704901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868FC220-9DED-4A8A-830F-D8B30014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E2F358CB-DC5A-462C-BAE5-19D389CE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10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A44FD8D-0FAF-4E84-AEAE-9C51153B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引用与指针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DCDB0E11-B0F3-4A4A-90F2-8E57CA0F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名字、地址和地址里的对象</a:t>
            </a:r>
          </a:p>
        </p:txBody>
      </p:sp>
    </p:spTree>
    <p:extLst>
      <p:ext uri="{BB962C8B-B14F-4D97-AF65-F5344CB8AC3E}">
        <p14:creationId xmlns:p14="http://schemas.microsoft.com/office/powerpoint/2010/main" val="1390822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B7C6B31D-7157-439E-98A3-E85AB6F1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0CA003B0-1E23-4BA5-B451-63C50583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2A8FB00-E837-4A92-889E-2167C760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引用是同一对象的别名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351C307-5B48-42B2-9851-681565B1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band1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"poppin party"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F0654DD9-FC00-44D5-A129-1B578B63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string&amp; live1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band1;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6EE236B6-ADBD-4CD6-9F16-BA3D4DDD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live1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"afterglow"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74EA0181-6C8C-4882-A328-7C651818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band1 现在是什么？</a:t>
            </a:r>
          </a:p>
        </p:txBody>
      </p:sp>
    </p:spTree>
    <p:extLst>
      <p:ext uri="{BB962C8B-B14F-4D97-AF65-F5344CB8AC3E}">
        <p14:creationId xmlns:p14="http://schemas.microsoft.com/office/powerpoint/2010/main" val="4163000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BD0E2AF2-139E-4F2E-B096-7565D7FF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8E19A7E6-2CDF-4BB7-9139-EFDC6691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191E12D-C4E9-477A-9730-C3C00D4F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引用赋值不会重新绑定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A3016A5-7D08-4762-A446-12376FCD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b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7B7B0F6-3E17-44DC-9764-997D7E18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r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a;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053D7AFA-9672-4A3A-B827-FDA27C93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r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C00023C2-6B9B-4C01-8DDB-6470C944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671CA310-29BA-483F-9AEB-D3D37484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最后 a=20、b=30、r=20</a:t>
            </a:r>
          </a:p>
        </p:txBody>
      </p:sp>
    </p:spTree>
    <p:extLst>
      <p:ext uri="{BB962C8B-B14F-4D97-AF65-F5344CB8AC3E}">
        <p14:creationId xmlns:p14="http://schemas.microsoft.com/office/powerpoint/2010/main" val="1564421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C7C6F5D6-9215-4F77-B29B-3AE0F516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33ECF44-0565-47BF-B060-61E18B20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F95E4AD-B031-404B-90B5-3F63C64B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指针保存地址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EAD5370-9DE4-4B43-B304-3B9CAAA6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string* anime1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&amp;band1;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D4A454DF-98ED-49BC-B608-66384E10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01490855-D3EA-4FAD-A021-7AF56B32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*anime1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5E981AE-26AB-4447-BC6C-6A4DEDA8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*anime1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"roselia"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D8771312-C275-47AE-BECE-0C062656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&amp;band1 取地址，*anime1 访问目标对象</a:t>
            </a:r>
          </a:p>
        </p:txBody>
      </p:sp>
    </p:spTree>
    <p:extLst>
      <p:ext uri="{BB962C8B-B14F-4D97-AF65-F5344CB8AC3E}">
        <p14:creationId xmlns:p14="http://schemas.microsoft.com/office/powerpoint/2010/main" val="16379496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AA0A5592-A2B3-4EE6-BE20-00C04512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2C81428-4670-4530-8FF3-D8872C2D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14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A6CE662-350B-4CB2-97DF-1FB4B6A1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声明、取地址与解引用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0F58475-1789-40BB-BB1C-FEDC126F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value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5B981C7-9579-4177-9B6E-126AF5CB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* 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&amp;value;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2E0E0D21-B7AF-4E47-9D07-AFB57120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1487B4F1-E6C0-47CD-A0E0-752D4B60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int*    : type of p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6C864BF1-E8E1-4080-BEE3-92E27DCF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&amp;value  : address of value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4472A32D-07C3-437A-A092-23B393C6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*p      :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 object at that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address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035A6827-7009-4C90-AD01-BA32E56B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同一个符号，先看它出现在哪种语法里</a:t>
            </a:r>
          </a:p>
        </p:txBody>
      </p:sp>
    </p:spTree>
    <p:extLst>
      <p:ext uri="{BB962C8B-B14F-4D97-AF65-F5344CB8AC3E}">
        <p14:creationId xmlns:p14="http://schemas.microsoft.com/office/powerpoint/2010/main" val="149262140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C6DF2D83-B502-4B46-A907-EDF9FFFA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CFED466-33C9-49A4-B30E-74A9D8CE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15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91C6544-8515-4EEE-8970-224F175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改指针与改目标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93FAFC8-8B76-4D81-AA9D-965EF6C2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a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"B"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0C9BCDD-93E7-413E-975E-DF9D98C7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string* 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&amp;a;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85B08AB-38EA-4526-BB70-DB995AF1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&amp;b;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92254F15-5076-45EC-8356-83B64E74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*p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"X"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64610BC1-3B57-4C2B-9F35-AFEA6AF9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 是 A，b 是 X</a:t>
            </a:r>
          </a:p>
        </p:txBody>
      </p:sp>
      <p:sp>
        <p:nvSpPr>
          <p:cNvPr id="9" name="cue-2">
            <a:extLst xmlns:a="http://schemas.openxmlformats.org/drawingml/2006/main">
              <a:ext uri="{FF2B5EF4-FFF2-40B4-BE49-F238E27FC236}">
                <a16:creationId xmlns:a16="http://schemas.microsoft.com/office/drawing/2014/main" id="{8B46AB13-B28B-4F8C-A945-BA4C4D33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 的地址值变了，随后写入新的目标</a:t>
            </a:r>
          </a:p>
        </p:txBody>
      </p:sp>
    </p:spTree>
    <p:extLst>
      <p:ext uri="{BB962C8B-B14F-4D97-AF65-F5344CB8AC3E}">
        <p14:creationId xmlns:p14="http://schemas.microsoft.com/office/powerpoint/2010/main" val="3947252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E2F9BFDC-5780-41B0-8951-5CA4A834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599B5EE-643B-4EEC-8AF4-03AB64E9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16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3E90934-225B-48EB-8207-B23AB234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空指针与有效期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AB917D98-633B-4A7C-AC0C-CD63E2BC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string* 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nullptr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EE99C18B-7B3B-4C5E-AEB4-CBD11301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(p !=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nullptr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F0ED171A-8863-47DC-B9A6-AD1D044B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*p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EEF85745-DA73-454C-A1F4-145BE567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907DB43B-27CA-4D9D-9F8B-5454C524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先确认目标存在，再解引用</a:t>
            </a:r>
          </a:p>
        </p:txBody>
      </p:sp>
    </p:spTree>
    <p:extLst>
      <p:ext uri="{BB962C8B-B14F-4D97-AF65-F5344CB8AC3E}">
        <p14:creationId xmlns:p14="http://schemas.microsoft.com/office/powerpoint/2010/main" val="5540356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C27673DD-4C83-448D-8314-FE3FF060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506E26C-D1A6-45CE-8022-3F0D6527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17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6FA1EE1-B029-45B7-8ACE-16083CE5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只读借用与生命周期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35B6D46-82C4-421F-9492-87839902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string&amp; view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band1;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5F4C9796-407B-4811-A018-14F72F49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string* ptr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&amp;band1;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6CC310FD-428A-4FC2-9EEE-703AC319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15FE6213-8C25-4EAC-B401-B6D5749B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view = "X"; // not allowed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7271F94B-8F33-4805-A4FA-C444F1FE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*ptr = "X"; // not allowed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A8B532A4-5386-4908-85ED-AF3D025E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const 限制这条访问路径的修改能力</a:t>
            </a:r>
          </a:p>
        </p:txBody>
      </p:sp>
      <p:sp>
        <p:nvSpPr>
          <p:cNvPr id="10" name="cue-2">
            <a:extLst xmlns:a="http://schemas.openxmlformats.org/drawingml/2006/main">
              <a:ext uri="{FF2B5EF4-FFF2-40B4-BE49-F238E27FC236}">
                <a16:creationId xmlns:a16="http://schemas.microsoft.com/office/drawing/2014/main" id="{067708E1-16A5-403C-874D-260AFE97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借用者使用时，原对象必须仍然有效</a:t>
            </a:r>
          </a:p>
        </p:txBody>
      </p:sp>
    </p:spTree>
    <p:extLst>
      <p:ext uri="{BB962C8B-B14F-4D97-AF65-F5344CB8AC3E}">
        <p14:creationId xmlns:p14="http://schemas.microsoft.com/office/powerpoint/2010/main" val="15941163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820EF893-FF01-4334-ACF5-3249F018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690233E-1799-4B0A-8BE8-2E2B298A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18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4EF2B5F7-D80E-4D55-978E-15075DBD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练习：追踪同一份数据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9FB1ED1-B56B-455D-A959-BF5AA065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392F0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 a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FFAB7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, b = </a:t>
            </a:r>
            <a:r>
              <a:rPr sz="2250">
                <a:solidFill>
                  <a:srgbClr val="FFAB70"/>
                </a:solidFill>
                <a:latin typeface="Menlo"/>
                <a:ea typeface="Menlo"/>
                <a:cs typeface="Menlo"/>
              </a:rPr>
              <a:t>20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DC1E502-55DC-406A-90CF-F5019EC2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392F0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&amp; r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a;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3A20286-5BC9-401A-B225-5C75ACE2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392F0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* p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&amp;b;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32364365-56D2-49E5-AF4C-F2298AC3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r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FFAB70"/>
                </a:solidFill>
                <a:latin typeface="Menlo"/>
                <a:ea typeface="Menlo"/>
                <a:cs typeface="Menlo"/>
              </a:rPr>
              <a:t>11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8A5C74CC-3D7E-47BD-B933-17347844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*p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r;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64CD0B8A-8A07-4E14-A0CA-BE49494C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p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&amp;a;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FC3714D4-320A-4D1B-81D3-B041605C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最后 a、b、r、*p 分别是多少？</a:t>
            </a:r>
          </a:p>
        </p:txBody>
      </p:sp>
    </p:spTree>
    <p:extLst>
      <p:ext uri="{BB962C8B-B14F-4D97-AF65-F5344CB8AC3E}">
        <p14:creationId xmlns:p14="http://schemas.microsoft.com/office/powerpoint/2010/main" val="110292927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7B27A94A-9696-4F7B-AF1C-F1700E04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E14ABEA9-B354-48FF-ACC8-AA754AC1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19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3FA7A00-CA8A-4DBE-B4A7-75928C72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追踪题的逐行结果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6114EF1-F1AF-4C6D-B364-5B4F5B4F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operation     a    b    r    *p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F445825C-7FDF-4A09-B1C5-A839D160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r = 11       11   20   11    20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CE7BE7C-2A1C-473F-942F-E61CE8F9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*p = r       11   11   11    11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548C663-55E6-4ED5-8586-507109ED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p = &amp;a       11   11   11    11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97116747-960D-41DF-A889-89B7C30B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最后一行改变了指针的目标，没有给 a 或 b 赋值</a:t>
            </a:r>
          </a:p>
        </p:txBody>
      </p:sp>
    </p:spTree>
    <p:extLst>
      <p:ext uri="{BB962C8B-B14F-4D97-AF65-F5344CB8AC3E}">
        <p14:creationId xmlns:p14="http://schemas.microsoft.com/office/powerpoint/2010/main" val="3634112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284100CC-9427-4993-A8BD-4FA07CC0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5BCCB7C-223A-4B29-857E-72DB8A2D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20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23CFD9C-8F96-4262-AC14-22D75986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交换实验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C6B8BC8A-442D-4171-865E-7AD21913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参数的类型决定函数能访问哪份数据</a:t>
            </a:r>
          </a:p>
        </p:txBody>
      </p:sp>
    </p:spTree>
    <p:extLst>
      <p:ext uri="{BB962C8B-B14F-4D97-AF65-F5344CB8AC3E}">
        <p14:creationId xmlns:p14="http://schemas.microsoft.com/office/powerpoint/2010/main" val="47976078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">
            <a:extLst xmlns:a="http://schemas.openxmlformats.org/drawingml/2006/main">
              <a:ext uri="{FF2B5EF4-FFF2-40B4-BE49-F238E27FC236}">
                <a16:creationId xmlns:a16="http://schemas.microsoft.com/office/drawing/2014/main" id="{1BB63D33-0BE7-45BA-A14B-A1983CB0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6C01975-1E9F-44B1-83F0-79AC42EC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E676CC9-B1D6-476F-92B3-5B4FAD9D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swap1 交换的是副本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98185D08-7A1F-4DFC-A6D1-B6D15B17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swap1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a,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08F7FCD-04CF-4D0D-9CDE-51DD86B7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temp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a;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FB72F6E-8190-4644-9427-40BBE729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356BAD36-C82C-40E9-ABF3-271CC22E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temp;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E906C678-FE63-43FB-A509-DFC30D09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3D0365B8-79AE-44AD-9517-97272D81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FF8E4BD9-B7ED-43C4-8D16-052E47AD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swap1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(x, 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0CB5B021-30BE-4846-AB98-5C0C1144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调用者 x=10、y=20</a:t>
            </a:r>
          </a:p>
        </p:txBody>
      </p:sp>
      <p:sp>
        <p:nvSpPr>
          <p:cNvPr id="12" name="cue-2">
            <a:extLst xmlns:a="http://schemas.openxmlformats.org/drawingml/2006/main">
              <a:ext uri="{FF2B5EF4-FFF2-40B4-BE49-F238E27FC236}">
                <a16:creationId xmlns:a16="http://schemas.microsoft.com/office/drawing/2014/main" id="{A7D8523D-D6A1-4FDB-B119-F00C0E86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函数内部 a=20、b=10</a:t>
            </a:r>
          </a:p>
        </p:txBody>
      </p:sp>
    </p:spTree>
    <p:extLst>
      <p:ext uri="{BB962C8B-B14F-4D97-AF65-F5344CB8AC3E}">
        <p14:creationId xmlns:p14="http://schemas.microsoft.com/office/powerpoint/2010/main" val="8827957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1A77B0F4-922F-4A5A-9917-38627782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DF2DF8E0-0DD6-445A-8959-83E471C7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CAE9294-F4B4-4D65-86C8-41427FCD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swap1 的状态轨迹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C58855B-14FB-4F2B-9143-34EF8096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step        x    y    a    b    temp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66D0367-A709-4C9E-B53A-BF500B25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call       10   20   10   20      -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A260B36-B2F1-4D48-B755-8B2AE670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temp=a     10   20   10   20     10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96C3FBB-1B5E-425C-A801-7835541B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a=b        10   20   20   20     10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E5853376-668F-4517-8854-964AD308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b=temp     10   20   20   10     10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25872433-12CB-445B-A03C-AA93E657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x、y 从头到尾没有被写入</a:t>
            </a:r>
          </a:p>
        </p:txBody>
      </p:sp>
    </p:spTree>
    <p:extLst>
      <p:ext uri="{BB962C8B-B14F-4D97-AF65-F5344CB8AC3E}">
        <p14:creationId xmlns:p14="http://schemas.microsoft.com/office/powerpoint/2010/main" val="15691096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4B3F4E69-EA99-4749-BF64-8328621D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05B4072B-A1B2-4C53-AD34-56E2114C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07A6F8D-02F0-437F-9D45-291E8B75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swap2 通过地址写回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A3E3357-056F-4D9E-80AE-E75B7FB5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swap2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* a,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* b)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4C3E0B7-EAE8-4301-90F1-71CE0117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temp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*a;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536B21A-62F8-4B5B-8B01-C1AA6128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*a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*b;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664DDFA-9D9B-4385-AF5D-E09CB586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*b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temp;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C83F0B7A-EDAA-4FFC-AFF1-1654EBA2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123364AE-2F09-41A4-9C1F-9304B4D4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8BCC5857-4B92-4537-A952-937CB50F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swap2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(&amp;x, &amp;y)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EDA1B1C2-7E44-406C-9A05-AA8B14CA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参数复制的是地址，*a 和 *b 指向原对象</a:t>
            </a:r>
          </a:p>
        </p:txBody>
      </p:sp>
    </p:spTree>
    <p:extLst>
      <p:ext uri="{BB962C8B-B14F-4D97-AF65-F5344CB8AC3E}">
        <p14:creationId xmlns:p14="http://schemas.microsoft.com/office/powerpoint/2010/main" val="17773123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44ABDBA6-E679-458B-8FD4-A29CEADE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27FAF089-76AB-42ED-8AAF-9E952B4D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24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4EAD7B9-D4F3-44F4-BB31-ED861118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swap2 的状态轨迹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84D27C9B-0A80-4549-B63F-BC1F990C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step          target of a   target of b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826D579-6AEF-47BA-A064-75D466A2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call              x=10          y=20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9D562A7-DB03-458F-BE68-9EDC91C7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temp=*a           x=10          y=20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E31E1D9-9FB8-462D-B2B1-C12951FF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*a=*b             x=20          y=20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7998ACFC-E72E-41F6-A003-311774D7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*b=temp           x=20          y=10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53C29ECD-2DC2-45A9-9433-0BB7801F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指针本身是副本，写入目标仍是调用者的对象</a:t>
            </a:r>
          </a:p>
        </p:txBody>
      </p:sp>
    </p:spTree>
    <p:extLst>
      <p:ext uri="{BB962C8B-B14F-4D97-AF65-F5344CB8AC3E}">
        <p14:creationId xmlns:p14="http://schemas.microsoft.com/office/powerpoint/2010/main" val="204365705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10CF26E8-5D8F-46BC-9068-BCC38154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E72CF25-E733-4F2D-A90B-038B3496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25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5F4428F-C513-4220-82A8-C3C29A9D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引用参数的交换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B75E40A-78B4-4500-9AAF-6D517DE0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swap_ref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a,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b)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AF2D79D3-80A5-48A9-943F-94C241D1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temp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a;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8E3C79A-1106-4DCC-B67A-D1DD2436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773DB104-E5B8-4A43-BABA-8297B04F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temp;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661E3C5B-02AB-41BD-B089-8932FFF9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DB3F4641-3A6B-4507-A314-2853E6C1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B34ABD3D-DC9B-4346-93C9-CF3382C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swap_ref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(x, 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3F90736B-B928-4B19-8C77-A5ABB1DC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a、b 直接成为 x、y 的别名</a:t>
            </a:r>
          </a:p>
        </p:txBody>
      </p:sp>
    </p:spTree>
    <p:extLst>
      <p:ext uri="{BB962C8B-B14F-4D97-AF65-F5344CB8AC3E}">
        <p14:creationId xmlns:p14="http://schemas.microsoft.com/office/powerpoint/2010/main" val="141450631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6C0B6EED-D5C1-495B-ADD0-B6B06F67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897B1B9-B8E6-46F9-B858-0D8961E5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26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FD3F92E-E26E-434C-A8BB-AC8D4464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三种参数接口的选择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122474A-96B9-4FCA-A350-56B37A7B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value)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independent copy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5D8F196B-9F3D-4D4F-8333-67D4BE1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value)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may modify caller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2D5E12DA-3031-48E7-8BA7-86C1A5CA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value)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read-only borrow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523E1575-D985-4067-AF9D-D865F8E0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* value)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pointer value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6310E1F9-A173-4E22-A1B5-74AEC4F7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接口应说明是否修改、是否允许没有对象</a:t>
            </a:r>
          </a:p>
        </p:txBody>
      </p:sp>
    </p:spTree>
    <p:extLst>
      <p:ext uri="{BB962C8B-B14F-4D97-AF65-F5344CB8AC3E}">
        <p14:creationId xmlns:p14="http://schemas.microsoft.com/office/powerpoint/2010/main" val="36641496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0396C828-C835-4A96-A547-5937E0A7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B74069B-D96B-4D16-8FE8-628AE9DF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27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6CA4C6DE-BC50-412C-B1F9-CB4EF93B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练习：修复不能写回的函数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F572922-DD68-42A1-AF6B-94C92CA8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392F0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B392F0"/>
                </a:solidFill>
                <a:latin typeface="Menlo"/>
                <a:ea typeface="Menlo"/>
                <a:cs typeface="Menlo"/>
              </a:rPr>
              <a:t>add_bonus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B392F0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 score)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58D3C4D8-6CBB-41E1-833F-A8C0B0A8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    score +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FFAB7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F0F0EB60-EB5F-4CEC-956F-63301278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EEEEEE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50EEB3CD-FDB8-4A9A-9D4F-D38E2B56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要求调用 add_bonus(score) 后，原分数增加 5</a:t>
            </a:r>
          </a:p>
        </p:txBody>
      </p:sp>
      <p:sp>
        <p:nvSpPr>
          <p:cNvPr id="8" name="cue-2">
            <a:extLst xmlns:a="http://schemas.openxmlformats.org/drawingml/2006/main">
              <a:ext uri="{FF2B5EF4-FFF2-40B4-BE49-F238E27FC236}">
                <a16:creationId xmlns:a16="http://schemas.microsoft.com/office/drawing/2014/main" id="{B97BA392-CC41-4FED-8F13-02742D31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你只需要改哪里？</a:t>
            </a:r>
          </a:p>
        </p:txBody>
      </p:sp>
    </p:spTree>
    <p:extLst>
      <p:ext uri="{BB962C8B-B14F-4D97-AF65-F5344CB8AC3E}">
        <p14:creationId xmlns:p14="http://schemas.microsoft.com/office/powerpoint/2010/main" val="138949482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">
            <a:extLst xmlns:a="http://schemas.openxmlformats.org/drawingml/2006/main">
              <a:ext uri="{FF2B5EF4-FFF2-40B4-BE49-F238E27FC236}">
                <a16:creationId xmlns:a16="http://schemas.microsoft.com/office/drawing/2014/main" id="{5B83F8C8-81E9-491E-B496-BABC71E1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F4B9B60-F7C5-40BF-BAD0-11106BF3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28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10B1AE88-7238-4E80-BD96-92168B6A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修改原对象与返回新值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6AACD4EC-FA64-430B-991F-D434C157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add_bonus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score)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157BAC0-B77A-4B9B-B44F-F39A790D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score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962AD232-5BCF-4338-BEA7-222CB14A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48FD44CD-2577-4E69-9563-2F265C47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76CB0E06-AE1F-4EDD-9E24-BB111A35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with_bonus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83942D03-3ED7-42C9-B024-4A55A953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return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+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582419F2-EAC8-4F95-9971-1802DBE2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205F87C8-4CE0-4B8D-85F2-0E0D4F51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add_bonus(score) 直接修改</a:t>
            </a:r>
          </a:p>
        </p:txBody>
      </p:sp>
      <p:sp>
        <p:nvSpPr>
          <p:cNvPr id="12" name="cue-2">
            <a:extLst xmlns:a="http://schemas.openxmlformats.org/drawingml/2006/main">
              <a:ext uri="{FF2B5EF4-FFF2-40B4-BE49-F238E27FC236}">
                <a16:creationId xmlns:a16="http://schemas.microsoft.com/office/drawing/2014/main" id="{0FE88E47-5455-43C1-8E82-18D3B513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score = with_bonus(score) 显式接收新值</a:t>
            </a:r>
          </a:p>
        </p:txBody>
      </p:sp>
    </p:spTree>
    <p:extLst>
      <p:ext uri="{BB962C8B-B14F-4D97-AF65-F5344CB8AC3E}">
        <p14:creationId xmlns:p14="http://schemas.microsoft.com/office/powerpoint/2010/main" val="90230448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F6E779CC-4239-4BA8-ADC5-CF53337C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50630FB-22B5-4CA2-84D8-40A59C55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29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7628392-D674-40AE-8E8F-E2E57DBA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课间休息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7811C082-8DBE-4C67-9C1E-C75894A1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10 分钟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DBF421AD-1836-413C-9E8E-B4F8E09D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5305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回来后扩展 Band，再一起追踪完整程序</a:t>
            </a:r>
          </a:p>
        </p:txBody>
      </p:sp>
    </p:spTree>
    <p:extLst>
      <p:ext uri="{BB962C8B-B14F-4D97-AF65-F5344CB8AC3E}">
        <p14:creationId xmlns:p14="http://schemas.microsoft.com/office/powerpoint/2010/main" val="21348452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7E86280F-61CF-40ED-A353-F89C6FB7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A37C1DD-FFDB-4DF8-ABF8-A1E06DB4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30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F9FCA0F-56DB-495F-A90F-546BC27D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Band：数据与行为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16DD4747-AC9C-4085-9518-D8845333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同一支乐队有自己的成员和操作</a:t>
            </a:r>
          </a:p>
        </p:txBody>
      </p:sp>
    </p:spTree>
    <p:extLst>
      <p:ext uri="{BB962C8B-B14F-4D97-AF65-F5344CB8AC3E}">
        <p14:creationId xmlns:p14="http://schemas.microsoft.com/office/powerpoint/2010/main" val="202311357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">
            <a:extLst xmlns:a="http://schemas.openxmlformats.org/drawingml/2006/main">
              <a:ext uri="{FF2B5EF4-FFF2-40B4-BE49-F238E27FC236}">
                <a16:creationId xmlns:a16="http://schemas.microsoft.com/office/drawing/2014/main" id="{A8A5FDB7-4CF1-41E0-B6DB-CC91DAF4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8C23159-EB70-457A-9F8F-48D05BE6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A065BF6-3BC2-46BB-BCAD-09E436F6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从记录到 Band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AE610C90-1492-4D0A-8A60-5210FDBF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class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2AD2AE4F-AA43-4008-95DB-34B3F5FF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private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2BFFADB-A382-428E-81ED-A168268B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keyboard;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8F6C7AB-FB3E-4245-B3E7-DB7E907E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public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A183EF70-95A3-4DAE-ACEA-0D3C49F8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set_keyboard_anon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15FE45A0-421E-44AE-8C75-75B8A44C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keyboard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A9BBA103-56B7-454F-87EC-908D89F4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}</a:t>
            </a:r>
          </a:p>
        </p:txBody>
      </p:sp>
      <p:sp>
        <p:nvSpPr>
          <p:cNvPr id="11" name="code-8">
            <a:extLst xmlns:a="http://schemas.openxmlformats.org/drawingml/2006/main">
              <a:ext uri="{FF2B5EF4-FFF2-40B4-BE49-F238E27FC236}">
                <a16:creationId xmlns:a16="http://schemas.microsoft.com/office/drawing/2014/main" id="{C671F277-73C9-48F7-842E-6D6287FA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291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12" name="cue-1">
            <a:extLst xmlns:a="http://schemas.openxmlformats.org/drawingml/2006/main">
              <a:ext uri="{FF2B5EF4-FFF2-40B4-BE49-F238E27FC236}">
                <a16:creationId xmlns:a16="http://schemas.microsoft.com/office/drawing/2014/main" id="{08F314DC-760B-45DC-BC9E-4B564EEA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外部通过公开方法改变内部状态</a:t>
            </a:r>
          </a:p>
        </p:txBody>
      </p:sp>
    </p:spTree>
    <p:extLst>
      <p:ext uri="{BB962C8B-B14F-4D97-AF65-F5344CB8AC3E}">
        <p14:creationId xmlns:p14="http://schemas.microsoft.com/office/powerpoint/2010/main" val="184641121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DF0616FE-D28C-42D0-B13A-4C5F8C03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7826A42-D522-4B57-8F05-48D77600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01350CE-10AB-48BF-89F9-64E36DF7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五个字段属于同一支乐队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C1EAEBC-46AC-4595-899A-B7288173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guitar    mutsumi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43B7B52-42B4-4B45-9CFB-3249B8F2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vocal     hatsune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4A5CADD-F4E7-40A5-AF16-6D8F1BC6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drum      nyamu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445A6DD9-A90E-4B8F-B0CC-C6EE0C49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bass      umiri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D447D25E-6686-41C3-B83B-42E940A6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keyboard  saki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7A566340-35E9-404F-A529-3278FC37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字段名属于类型，每个对象保存自己的一组值</a:t>
            </a:r>
          </a:p>
        </p:txBody>
      </p:sp>
    </p:spTree>
    <p:extLst>
      <p:ext uri="{BB962C8B-B14F-4D97-AF65-F5344CB8AC3E}">
        <p14:creationId xmlns:p14="http://schemas.microsoft.com/office/powerpoint/2010/main" val="18311403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2B11D458-E3C2-486F-AAF4-B73D2440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2BD0089B-33A2-4F80-BC99-8F22896D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0AECDB5-D3C9-47D6-A318-C3C1F7E6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对象各自保存状态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9C12C546-C50F-443B-9CDE-40A0CB9A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 a;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8444C62-18C1-4EAA-A0C5-D80315CC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 b;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1F9BA11-9214-415C-BAF5-9746AC45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set_keyboard_anon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FBE60EBF-11E0-4EB9-B498-01AB7E87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 的变化会自动影响 b 吗？</a:t>
            </a:r>
          </a:p>
        </p:txBody>
      </p:sp>
    </p:spTree>
    <p:extLst>
      <p:ext uri="{BB962C8B-B14F-4D97-AF65-F5344CB8AC3E}">
        <p14:creationId xmlns:p14="http://schemas.microsoft.com/office/powerpoint/2010/main" val="10038488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D54AA34A-2CFB-4219-B56A-8B9C3A26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1E2E231-27A5-4971-A2BB-A0A97192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34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1A5D1E4D-0F78-4624-B68E-7B67EB34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两个对象的独立状态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F7853A4-1745-4818-AB3D-1678BC03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before       a.keyboard=""   b.keyboard=""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AF3EC766-AF2F-433F-BE0F-75E1C265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a.set_keyboard_anon()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C16A7BD-BD58-4191-8E37-80A3277B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after        a.keyboard="anon"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CC920CDD-F845-4A3E-8A57-61DA57A2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           b.keyboard=""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223460F2-8BBF-459E-A6AC-9E86EF74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相同成员名，不代表同一份存储</a:t>
            </a:r>
          </a:p>
        </p:txBody>
      </p:sp>
    </p:spTree>
    <p:extLst>
      <p:ext uri="{BB962C8B-B14F-4D97-AF65-F5344CB8AC3E}">
        <p14:creationId xmlns:p14="http://schemas.microsoft.com/office/powerpoint/2010/main" val="34856691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3DFFE3FB-87EC-4181-A708-39159A5F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1F5C11B6-623B-46F0-BFA9-4C273AB0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35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20D3653-9D51-445F-BFFD-B88DD2D3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private 与 public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9FD8CB8-2478-42C2-9B19-1596FB10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a.keyboard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error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FC7EDCF-4793-4B22-AF97-99547FD8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set_keyboard_anon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OK</a:t>
            </a:r>
          </a:p>
        </p:txBody>
      </p:sp>
      <p:sp>
        <p:nvSpPr>
          <p:cNvPr id="6" name="cue-1">
            <a:extLst xmlns:a="http://schemas.openxmlformats.org/drawingml/2006/main">
              <a:ext uri="{FF2B5EF4-FFF2-40B4-BE49-F238E27FC236}">
                <a16:creationId xmlns:a16="http://schemas.microsoft.com/office/drawing/2014/main" id="{6BBD8F1C-D895-42F9-BE46-7CEEAED2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成员方法可以访问自己的 private 成员</a:t>
            </a:r>
          </a:p>
        </p:txBody>
      </p:sp>
    </p:spTree>
    <p:extLst>
      <p:ext uri="{BB962C8B-B14F-4D97-AF65-F5344CB8AC3E}">
        <p14:creationId xmlns:p14="http://schemas.microsoft.com/office/powerpoint/2010/main" val="97497450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44950B9A-F1D6-4913-9CAF-4D0F2572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61DA577-B909-444C-BBEB-1ACC7CF3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36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E0DFDE2-5E7D-43B5-92E3-132379ED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封装提供统一的修改入口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CC64E89-F697-49F3-B2B9-551A4E19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set_keyboard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std::string&amp; name)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6B18189-F319-4437-8D7F-B9925671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(name.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empty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return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87D3E0F-9957-4437-B67F-722E5DD5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keyboard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name;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71A3362C-7F90-4E0C-A236-1A734C2D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049A177C-1BAC-420D-9F23-49DFBEDC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调用者提出修改，类决定是否接受</a:t>
            </a:r>
          </a:p>
        </p:txBody>
      </p:sp>
    </p:spTree>
    <p:extLst>
      <p:ext uri="{BB962C8B-B14F-4D97-AF65-F5344CB8AC3E}">
        <p14:creationId xmlns:p14="http://schemas.microsoft.com/office/powerpoint/2010/main" val="5849378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80B060D5-4672-4BB2-A1F3-F627E66F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EB59928-8E0A-4C6D-95DB-7E669E90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37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1B0F4663-F66F-4765-84A2-A1E87103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构造函数给对象初始状态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6171C894-38AA-43ED-878A-91120475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(std::string key)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BD91D5E-1C58-4E94-B9B0-22E66D8B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keyboard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key;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7C9E74A-ABED-42A3-8A98-C5978820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3176616-82B3-4417-BEFC-2B90E4A1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B8938A1F-D429-4FF2-8996-83CD7BE6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a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D7EA2BBE-1C7B-4CE1-9C59-F113FA58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名称与类相同，不写返回类型</a:t>
            </a:r>
          </a:p>
        </p:txBody>
      </p:sp>
    </p:spTree>
    <p:extLst>
      <p:ext uri="{BB962C8B-B14F-4D97-AF65-F5344CB8AC3E}">
        <p14:creationId xmlns:p14="http://schemas.microsoft.com/office/powerpoint/2010/main" val="95501286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86D5D3BD-3705-47DC-BC30-7A842989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02BFEC3-0CBB-41AA-9E4F-EBBF71E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38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5E08293-E6D0-4317-9C92-125784FD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有参构造与默认构造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38AEC93-E152-42CC-86A4-E4EDFDDD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a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OK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 in the reduced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class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E13A2DE-FC69-4A75-972B-A521D526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Band b;      // no matching constructor</a:t>
            </a:r>
          </a:p>
        </p:txBody>
      </p:sp>
      <p:sp>
        <p:nvSpPr>
          <p:cNvPr id="6" name="cue-1">
            <a:extLst xmlns:a="http://schemas.openxmlformats.org/drawingml/2006/main">
              <a:ext uri="{FF2B5EF4-FFF2-40B4-BE49-F238E27FC236}">
                <a16:creationId xmlns:a16="http://schemas.microsoft.com/office/drawing/2014/main" id="{ACBC6084-0B37-49FA-8A99-8412B493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声明了这个有参构造后，编译器不会再隐式生成默认构造</a:t>
            </a:r>
          </a:p>
        </p:txBody>
      </p:sp>
    </p:spTree>
    <p:extLst>
      <p:ext uri="{BB962C8B-B14F-4D97-AF65-F5344CB8AC3E}">
        <p14:creationId xmlns:p14="http://schemas.microsoft.com/office/powerpoint/2010/main" val="187051357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A9F18F2A-5037-4F27-905C-986310EB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B2EB0CFC-5924-4F5B-A216-37B720D1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39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B6EF99F-F213-40CD-9C80-E68DF310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成员初始化列表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AFFE39A-5CF0-4512-AEBD-093EFBDD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(std::string key)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CA5D3B69-FB67-4848-8F69-F5CECA52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: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keyboard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(key)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{}</a:t>
            </a:r>
          </a:p>
        </p:txBody>
      </p:sp>
      <p:sp>
        <p:nvSpPr>
          <p:cNvPr id="6" name="cue-1">
            <a:extLst xmlns:a="http://schemas.openxmlformats.org/drawingml/2006/main">
              <a:ext uri="{FF2B5EF4-FFF2-40B4-BE49-F238E27FC236}">
                <a16:creationId xmlns:a16="http://schemas.microsoft.com/office/drawing/2014/main" id="{B13144BC-8D8F-4C8A-9960-47DD44D6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keyboard 直接用 key 初始化</a:t>
            </a:r>
          </a:p>
        </p:txBody>
      </p:sp>
      <p:sp>
        <p:nvSpPr>
          <p:cNvPr id="7" name="cue-2">
            <a:extLst xmlns:a="http://schemas.openxmlformats.org/drawingml/2006/main">
              <a:ext uri="{FF2B5EF4-FFF2-40B4-BE49-F238E27FC236}">
                <a16:creationId xmlns:a16="http://schemas.microsoft.com/office/drawing/2014/main" id="{2350E3A8-03E0-49F6-AF07-36128014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成员按声明顺序初始化</a:t>
            </a:r>
          </a:p>
        </p:txBody>
      </p:sp>
    </p:spTree>
    <p:extLst>
      <p:ext uri="{BB962C8B-B14F-4D97-AF65-F5344CB8AC3E}">
        <p14:creationId xmlns:p14="http://schemas.microsoft.com/office/powerpoint/2010/main" val="193574228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EA202E6F-0E58-4B01-866B-4C319D9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A73908A-D495-4D8F-9488-2D860980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40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864EC52-A639-4F6B-BD1B-4972A465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声明顺序决定初始化顺序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D91352F-E0AC-4ACF-96ED-A63D57C6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class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Example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3DEAEA6-C482-44C1-ADC9-BDDA887D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first;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7CBDC57-7367-44C2-A687-0B97B085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second;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93612C38-BD77-4D4D-B645-B2C7CD43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public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18E3D43E-9262-4E0B-B7FA-ACB4AACB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Example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: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second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first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{}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69EFBEAF-E995-42CD-A423-71356D49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0565903A-8E28-43DE-AB12-5ACDDD8B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实际仍先 first，再 second</a:t>
            </a:r>
          </a:p>
        </p:txBody>
      </p:sp>
      <p:sp>
        <p:nvSpPr>
          <p:cNvPr id="11" name="cue-2">
            <a:extLst xmlns:a="http://schemas.openxmlformats.org/drawingml/2006/main">
              <a:ext uri="{FF2B5EF4-FFF2-40B4-BE49-F238E27FC236}">
                <a16:creationId xmlns:a16="http://schemas.microsoft.com/office/drawing/2014/main" id="{DE24047D-8622-4D98-B88A-7C0F5112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初始化列表按声明顺序写更清楚</a:t>
            </a:r>
          </a:p>
        </p:txBody>
      </p:sp>
    </p:spTree>
    <p:extLst>
      <p:ext uri="{BB962C8B-B14F-4D97-AF65-F5344CB8AC3E}">
        <p14:creationId xmlns:p14="http://schemas.microsoft.com/office/powerpoint/2010/main" val="167267763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06EBBC37-EF73-407B-A29A-99C7F3AE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C912056-E56E-42BC-9FC5-DAE26FC2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380EF6C-55BB-4144-9E27-69C07629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读方法与写方法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5E75AA17-5594-4523-973D-A7B7BAB2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63DFDD0-6E39-414D-B5AE-8271638B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keyboard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9EAA25B6-B1A2-48CC-B8FE-151BF3FE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9C6B0B25-CEFD-4E97-85F4-BD23313B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9AA79B44-A5AE-48D7-98E4-D0846A89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set_keyboard_anon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19B64321-DE00-4C3E-9D3F-4D8076B4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keyboard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8DCD704B-615F-4BE6-AE9D-7591B478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BF24F778-47BB-423D-813C-21F4C5BC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成员函数末尾的 const 承诺不修改普通成员</a:t>
            </a:r>
          </a:p>
        </p:txBody>
      </p:sp>
    </p:spTree>
    <p:extLst>
      <p:ext uri="{BB962C8B-B14F-4D97-AF65-F5344CB8AC3E}">
        <p14:creationId xmlns:p14="http://schemas.microsoft.com/office/powerpoint/2010/main" val="15785963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1985817F-6DE4-4D22-BA4C-4CA7FB93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1FA86D2-3975-49E2-86CD-BC81A383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1774B4B-6D5D-45D8-9374-F4BE3254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const 对象可以调用什么？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7F8C9B4-5E13-451A-99A9-43F0979E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Band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13A4429-96EB-49BB-855D-25F53A4D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OK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F90CB950-41DD-48B5-B1A0-22A2C8F0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band.set_keyboard_anon(); // error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DBF72AF2-D64E-4E55-8F99-A548E76C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只读承诺也成为调用接口的一部分</a:t>
            </a:r>
          </a:p>
        </p:txBody>
      </p:sp>
    </p:spTree>
    <p:extLst>
      <p:ext uri="{BB962C8B-B14F-4D97-AF65-F5344CB8AC3E}">
        <p14:creationId xmlns:p14="http://schemas.microsoft.com/office/powerpoint/2010/main" val="112379527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54DCDA33-4BAC-4710-851B-D2958C99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8128656-D7AB-4E80-8479-A8FCF6DC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43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1BA95F2-4780-44DB-8B33-147D5C7E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练习：独立完成一个 Band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53B09664-BBB5-4350-83DE-9086F2B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保留一个 private 字符串 keyboard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C8653A00-4151-49E7-A540-5BCB59FB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用构造函数接收初始值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F824BA9D-3611-4195-81B2-0F06C2E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提供只读打印和修改方法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BEFB4276-2059-4E23-B725-E2F64AE2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创建两个对象，验证只改动其中一个</a:t>
            </a:r>
          </a:p>
        </p:txBody>
      </p:sp>
    </p:spTree>
    <p:extLst>
      <p:ext uri="{BB962C8B-B14F-4D97-AF65-F5344CB8AC3E}">
        <p14:creationId xmlns:p14="http://schemas.microsoft.com/office/powerpoint/2010/main" val="115274652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512FEE52-7163-461E-9780-AA67D7D0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52920E8-9DA9-4781-9C9F-F1443F5A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44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EC8D021-7F7A-403B-B96C-B52C7B6A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Band 练习的验收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684A1BF6-48B5-4CCF-86F7-DCDB694F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 初值 saki，b 初值 eve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4D4109AA-778A-4861-8636-29058623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只修改 a 后，输出应为 anon / eve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FACBE66B-1D2D-48C5-930B-98DADB95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const 对象可以打印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4EED572A-DCD3-4265-9091-7F782DB6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类外直接写 keyboard 应编译失败</a:t>
            </a:r>
          </a:p>
        </p:txBody>
      </p:sp>
    </p:spTree>
    <p:extLst>
      <p:ext uri="{BB962C8B-B14F-4D97-AF65-F5344CB8AC3E}">
        <p14:creationId xmlns:p14="http://schemas.microsoft.com/office/powerpoint/2010/main" val="134287889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154EBF1F-8E76-4741-8529-25FF63DE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00975D7-7CC0-4D19-A56A-7935FE64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45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A7D9723-F755-466D-8DAA-20F1C9C9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完整 Band 的五个成员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04AD11B-4438-4E00-A3B7-1CF94876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ave_mujica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CB23BA04-778F-4C12-BD40-9A9F7798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"mutsumi"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"hatsune"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"nyamu"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F7C6B16-3C09-4BC2-8086-7B39E04E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"umiri"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"saki"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297A477-D469-46AC-B9FF-BBB0FCCD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F21C72D6-8730-46ED-A74F-A1DF180E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ave_mujica.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877E32FC-AA71-4103-BDBF-B62F9FA0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ave_mujica.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live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8F077C24-E21A-44AE-B0D1-6FD63568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guitar、vocal、drum、bass、keyboard</a:t>
            </a:r>
          </a:p>
        </p:txBody>
      </p:sp>
    </p:spTree>
    <p:extLst>
      <p:ext uri="{BB962C8B-B14F-4D97-AF65-F5344CB8AC3E}">
        <p14:creationId xmlns:p14="http://schemas.microsoft.com/office/powerpoint/2010/main" val="83650132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2F6D1CE6-E6A3-4C9D-B800-D071C63E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C4E203F-07DC-48E5-BAF5-4B5AC2AB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46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400C203-FEDC-44D7-A687-7C02828F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vector 存放多支乐队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D900333-DED6-4310-9233-21706F9E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vector&lt;Band&gt;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live_bands;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4A1D723-00D6-401E-8A91-29B40FB7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live_bands.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emplace_back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DE9DA35-4E81-43B2-883B-DE806ADA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"hina"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"aya"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"maya"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"chisato"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"eve"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D7BAFD3C-D120-4F6A-A859-A6F40E0E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live_bands.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emplace_back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108F27FB-ADF0-4B3C-88B4-7325D584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"sayo"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"yukina"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"ako"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"lisa"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"rinko"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35308ED9-795C-4BFB-BA44-77145216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vector 管理数量，Band 管理每个对象</a:t>
            </a:r>
          </a:p>
        </p:txBody>
      </p:sp>
    </p:spTree>
    <p:extLst>
      <p:ext uri="{BB962C8B-B14F-4D97-AF65-F5344CB8AC3E}">
        <p14:creationId xmlns:p14="http://schemas.microsoft.com/office/powerpoint/2010/main" val="199374929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C0DB1BA5-D2B6-4489-BA47-1DB06F8E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ED1B367B-6FDB-4823-94A3-56CDBA4A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47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5952E93-E4F5-461D-A250-108BAD85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vector 的大小与位置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5901FF4-F618-46CE-A66C-782CFF74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live_bands.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size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B518449C-9A06-4461-88D7-F5EA673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live_bands[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2C34C92-80AA-49A5-B18C-E8DE77B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live_bands.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at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D48F4A14-39D8-494A-B7E8-3A2F363C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两次追加后 size 为 2，有效下标为 0 和 1</a:t>
            </a:r>
          </a:p>
        </p:txBody>
      </p:sp>
    </p:spTree>
    <p:extLst>
      <p:ext uri="{BB962C8B-B14F-4D97-AF65-F5344CB8AC3E}">
        <p14:creationId xmlns:p14="http://schemas.microsoft.com/office/powerpoint/2010/main" val="88981398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5A507BA9-AFC6-4A29-B558-E45D1EF8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B0E0D02-51F4-4B06-A02A-10BB5A19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48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E8884E7-915B-41E0-9BCC-87541D9E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遍历时要改哪一份？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1CBB0200-672F-4541-AF59-CBAEB6E6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(Band band : live_bands)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8814363-16ED-4183-9A45-0BF1F89A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band.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set_keyboard_anon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2D8F03C-34F4-449B-8243-231A4A8D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A80031BC-64CD-48B2-830C-833B31E4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EA9E63D0-B381-409E-A7A0-0A7466E1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(Band&amp; band : live_bands)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36E49054-A57F-4550-96B4-CD733236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band.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set_keyboard_anon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765229E9-B974-46EF-A1CB-60B59CE3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8C02E7FA-CCD3-46AC-9DA9-E5F61A03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上面改副本，下面改容器里的对象</a:t>
            </a:r>
          </a:p>
        </p:txBody>
      </p:sp>
    </p:spTree>
    <p:extLst>
      <p:ext uri="{BB962C8B-B14F-4D97-AF65-F5344CB8AC3E}">
        <p14:creationId xmlns:p14="http://schemas.microsoft.com/office/powerpoint/2010/main" val="181704713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C0264B1D-077A-482E-8E13-3F7973D4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024280FF-DE52-4C2B-BADB-74173821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49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F3B9D29-9AC6-4A4F-93D9-302D25AD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只读遍历完整乐队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8C43570-9549-4B80-B911-03A645EA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Band&amp; band : live_bands)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01370FEE-9BAA-4E26-B75F-B998AFFE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band.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2C1D32E-ECA8-48F2-9BE1-8D9ACDB4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0D60A170-25C4-4AE2-BF3B-4CA62AE9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借用容器中的对象，并通过 const 接口读取</a:t>
            </a:r>
          </a:p>
        </p:txBody>
      </p:sp>
    </p:spTree>
    <p:extLst>
      <p:ext uri="{BB962C8B-B14F-4D97-AF65-F5344CB8AC3E}">
        <p14:creationId xmlns:p14="http://schemas.microsoft.com/office/powerpoint/2010/main" val="64070988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91BCCEE9-E38A-45A3-8846-8D37FDC8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70EF389-4DB2-4BD0-B49B-F804A710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50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D11BB58-D534-4F3B-8A69-C6B18CA5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类与容器检查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F2F56FD3-A205-41BC-9CA3-AA7363A5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值传递、引用、指针分别传来了什么？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42BD692C-E947-4FB6-92A9-ABF0AB05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构造函数在哪一步建立初始状态？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46BCED16-D7B7-4CD0-8DD0-3938A19C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读方法为什么可以带 const？</a:t>
            </a:r>
          </a:p>
        </p:txBody>
      </p:sp>
    </p:spTree>
    <p:extLst>
      <p:ext uri="{BB962C8B-B14F-4D97-AF65-F5344CB8AC3E}">
        <p14:creationId xmlns:p14="http://schemas.microsoft.com/office/powerpoint/2010/main" val="150129053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7BB32D91-74B1-42F3-9DBE-E17D506F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7F63116-228E-459D-A4C4-3F8E9D87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51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40FF8A1F-F05E-40C4-95FC-7937A71C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继承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4E366815-3F2A-4788-A3C1-99839D63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在 Band 的基础上增加 vocal_actor</a:t>
            </a:r>
          </a:p>
        </p:txBody>
      </p:sp>
    </p:spTree>
    <p:extLst>
      <p:ext uri="{BB962C8B-B14F-4D97-AF65-F5344CB8AC3E}">
        <p14:creationId xmlns:p14="http://schemas.microsoft.com/office/powerpoint/2010/main" val="5647564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rand">
            <a:extLst xmlns:a="http://schemas.openxmlformats.org/drawingml/2006/main">
              <a:ext uri="{FF2B5EF4-FFF2-40B4-BE49-F238E27FC236}">
                <a16:creationId xmlns:a16="http://schemas.microsoft.com/office/drawing/2014/main" id="{BE3485B6-B6FE-4884-8081-CB42421B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0FC7CB36-2011-4817-93CB-48CE2CF8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5F75890-E8BA-4399-92B3-7E6D1295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MofoBand 的继承关系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C19E195-3A40-4AA7-905E-C1050812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class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MofoBand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: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public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Band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23A12B1-C04E-4576-8DA1-E39B7FDD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protected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BAE7E1A-5732-4660-9281-815551BF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vocal_actor;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73CE626C-9BD8-4C6E-8E3B-E4ADB24F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public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D0C06547-AD86-440B-9E8F-7619ADDC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print_mofo_info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AAD49CF7-2330-4076-A05F-25D411EC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print_info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08C31D86-6B6B-4A45-A03D-DF4DC89D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vocal_actor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1" name="code-8">
            <a:extLst xmlns:a="http://schemas.openxmlformats.org/drawingml/2006/main">
              <a:ext uri="{FF2B5EF4-FFF2-40B4-BE49-F238E27FC236}">
                <a16:creationId xmlns:a16="http://schemas.microsoft.com/office/drawing/2014/main" id="{312C3111-452D-4A38-9784-04121F0D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291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}</a:t>
            </a:r>
          </a:p>
        </p:txBody>
      </p:sp>
      <p:sp>
        <p:nvSpPr>
          <p:cNvPr id="12" name="code-9">
            <a:extLst xmlns:a="http://schemas.openxmlformats.org/drawingml/2006/main">
              <a:ext uri="{FF2B5EF4-FFF2-40B4-BE49-F238E27FC236}">
                <a16:creationId xmlns:a16="http://schemas.microsoft.com/office/drawing/2014/main" id="{18230180-0A27-404F-A484-1F9B6EA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006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13" name="cue-1">
            <a:extLst xmlns:a="http://schemas.openxmlformats.org/drawingml/2006/main">
              <a:ext uri="{FF2B5EF4-FFF2-40B4-BE49-F238E27FC236}">
                <a16:creationId xmlns:a16="http://schemas.microsoft.com/office/drawing/2014/main" id="{6272AA39-BDFF-4400-81A5-198B738E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已有 Band 行为，再增加配音演员信息</a:t>
            </a:r>
          </a:p>
        </p:txBody>
      </p:sp>
    </p:spTree>
    <p:extLst>
      <p:ext uri="{BB962C8B-B14F-4D97-AF65-F5344CB8AC3E}">
        <p14:creationId xmlns:p14="http://schemas.microsoft.com/office/powerpoint/2010/main" val="180307644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E269AE51-A8D3-43C0-B521-0324B3B4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DC7DC18-3C5A-4A4D-AE9F-56B934B9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378F46A-ED20-4DA1-ACB2-D2EAF4BF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基类先初始化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9E39271-7CA5-4CD3-8877-C00C8055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MofoBand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(std::string gt, std::string vo,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B14A304-46A8-4A05-A748-7D9DD3E0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 std::string dr, std::string ba,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DF8B4F5-159F-4C66-8686-F8DFCDBD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 std::string key, std::string actor)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B60770F7-58E4-4FE9-ADBB-AEF50C05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: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Band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(gt, vo, dr, ba, key)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2594A28C-16E9-437A-9969-E93CCA84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vocal_actor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(actor)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{}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AFDEF111-FB61-4ACA-9BCB-0325C18A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 Band，再 vocal_actor，最后进入函数体</a:t>
            </a:r>
          </a:p>
        </p:txBody>
      </p:sp>
    </p:spTree>
    <p:extLst>
      <p:ext uri="{BB962C8B-B14F-4D97-AF65-F5344CB8AC3E}">
        <p14:creationId xmlns:p14="http://schemas.microsoft.com/office/powerpoint/2010/main" val="140965925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61EFDFEB-8734-470D-B84E-E4513EF4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2813982-FAEA-4A1D-9E29-C9F0C407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54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FFF1016-9EB3-4BD5-93D4-8C2A6647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protected 的访问范围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4D1BFE1A-EEB4-4524-8897-984B26D4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MofoBand 的成员函数：可以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F0981792-6758-4B5C-984B-75581177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MofoBand_New 的成员函数：可以按继承规则访问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974F7559-046A-4AA1-9879-4219F1FB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main 中直接写对象.vocal_actor：不可以</a:t>
            </a:r>
          </a:p>
        </p:txBody>
      </p:sp>
    </p:spTree>
    <p:extLst>
      <p:ext uri="{BB962C8B-B14F-4D97-AF65-F5344CB8AC3E}">
        <p14:creationId xmlns:p14="http://schemas.microsoft.com/office/powerpoint/2010/main" val="207755661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5C5FCAFA-7DF4-4544-A677-76074A0D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1AA75D1-F0B7-4062-9970-9AA5970A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55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16B44DD0-C0FA-4495-9170-66E8E9E5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this 指向当前对象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C86F373-4145-47DF-8D60-7C61714A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change_actor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E25710B4-E5CB-4CC4-9426-65FD7DE7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std::string&amp; new_actor)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9473202D-0B40-4EE6-9A63-054B7CFF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this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-&gt;vocal_actor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new_actor;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7E5290A-94E2-4E1B-9811-CCBE9710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54B245B6-CDD6-4135-9013-8781163C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左侧是当前对象的成员，右侧是参数</a:t>
            </a:r>
          </a:p>
        </p:txBody>
      </p:sp>
    </p:spTree>
    <p:extLst>
      <p:ext uri="{BB962C8B-B14F-4D97-AF65-F5344CB8AC3E}">
        <p14:creationId xmlns:p14="http://schemas.microsoft.com/office/powerpoint/2010/main" val="14232977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B658D235-ED09-4C65-962C-739CC14D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F62A3CE-5706-4092-B8DC-41054676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56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EC6F436-63F7-41FE-B691-41CF8D76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练习：演员信息的修改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A3A3819C-CBDC-4582-99D8-FC037CA5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创建一个 actor 初值为 amane 的对象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A4EDE1E1-CE30-4FB0-BC50-6325CC1E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调用 change_actor("ayane")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738F49C0-7B10-443D-94E2-8BE94F01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输出修改后的信息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BEB26554-D705-43FC-A852-DB980B41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说明为什么 main 不能直接改 protected 字段</a:t>
            </a:r>
          </a:p>
        </p:txBody>
      </p:sp>
    </p:spTree>
    <p:extLst>
      <p:ext uri="{BB962C8B-B14F-4D97-AF65-F5344CB8AC3E}">
        <p14:creationId xmlns:p14="http://schemas.microsoft.com/office/powerpoint/2010/main" val="77300531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EE31A185-1F11-484D-8D12-D740ED8B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0C3A82B-4AB3-4153-8DE7-8F933EF6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57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EE033C1-2F90-4030-84D8-7FEE226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class_band 的运行轨迹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79F324F4-A18E-4564-A8E2-EDC77671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ave_mujica：创建、print_info、live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B51A2422-AB66-44C0-BA8C-7135C502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live_bands：加入两支乐队、遍历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873378FA-A8A5-4D8C-9607-AF2EDE55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ave_mujica：get_guitar、修改 keyboard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0F7192AD-6F0F-410A-AFE1-1C96C862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morfonica 与 lovelive：创建、修改 actor</a:t>
            </a:r>
          </a:p>
        </p:txBody>
      </p:sp>
    </p:spTree>
    <p:extLst>
      <p:ext uri="{BB962C8B-B14F-4D97-AF65-F5344CB8AC3E}">
        <p14:creationId xmlns:p14="http://schemas.microsoft.com/office/powerpoint/2010/main" val="54402347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CB0D339A-FD8E-4ED9-9BBF-FF93C2D9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BBF6253A-BE20-403E-AD38-4178E5DD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58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6DB3BEE-2DE3-44C5-AB24-1922EAC7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主课回看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96B180AA-FE81-4F35-B6FE-999D0CAF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谁拥有这份数据？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8EE3F4D3-A4E8-4A80-ADC8-49FAAAC1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函数访问的是副本还是原对象？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8DDB0B65-2F50-49AC-934D-2D5B5A59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外部代码通过哪个接口修改它？</a:t>
            </a:r>
          </a:p>
        </p:txBody>
      </p:sp>
    </p:spTree>
    <p:extLst>
      <p:ext uri="{BB962C8B-B14F-4D97-AF65-F5344CB8AC3E}">
        <p14:creationId xmlns:p14="http://schemas.microsoft.com/office/powerpoint/2010/main" val="41768298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665B5549-F362-4A67-BACE-6A703D51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876B3B5C-53E5-43C7-B760-B476F5CB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59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F1638FE-C83E-4F77-BD99-755D29DF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可选拓展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2DD1CC65-0C6C-45EC-9230-FCC06901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虚函数、切片与资源所有权</a:t>
            </a:r>
          </a:p>
        </p:txBody>
      </p:sp>
    </p:spTree>
    <p:extLst>
      <p:ext uri="{BB962C8B-B14F-4D97-AF65-F5344CB8AC3E}">
        <p14:creationId xmlns:p14="http://schemas.microsoft.com/office/powerpoint/2010/main" val="94942540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EE577C1E-6401-48A4-8493-375FD950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21218238-C431-44C3-A03C-F22148A4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60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BBDE56D-8300-429E-8667-817BE077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通过基类调用派生行为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491BDE9-5B18-4E2A-9CF9-B40E6EB8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struct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900E8D4-F154-4964-B094-AD5135A7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virtual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live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/* ... */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}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F5AAEF7-E50B-4F47-88F6-FE0E5818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virtual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~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Base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default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9A31F876-0F16-4437-B5DE-E70669E8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EBF4D409-439C-490D-B8EB-0A205BA5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struct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Derived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: Base 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687025C4-5C0A-44BA-8E01-A5D3B65E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void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live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override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/* ... */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}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A62B03E2-A8EC-4093-9822-CF48B6F0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0B377BB5-1A7B-4EAA-A788-2DE6E750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Base&amp; 指向 Derived 时，live 调用派生实现</a:t>
            </a:r>
          </a:p>
        </p:txBody>
      </p:sp>
    </p:spTree>
    <p:extLst>
      <p:ext uri="{BB962C8B-B14F-4D97-AF65-F5344CB8AC3E}">
        <p14:creationId xmlns:p14="http://schemas.microsoft.com/office/powerpoint/2010/main" val="1084030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62BA51BF-3561-49A2-8EB1-5A570F5D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2EF4C6FD-270B-4EBB-991A-9BD87A73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61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1FFBCC1-EC2A-4C33-A952-4A9AE63A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值复制可能发生切片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67A6A552-4E00-4DA5-9A9F-8B244FF0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Derived d;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B8BDB483-4264-483A-921D-137251CF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Base copied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d;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0BB5203C-1637-4B3F-9DD4-4BAB8191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Base&amp; borrowed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d;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21551B5A-F5A1-411C-869B-982B3A42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copied 只保留 Base 部分</a:t>
            </a:r>
          </a:p>
        </p:txBody>
      </p:sp>
      <p:sp>
        <p:nvSpPr>
          <p:cNvPr id="8" name="cue-2">
            <a:extLst xmlns:a="http://schemas.openxmlformats.org/drawingml/2006/main">
              <a:ext uri="{FF2B5EF4-FFF2-40B4-BE49-F238E27FC236}">
                <a16:creationId xmlns:a16="http://schemas.microsoft.com/office/drawing/2014/main" id="{1EEF1B1B-003D-4991-94C5-A889630E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borrowed 仍引用完整的 d</a:t>
            </a:r>
          </a:p>
        </p:txBody>
      </p:sp>
    </p:spTree>
    <p:extLst>
      <p:ext uri="{BB962C8B-B14F-4D97-AF65-F5344CB8AC3E}">
        <p14:creationId xmlns:p14="http://schemas.microsoft.com/office/powerpoint/2010/main" val="1456556495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35727E19-D97A-45BB-8A97-9EA71C62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AEEC3A0-30D6-4C4A-9FEB-CE05451C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62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8F723ED-2B75-46FF-8C4F-8266C881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独占资源的所有权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6994838-4210-42EE-B00C-21569057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unique_ptr&lt;Band&gt; owner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make_unique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&lt;Band&gt;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2700313-53F2-4FC1-AE7F-FB970CF9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"mutsumi"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"hatsune"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"nyamu"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7A13561-F26C-49E5-9868-D3F26F0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"umiri"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52BCB36-215F-4E2A-8E97-7353AC99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unique_ptr&lt;Band&gt; next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move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(owner)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EC496839-AC25-4C50-A0A7-5A4197FF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所有权交给 next，owner 变空</a:t>
            </a:r>
          </a:p>
        </p:txBody>
      </p:sp>
      <p:sp>
        <p:nvSpPr>
          <p:cNvPr id="9" name="cue-2">
            <a:extLst xmlns:a="http://schemas.openxmlformats.org/drawingml/2006/main">
              <a:ext uri="{FF2B5EF4-FFF2-40B4-BE49-F238E27FC236}">
                <a16:creationId xmlns:a16="http://schemas.microsoft.com/office/drawing/2014/main" id="{B7250F5C-3C77-4379-BD90-86FC7D8C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离开作用域时自动释放</a:t>
            </a:r>
          </a:p>
        </p:txBody>
      </p:sp>
    </p:spTree>
    <p:extLst>
      <p:ext uri="{BB962C8B-B14F-4D97-AF65-F5344CB8AC3E}">
        <p14:creationId xmlns:p14="http://schemas.microsoft.com/office/powerpoint/2010/main" val="825595842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0EEFCB65-DD27-4371-9849-8F8DA7FE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4400EE4-15F5-4D01-83CF-6E73C316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63 / 63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86AC52A-C31D-4ECC-BCB8-9887F95E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课后材料与挑战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3C757D83-AE7E-449D-9FB2-0C544CED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必做：用本课接口完成 Assessment-02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149723D1-E6B4-41DA-9D40-1DC16860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加练：从例题索引选择薄弱知识点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D9F569AF-953E-4AE0-B544-0F2291EE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挑战：读完拓展后再完成相关题目</a:t>
            </a:r>
          </a:p>
        </p:txBody>
      </p:sp>
    </p:spTree>
    <p:extLst>
      <p:ext uri="{BB962C8B-B14F-4D97-AF65-F5344CB8AC3E}">
        <p14:creationId xmlns:p14="http://schemas.microsoft.com/office/powerpoint/2010/main" val="9514070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2026-10-27T06:02:31.8800000Z</dcterms:created>
  <dcterms:modified xsi:type="dcterms:W3CDTF">2026-10-27T06:02:31.8800000Z</dcterms:modified>
</coreProperties>
</file>